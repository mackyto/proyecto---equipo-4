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3504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rPr dirty="0" smtClean="0"/>
              <a:t>PR</a:t>
            </a:r>
            <a:r>
              <a:rPr lang="es-ES" dirty="0" smtClean="0"/>
              <a:t>ESUPUESTO</a:t>
            </a:r>
            <a:r>
              <a:rPr dirty="0" smtClean="0"/>
              <a:t> </a:t>
            </a:r>
            <a:r>
              <a:rPr dirty="0"/>
              <a:t>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73529"/>
            <a:ext cx="6400800" cy="1752600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ES" dirty="0" smtClean="0"/>
              <a:t>Instalación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Equipos</a:t>
            </a:r>
            <a:r>
              <a:rPr dirty="0"/>
              <a:t> y </a:t>
            </a:r>
            <a:r>
              <a:rPr dirty="0" err="1"/>
              <a:t>Servidores</a:t>
            </a:r>
            <a:endParaRPr dirty="0"/>
          </a:p>
          <a:p>
            <a:r>
              <a:rPr dirty="0"/>
              <a:t>MAZCU.FIT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9145"/>
            <a:ext cx="6766560" cy="3453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0000"/>
                </a:solidFill>
                <a:latin typeface="Arial Black"/>
              </a:defRPr>
            </a:pPr>
            <a:r>
              <a:t>EL RETO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Estandarizar herramientas.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Dilema: ¿Movilidad o Torres?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Dilema: ¿Servidor Propio o Nube?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Objetivo: Rendimiento y ahorro.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0000"/>
                </a:solidFill>
                <a:latin typeface="Arial Black"/>
              </a:defRPr>
            </a:pPr>
            <a:r>
              <a:t>DECISIÓN: PORTÁTILES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✅ PORTÁTILES PARA TODO EL EQUIPO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Movilidad total.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Versatilidad.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Estética minimalista.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0000"/>
                </a:solidFill>
                <a:latin typeface="Arial Black"/>
              </a:defRPr>
            </a:pPr>
            <a:r>
              <a:rPr dirty="0"/>
              <a:t>LENOVO LOQ 15IAX9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CPU: Intel Core i5-12450HX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RAM: 24GB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GPU: RTX 3050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SSD: 512GB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Precio</a:t>
            </a:r>
            <a:r>
              <a:rPr dirty="0"/>
              <a:t>: 1.060 €</a:t>
            </a:r>
          </a:p>
        </p:txBody>
      </p:sp>
      <p:sp>
        <p:nvSpPr>
          <p:cNvPr id="4" name="AutoShape 2" descr="data:image/png;base64,iVBORw0KGgoAAAANSUhEUgAABPcAAAH/CAYAAAA7cTgIAAAQAElEQVR4Aey9C2AV5Zn//31nziUXDrcg6lFWUqmhbo1ak3WXWHeT0hLYLaz9A24B6Yq2q7gr1JboroG2EHc1thZoAbutsEsDW4HfUuIWwpYmXW3YuqReQlVC0aDoUTGBJIfcTs7l/zzvzJycXEmQSyDPcZ5533nf57195p0T58s7c4yYfISAEBACQkAICAEhIASEgBAQAkJACAiBS52AjE8ICIFLlIAB+QgBISAEhIAQEAJCQAgIASEgBOIEJCIEhIAQEAJCQAhcTARE3LuYzpb0VQgIASEgBITAUCIgfRECQkAICAEhIASEgBAQAkLgghMQce+CnwLpgBC49AnICIWAEBACQkAICAEhIASEgBAQAkJACAiBc0NgKIl752aEUqsQEAJCQAgIASEgBISAEBACQkAICAEhMJQISF+EgBA4iwRE3DuLMKUqISAEhIAQEAJCQAgIASEgBM4mAalLCAgBISAEhIAQOB0BEfdOR0jyhYAQEAJCQAgIgaFPQHooBISAEBACQkAICAEhIASGKQER94bpiZdhC4HhSkDGLQSEgBAQAkJACAgBISAEhIAQEAJC4FIiIOJe72dTUoWAEBACQkAICAEhIASEgBAQAkJACAiBS5+AjFAIXPQERNy76E+hDEAICAEhIASEgBAQAkJACAiBc09AWhACQkAICAEhMDQJiLg3NM+L9EoICAEhIASEgBC4WAlIv4WAEBACQkAICAEhIASEwHkkYPzud7+DmDCQOSBzQObA+Z8DwlyYyxyQOSBzQOaAzAGZAzIHZA7IHJA5IHNA5sDHnQPGLbfcArEhzUDOj8xRmQMyB2QOyByQOSBzQOaAzAGZAzIHZA7IHJA5cOnPATnHco7PaA7IY7nncZmkNCUEhIAQEAJCQAgIASEgBISAEPj4BKQGISAEhIAQEAKdBETc62QhMSEgBISAEBACQkAIXFoEZDRCQAgIASEgBISAEBAClzwBEfcu+VMsAxQCQkAInJ6AeAgBISAEhIAQEAJCQAgIASEgBITAxUlAxL2L87xdqF5Lu0JACAgBISAEhIAQEAJCQAgIASEgBITApU9ARngRERBx7yI6WdJVISAEhIAQEAJCQAgIASEgBITA0CIgvRECQkAICIELTUDEvQt9BqR9ISAEhIAQEAJCQAgMBwIyRiEgBISAEBACQkAICIFzQkDEvXOCVSoVAkJACAiBMyUg5YSAEBACQkAICAEhIASEgBAQAkJg4ARE3Bs4K/EcWgSkN0JACAgBISAEhIAQEAJCQAgIASEgBITApU9ARngaAiLunQaQZAsBISAEhIAQEAJCQAgIASEgBITAxUBA+igELm4Cgc3zkbWi8uIehPT+ghAQce+CYJdGhYAQEAJCQAgIASEgBC4YAWlYCAiBQROoXJGFrKxOK3w+sYpKFNp58zcHEjPOebx7v7LmlSBwrATzBy2Q0Bi47KB6HEDJvPkoOUaFni+EbpuiA9247+eb10D71rcfcbLPtTMfzu0YmHEWus63br3r53wzY6efHPbXVxbW+m2Hm+XzrMdvn3dOO0PjvnXpD41jWdl0lK7MOcMaz0Ox9lPAd3OBr5GU9Hdk95H9d3Fnw+/8DviGD/gHE/jWJ4Cm9zvzzlfs1AfAhk8CxcnAm7/obPX/vgf8+DqgmfKd1CpK+0EK8J/TgA4aG9vP84FdZBx3/H79VeA/PgW8uw/49/FA9VNWzgtfA/6NxvvvI4DNFP7n9UBrQv3s9d4e4Gcjgecory0h7//+DthG6Y79V0J+gMpw+qHvcw0DMjoTA/ITJyEgBISAEBACw46ADFgICAEhIASEgBAAWIRYP6kUVVVVtpVi8tNZccElsHk9ah+08rcs9A8QGYk2K0iIG6B3f275Tzn9onDrAgy0B/3VOei824tQNci2c1ZWYeC8Bt2jc1ggH2vic+Fcj8GPBVurUHQ7Bv3pOW8/bl9pzj5di6U7aZ5VbcGCCYPuUpcCPc7/hAXYsvUCzd8uPevjgIW9tX8F1PwP8GcLgbVNwHV/Dux8BPjvJ6xCh0j8ilG04P+A77wFjLySDga4vfFfwBPXAsH3B1igHzfuA2j3y6VdxbzEIizyVf8ISPs08CGJkif/ALhJpLvm83RcBTTQMfu3kCAXeAG48jYgKY1Tulrq1cDcI8Bf0r94tNUBP78ROPGy5RNuBg6tBVKuAtrrO9OtXEqnsjMPA5+nspz/Cyp78hUnd1ChMShvcRYCQqA3ApImBISAEBACQkAICAEhIAQuTQLHSrD+yFI82UW0I8HlvnyU7asEr3aaubYGNWtnxleucRqvktJmr6ALbC5EyfMlmM+rnuatw/p5M7F692rM5GPt03VFmLOiqUtdWYUY7AOLvZfvvS26C6d+ZcVXKPa6iot46DFwv+etxyHnrHO6Hgc0Ez129knoc+UK6r+z8ot8uW9OGxzvWaavfjqNDqGQx6/Ha/HT46K0ws0l8VWdWQksSDJOSJ9vrX7Uw0kcs5VeucIKu5bJgjNHdLHuO2q757x1nBLb6KueRB9uP4ASnrOHa7D6DruMcy71uNnHqZ99LQ58TjUL9Ezjc27lUbkuddE8oSTe9HVD1w7Xo23Qq0u5lo9hrzwHLCLZaM8TwAc1wFESvaaQsHf3vwHeEcADlP9JEviefxp4bjlQ+k9ARwtQ/CfAvmLg2EtAwUjg6y7gIbJySuPu/GwRwPbrJ4HCUcBv1gCbv0SC2jvAv1wD7FhEFxKVXTkaWOEBvkX2/Ukk/JHQxuV/fg+wygsUkT2WBPzhF5zaaYqif7yA/N8FXttCB7RxGgXx7UOq/xTlZ34NSCbR7t0KK+vqPECRs3P8EfsdAz5xB+xPt4B8OSXtZmDaXoAPa4gH6NNEwl09lZ84Dxh7C/Duzymxl23MTUAeleWsP2yg/lwJmMnAyMmcMiCjszQgP3ESAkJACAgBISAEhIAQEAJCQAgIgeFGoPYQaial91wNlz4ZGUdqgYVbUPpgBjJ45R6vOiKRYuaRxfYKvyqswRJ7hV8tVtP97pO84mvrA1i8dQ3yr1uKUj7WjyHmoIjj2koxvWw9CXmVWL82PWGVWBFyBsnfT/2Lrzh8Cli/OYDElYacF189d7gWk5/gVVlkO5ei9unuKwsDKHl4D6brlVvk88Rk1NK9e/cuWW1SPo/FbtPyKcOSfdMtNnrMVirveyvTZz+5wAU1GocWtCwBiwWqyh+vRnrCCkpnpV3t2kOYzhzYiMUSEjVJtSGhbD0mOxx3Tseeh5k18SXBNJ7eY3Vcb3OkDxB9zVvtfrp6uvVD968ceVtLsfS6DPDKPT1neLUmj4uNfX5sSc+VK2bi0H32+ac8ZtFbmu4K70iInP/0ZOtaIP+qnZOxXnPiTLpujthzhvLWTFqN9c9z+nmy0X7AQyLTldeT8BYA2puBz/x/nY17RwBp1wDBj4Ab/xqY+c+AOwXglXufXQzs/Aalk2j3/TBwDwlb/11EAheJXYgBv9sM/OIfwVGkfxa4mcS40X8E/OPbwOyNgP8zwNwSYGUI+CalxajMPhIP36fyr/8/4HOPkTDYDiz4b+CaP+/sE8fIFWkkjF0/D9hPfizkcRrnOfaH/wRGXA2k/xVw1e3A2ySu8aO4oz8JXEZtv0P18vFbO8lvAjCO0rgs94PDuCVUPOo6YCz5nSKRklftffBry+tqauPKzwMfvgAkPppr5Vp7H7XLAmAzCYlhEkit1AHvjQF7iqMQEAJCQAgIASEgBISAEBACZ5eA1CYELjECgaMk+O1eEl/9tmQ3UHuURAEaZ/59C3qKhJRubSyoZNnlZmK1Fs1ysPjBWiwhIYkFJMuv577sIadcVs/VXCQ26hVPVEfWQ2W6sH/hYqQnrDTUiby7bjry6B6eo5iQjnQdSdzV4hASffIwne7lEz10vJc2dToysPSrOVa0+76XMn32s3vZ836cnyC4VulHZnO+uhS1fB7iohSsz4zpnYLs7dORv3sPibbE0V4Bp8/NHatRc/gQaum/Q4l8rRoS9r3NkYTsAUdPV09f/evWAItyPK/YeAw6O4DaI/mYTlqRPtS73tJ0hrUjIRL5eZ3XBs89zcnKzp/aOWfSJ2VYiedrP/EW4GkS9G76otUir2izYl338XQF0Ab+HKeL+NjvgAMk0PHKvWdI/AuRaNVofR9g9DXAchKyHmskce0ziJeD/eHHc/9rCfTKve+Sb9O7lEGV+0hwTB0H/OpR4AeTgDS6CD0kMlJufCM3cJ+yHoAOX1qPLh9+JPc9Etqu/nMg9Qpg0h0kvFFf+VFc/WjuNCB4FGg8AvAjuX4SH1PIjyvhejmMGzcWPwCcQxb3AiQQphHDkdTHK3KBUC+P5uLsfETcOzscpRYhIASEgBAQAueUgFQuBISAEBACQuCCEEifDF6hZ9+Od3aBBIleV/SRR5d34FVVDei9cl1XNvEKKaqINmdF2/R9LOAVkjBEid22xPb0iionn8WXxBVRT+XbOTnWKsEngGUkzMzf3GN0tt8ZBH222U9dfZY5h/3spztnlMXvi6NzXTV1jxZo+xNjdf3X2as2uYy206/K7GuO6Pq67/qat+Q3oHpO279KFN5xCIt136tQtXMpSbdU+aW2HSXB65t/BLxNIa/icycDv/t/naPk9/DVv00CWRowikQ3zokvZOMI2Rf/GeCVe0+FAbY//iv26mnk2iXxv0m8a64H7vst9Mq9kVdTNjmNIJFtCYlud/4n0EDi4GoS/ro/lktuekng5SQa/uk/AofJ9/0Xqby98Tv2gu8Ab5DwuDYF+K/ZAK+WO1ZuOVxNQlwrtf3WLqCNwnQS/6ycXva6MSu9kQTNupeIBzFreQ84QfHjJCLuoD7/9+3URiv6fDQ3+AfyJ86p9C8Ml00B/r8PAf90q94B7EXcGwAkcRECFxEB6aoQEAJCQAgIASEgBISAEDh7BEi0WTxpNZZ1EcACKHm6DIkripwG/RPTUdbjcVYnt1uoV2t1S+NDusHeQ/fIHHWMf3xgzYxa1NK9vJM22LByn7VyL16OxraFRBnw48XxxP4i6ZiMPSiP94FXePXnD/Ros393ndujzKD7qau5MDt+VJVEVGe1JhJWoOH5PSjTK/mY42r0fLyU0xP59jOEXuZIF29i1nPedvGwDnqth/vRW/+sIr3tAxV7UKMz/EifVIY9XR6d7S1NO1s7EiJRVo64xHyM5rnmZGVf8P2pEySiUe+uuQXImgP8djOw6W+BxveB73wa+AMN9s8Xk7h3JfSqNWfl2vgM4I+ygb1F0O/eA31e+g9Yv6DrOFGas3FSc52dbyemkmjIK/UCJJI5K/f4sdyj1OZ1fwn8DYl2PVbSUVmuS3eG4p9eACSPA958jg7s7Q8/B3wkwN1bCzzYQgLicViP5v439K/m8qO5l9N4XyqmstQHfkzXLtojcNp/dw+wmwQ8bnvyfcAH9iO500jc+5sgcGcTkP5lgMW+tg+6iJ2lugAAEABJREFUVsO/jvtLKsupn7wfOPkK8P8uBzid0/q2eI6Ie3EUEhECQkAICAEhIASEgBAQAkJACAiB7gRYWFt8ZKZekaUfo8xaBjxhPY7Z3Rck7pTm74H+oYwsXm03HyXHenhRQg6mz7Df3baiEvHHOrnMw6A8ckFlwo8uZGEJFmNQv1BqCzxOX/ZMWgp+1JZ/yMAaB/Xvjj2Y3tejstyFLubHgiemY88dVI77mUU38zO6OAB9tNnNq+thH2XOvJ9dqwfO9rF93jSDLP0odOUKhwmFDwGLF/qtRonPHtsvi9LX6HcNEsetawB+jNfJozkAcPpiHIrz7Tp3ep8jVjO97XvO2yz9/sfT18P96K1/ia3kxB8Z57m0DNMRXxe6shSTnyYO9th4FWNOL2nx2uj8b7nvUOc1c8chLNac4h4XOBLTi+B0Jxb9G/CnC4H/JYGv4CrgxDvAHf8MfKFAZ4PfR0fu+oDfx/eVLQALdN/Ltn5U4xeP6iyrQsfRTpry91Zk3a3ATz4H3LIIYLGvmES4yu8DGbzizy6zdSb0D2r87EskIH4WuObPrbLOnt24L3zMj93e9DWrST5uISHv2P8AI68BnMd59aO4nwf4Ud33SDjk4wlfIG+q6Eqq33kkl1L0GDl0jN+vt20SUE7CZ8rVwKxXqe7rqC4SCr1pJA5e4XgCV/810PIucJRETk7leCn5/uZOgMv+JZXlH9doJeE00kpC5yH2GpCJuDcgTOIkBISAEBACQkAICAEhIAQucQIyPCHQDwEWSvjHJyzb0kVk40dnEx+H5WPLrwpV9o8icBr/sEBiE/E6WchggcN5xHHrAixYyY9p5liPzzrp7JdYAcW5ju71ssC2xfblfKcvRQsXoIhEJ+6Lk+b0D6C2qF1bkuKaUdTlmJJ4S+xnVRGKVtosOL2fNrlojuPLB2TcD6fvA+8nFbygG3Fyzocd8rlP7H8VccmJ93F6wjnkc+pkdKvHZqfPg12vc27i3Jixk0fnxpojVB+nx8vTccLWtV+2IM3+vdSTeD669oPmsa6fRT/7fFMb7O/Moy08t7QPZWiRksrYbVjnmMt2TePyVh6VIVHcqSuRXxcfcut+TEnndmsIAPyePF6N5rS0iAS+f40CPyJ7muwLDzs5JPJR/KkgMOEWK23klcC3aoHVEehHc5e/RcIXpf3NJuBRO255Ald9BljZCPxzB3Dvr4CJt1FZOl4VAhbtA778/0hI3Ahc+RngnxqA5e2W3fXLTpGO6+LHdhf/AfjTb/KRZX9C8W+QWPbVw8BlmcC9FM4m8Y1FPMsD+Mw3gL9voXZJkea0mx8C7qPj3B/zkWXjbgb+9iMgk/I45bP/SsengK+QLST7/96wxDxXKvB5Ev9nvW4dsy8bP2Y7twmY/HXgT34EcNyxvyLfJFsITPTjcgMwEfcGAElchIAQEAJCQAgIgU4CEhMCQkAICAEhIASEgBAYRgQCJDwNo+FejEMVce9iPGvSZyFwcRCQXgoBISAEhIAQEAJCQAgIASEgBITAxUqAfyV3YwyY/vDFOoJh0+8hIO4NG9YyUCEgBISAEBACQkAICAEhIASEgBAQAsODAD/+Gn9U1RmyhEJACJwLAiLunQuqUqcQEAJCQAgIASEgBISAEBACZ05ASgoBISAEhIAQEAIDJiDi3oBRiaMQEAJCQAgIASEw1AhIf4SAEBACQkAICAEhIASEwHAnIOLecJ8BMn4hMDwIyCiFgBAQAkJACAgBISAEhIAQEAJCQAhckgRE3OtyWuVACAgBISAEhIAQEAJCQAgIASEgBISAELj0CcgIhcClQ0DEvUvnXMpIhIAQEAJCQAgIASEgBISAEDjbBKQ+ISAEhIAQEAJDnICIe0P8BEn3hIAQEAJCQAgIgYuDgPRSCAgBISAEhIAQEAJCQAhcCAIi7l0I6tKmEBACw5mAjF0ICAEhIASEgBAQAkJACAgBISAEhMBZIyDi3llDebYrkvqEgBAQAkJACAgBISAEhIAQEAJCQAgIgUufgIxQCHw8Asbvfvc7iAkDmQMyB2QOyByQOSBzQOaAzAGZAzIHZA4M8Tkg925y7ypzQOaAzAGZA73MAeOWW26BmDCQOSBzQOaAzAGZAzIHZA5cOnNAzqWcS5kDMgdkDsgckDkgc0DmwPCZA/JY7sdb+SilhYAQEAIXMwHpuxAQAkJACAgBISAEhIAQEAJCQAhc5ARE3LvIT+D56b60IgSEgBAQAkJACAgBISAEhIAQEAJCQAhc+gRkhBcjARH3LsazJn0WAkJACAgBISAEhIAQEAJCQAhcSALSthAQAkJACAwZAiLuDZlTIR0RAkJACAgBISAEhMClR0BGJASEgBAQAkJACAgBIXBuCYi4d275Su1CQAgIASEwMALiJQSEgBAQAkJACAgBISAEhIAQEAJnQEDEvTOAJkUuJAFpWwgIASEgBISAEBACQkAICAEhIASEgBC49AnICAdKQMS9gZISPyEgBISAEBACQkAICAEhIASEgBAYegSkR0JACAiBYU5AxL1hPgFk+EJACAgBISAEhIAQGC4EZJxCQAgIASEgBISAELgUCYi4dymeVRmTEBACQkAIfBwCUlYICAEhIASEgBAQAkJACAgBIXDREBBx76I5VdLRoUdAeiQEhIAQEAJCQAgIASEgBISAEBACQkAIXPoEhvYIRdwb2udHeicEhIAQEAJCQAgIASEgBISAEBACFwsB6acQEAJC4AIQEHHvAkCXJoWAEBACQkAICAEhIASGNwEZvRAQAkJACAgBISAEzhYBEffOFkmpRwgIASEgBITA2ScgNQoBISAEhIAQEAJCQAgIASEgBPolIOJev3gu/sxTp05d/IMY4iMYGoyHOKQL3L3KFVmYvzlwQXsxJOfJsRLMzypE5QUlI40LASEgBISAEBACQkAICAEhIASEwMAJ9PQUca8nk0GmVKKwx81xACXzLvwNc01NDb785S/j+PHjgxyT487jyEJWlmPzUXLMyTtdyGUH43+6+nrJf74QWSsurCwhjHs5L2eYFNg8P2Gu0Zw7W+eW5sn6SaXYstDfe88oP2teCVj6q1xxbubsx5onWoAjHvHr8Gx9t9A1+vAhLK4qQk5vZHS7dlscP1vno7e2JE0ICAEhIASEgBAQAkLg7BOQGoWAEBg2BETcu4RPdUZGBu666y7ce++9qK+vH+RI6cZ/3kwcuq8KVVWOLcahO+YPQuAbZJMXobswPrsnLePB0vh8W4MlKHx+cPUHNhf2nJ+3F3UT9mhur7DEPF075VdtXYA+pD/t8nF3H2+eUOvXLUWpcx0+BSwZtNBG/wjRo4wfC7Z2Ffa68JuwAFv6Ev6oS7IJASEgBITApUNARiIEhIAQEAJCQAhc3ARE3DsP56/LiiR7hRDAN9slKJmXZa9WKkQlr45xVufM6xQfupTvcYPe/wDmzp2LBQsWDF7ge349Vk9ag6LbE+vPweIHgT0VAYD6Wri50u6/LfhR2vx4/9fjULwoiSnznHFmxQUbLSSQGBNfGTjPGXNX/8TVefx4peNfuC/eAEWIp9M2hY4opNt4nh89pPbt+nvlmdj3hPJU8Wk3YVyIknPAOGdqPmqP0lyjM9DlnNnn0bqGKuHMiW98Zz5mri3D6juy6Jqi6wm9zSNOm4nVu1djJp1nPbf43Pd2XfGKPvZhc9pkXz62zZln1MXTbmc8T7rXfPt05B+ppdFxxkDm/Sp8I2sJynYvIS7248mJY8uyrl9m3JUf1e2Mm5uKGzNkxpY5DJzzoK/PXsvFK5DIxUtAei4EhIAQEAJCQAgIASEgBITAECQg4t5ZOSllWGLf7Osb2ywSDw7bFdNN9Mwji+OrkaruO4Rlzru/du8BnrBWxZU+WIslDwNP2qtz1kzag3J+BLZb+TNZzcSiAj+eyyv4Tp48aXes/yBwtBYZk9J7OPknpqOGhAXOqF273u7/FiyYQDf8D+/B9J3WeKqemIxam0HlisQVgGuAh1h40TVg9ZHpcTZrJq3Ger1Si1cU2fUQjzVYb63GIhZLsCbuPx1lXAkZtT1vPSY7bVeVYvLTCW08bXPl1VlUR+L5WGOvDqv88WqkP9XZZldRk5o4zSaMExkX4mwwrtxXhvSJfqDbOet6DS3BnqnWefvet7ZgzYwMLNXzgFek+bFgq5XHq0+tecRpa5DvrIRb2esDqVq8nv/05PhqudL8Pfq6vRDzpMfUe34Pyuja9GOg8345vrdzKTJmWNeOfjyZVyvStcVcqnZOx54fV8K/sDu/Hi3rhF6vZxI91x9JWF249dyuhNQdkZ0QEAJCQAgIASEgBISAEBACQkAIaAIXTtzTzV8qu3yscW6UdViKpddBf1gky5+ao+N6lz4ZKCun23I6um468iZQSBuLZhn5eQmPBtbgUC3A5WGvuGHhcMluxFczUbFBb9FodNBl+iwwYzGJek5uLQ6hczyYkIfpmkEAtUdoyA9Zq3yyeAURalHLwiUVTWSTPimDUqwtcRUQj5lTAyQ4Jvrzyi5OJyJd2yaK6ZPKsEcLhUD+fZ1CA9fRG8+cry5FLfextxVcViMD3gtjmri9zNmBMK5ZO1OvLuO5zu/JY5GVz1nieUeXa2gpFndZXdr1NPU2j7p69HFUewg1h1dbq/tIuJ+5tkaL2gMZQx819kge1DxJ6EsWi45alOx2zfUz73s0TmJcfJXtHatR08Ohr4RA79czFmDxJOZlrQLsq7SkCwEhIASEgBAQAkJACAxTAjJsISAEzikBEffOKd6zU3l+wooyXmmjV94Moupt27ahpKQEP/nJT5CWljagkiw2Oiv0EgsESGDrbUVfok/PeH438ZNX+qHPDz8eyMIOj5VtzYw+Xc8oo1ee+v1iVaiaukeLS86jhgNtQBh3JXWmjDMS3rk32HnetQckjG+ej48zjxL7wvOwigW1CzBP9LiuO5ur4ipReMchLNb/EEFznlf16UYGusvv9XrOWUl1VT0JPExCvjyWC/kIASEgBITAmRGQUkJACAgBISAEhMDgCYi4N3hmgyrBIlnZvoRfdK09BHRZodd/dbr808676Pr37S33TEQnXc/ti7H0yJL4+/F0Giqxfi0wPddvHXbZp2My7EeJdXotDh3miB+8im698ygyJw3KKrFnt1XAPzEdiSxZaLRyurcdQO2RfEzvZUWXrqM/nvy44lP5g1odKYyts+DszzZjXd+Ar6EaveLV6Utn2DmPdNrhQ6jVkT526ZOBtetpxveRfz7nSR9dAAY+73UVR5z39Omj+C5QsSdh5V5f/Bx3/2muZ37suRRLcRq+kI8Q+NgEpAIhIASEgBAQAkJACAgBISAEbAIi7tkgzllAIkDppPV6NRg/asiP1D25sDdxrI8ecPn8PfHHA7Psl9/34d0l+dChQ/EVe+PHj++Sd/oD6yZ98tNZnX3P2oPpVVsSHsVNrIX8n5iOPfrHDLjMHsBecZezsjmGtoUAABAASURBVBTTyzoft8w6zaoe/8LFSI8/nrkHkx+03/1HLPgdeZpjVhaWHUlHhu4Ctb11MQ7F2+Z3/PE713Rm1x3Vwe9P0z+mQHU4PBMf38x6CFi8cGDnSBh3xauPzjJjcH0DvIb4Ue0yfrw6qxC1C3keOfMuYR4hB9Nn2O/J7OsxbF6h9xS6vEuTV3NemHmiqfayG8S858fksVp/j8zfnI7FD9bGx7YM05EP65PIL+GfJKxMe9/r9Zz4mG/WTOzJX0yU7QISCAEhIASEgBAQAkJACAgBISAEhMA5JSDiHuP9WJaDoqruQhLfdHem8Yvq9WN9/Bhc/EXzVC4epw6QgJH4GCI/4sbvG6McdCnfp7jGnl1t8uTJ2Lp1KwYv7Dn18Dj4UTvHOscEFj/4MUXHlUNO4zFqK0LRSkcI7FaPPW4elzNGLt55TGx0HdxuERYsJLPfTchcHJZbVhZhS7wPiWWq4NTbWSe3YBmnOXVU2TwT663qcT6tcr3thTH0/HR4O4zOhDGXSbwGnLo45Lz4ObPnD0g+KorH2YuMriPLj+dq4pygOdTbPOL5w/OWQyqeE5+zdBCvq0r/iAuP8YLME+5f93FS96wtcYz9zfvOa5AZJ/LcsnABXas5VnXxMdv8nHa5DzYjOuNdfqikin04P37NVoHbsCqUvRAQAkJACAgBISAEhIAQGGIEpDtC4BIkIOLeJXhSE4c0YsSIxEOJnwMCwvgcQL0Eq5R5cgmeVBmSEBACQkAIXNIEZHBCQAgIASEgBC4WAiLuXSxnSvopBISAEBACQkAIDEUC0ichIASEgBAQAkJACAgBIXBBCYi4d0HxS+NCQAgMHwIyUiEgBISAEBACQkAICAEhIASEgBAQAmefgIh7Z5/px6tRSgsBISAEhIAQEAJCQAgIASEgBISAEBAClz4BGaEQOEsERNw7SyClGiEgBISAEBACQkAICAEhIASEwLkgIHUKASEgBISAEOiPgIh7/dGRPCEgBISAEBACQkAIXDwEpKdCQAgIASEgBISAEBACw5CAiHvD8KTLkIWAEBjuBGT8QkAICAEhIASEgBAQAkJACAgBIXCpEBBx71I5k+diHFKnEBACQkAICAEhIASEgBAQAkJACAgBIXDpE5ARXtQERNy7qE+fdF4ICAEhIASEgBAQAkJACAgBIXD+CEhLQkAICAEhMPQIiLg39M6J9EgICAEhIASEgBAQAhc7Aem/EBACQkAICAEhIASEwHkiIOLeeQItzQgBISAEhEBvBCRNCAgBISAEhIAQEAJCQAgIASEgBD4OARH3Pg49KXv+CEhLQkAICAEhIASEgBAQAkJACAgBISAEhMClT0BGOGgCIu4NGpkUEAJCQAgIASEgBISAEBACQkAICIHzReDDDz/EG2+8gZdeegm/+93v4iZxYSFzQObAUJ4D/J3F3138HXauvy9F3DvXhKV+ISAEhIAQEAJCQAgIgQtJQNoWAkLgIiXQ3t6uRb2WlhZMmDABN998M2655RYxYSBzQObARTEH+DuLv7v4O4xFPv5OO1dfxyLunSuyUq8QEAJCQAhcZASku0JACAgBISAEhMBQIvDWW29h7NixSE9Px4gRI6CUGkrdk74IASEgBPoloJTS3138HcbfZfyd1m+Bj5FpfIyyUlQIDE8CMmohIASEgBAQAkJACAgBISAEzikBfowtKSkJl19++TltRyoXAkJACPRL4Cxl8ncZf6fxd9tZqrJLNSLudcEhB0JACAgBISAEhIAQGJoEQg31CIY6+xbYPB9ZWVnIWlHZmSgxISAELhgBuSbPLvoTJ07gsssuO7uVnsPapGohIASEwOkI8Hcaf7edzu9M8kXcOxNqUkYICAEhIASEgBC46AhUriAhjMWwuE1B7p0FKHkleN7HUmsLc1PuXY/qgTT/fCGmTJ2G3C+uRvWAextAyTxrzPM3BwZc6uJzHPg4618sQeHduZjizIHcaVi0YhuqG3of9WD9u9cS3F+MObfyOZiPkmM619519lkLtE5/sgoRl2rpnFt5CWl2abSUoSBepgBlLU4GhZFqFE/jNrMwf1MtJXRucfFpWjGqI5weQmBfMRZNnWIJxblzcP/TlQjqPM7v2/oc27ESzI/3zeqHHscARGiLN81zzYzKziuBNXMrUajrZBa12Hgn5WV1G3dCV+PX+gDaTCgm0SFGoLW1FampqUOsV9IdISAEhMCZE+DvNP5uO/Ma+i4p4l7fbCRHCAgBISAEhMBZI6Du2wx1339A/d1/kv0XjPt2Q93/HIwH/xPGP/wX1D88D7XkBaivl0F987+hvvnfMAv2wVVQDuMf6biQ7J8OwPVP/wuz8EUYy/8P6ltVUN95CaroFah/qYZ6/CBU8WtQ696EseME1M7GPu2sDexirMjjg9+fBp8ZQvDNcqy+dzaKX8FZ+9TvvJ+Eku5iTmf1LOzNWVeHnAc3Yu9PFiPT15kHku6Kc0m46C5KjPEjzQQ8E/wYl+gu8QETYO7THliNsoNBhOCBb7QHCNajencxFk2j83UUXT6D9e9SOBJE5ZNzkPvgNtT2KpTVovbNLiUGdRB6oRzl8RIUfyFhSaeZiaWP5oOnVc3Txdh13HYMlmH1uho6SMOsby1FpgnU71yCmY9sI3EzBN94uiZaanHgJ0sw+zsk8JFnr9vpxnasFtxKr2X7SezkXQ+k+ekaJRtD50iXGUfHFPHz/PfCQ30Hn8MUSjvbW/0u3E9C4qUtiJ9taOemvlgsJu/YOzdopVYhIAQuEAGlFPi77Vw0L+LeuaAqdQqB80VA2hECQuDiIRBzATGT+ks3K4jAQBiuGIVR+iOPGGC2AUY76E4GzoeyEDFclJsKREdQsoGIm30VDJcJw6T6TIPKKSiXC4qO2cBpSkE+fRCYWoTS0r2o2L8di69jn3ps+0UlR86C1eM3ew/0W0/6wi2oenEv1izMBAswXZxfKcOe3lby3bAYe1+swv6fzIW/SwE5GBCBw+uxZK0lOWXcvREVL+5Hxb79qNq3EYuupxoiNVhdtA0kK9EBbYP1pyKdWy02zsvFkmdr4bkpExmdGV1i7Vr0y8DS0ipUVTlWhJwuXr0dhFC+j6U9H+Y+uEjPh/Kdezr7TkU8tz+Mh3MpEjmA1WvKwVOq+unvo5zbzP06lk5h0awGz26y5mrOoxWo2E3XxM4CZNPXSv3uJ/DTw1S+xzaAsYXpe4zLXb8UpfFx0fhW9jOyV4pxH5+ftDws37mf+lJK1yjZOme++zCSvwJHjIQPXvhGUgO063H9UPLH3eqfL4NF5ePWJOWFgBAQAkJACJxlAv1UR3cE/eRKlhAQAkJACAgBIXB2CMT4Ztr6s2uYMRLn2EjYI60OiECZHYAigU9RAm2GacIwDHiNGJIopBhA5WBGETUNxCgtRqEikQ/kG1NATCmdDoNDSoB8+iVgpiP38+mWi61H8EHoWDmK756GXPvRwNzZ92N1RVz2IZdK6xHBhSUIBEk8WZgLfuyw8Jc1KHloHlZVkQtILLojS6c7K4BCr+/CqgfmIHeKlZ41JReLVuxCrb3oqv75YsxZvE0LMdi9RJfNch7TdB7RjD+myG2cHQu+UoKC2dYYsm7NxZwH1qOywak7YD3ae2shyjUX+5FW8pv/eDnqI44fhaEAyh9fhGm88jCLxsiPeD7V6VO/Y5E1pjvWEx3yt7cDj9ttO6sVT1OPXWxQQc0vyxDgEv5FWPEAiaokYPEhRmdi8YNzoUWiV3ZhzzGdisH6W6WcfTrmLMpD+p1rsPdH9yDdSU4MW3j1ICekI32wam39HuyqoLK+6cidfxtu485XleE3iVOURpS/bLkW6oJ7n8CGHRvxxLPkYGZj+TJrVR9Qh4CGkoHsLK6E6vT/NWbdTiHRqqzSmXyQYOmnHVuoNWT5T0yH34qddl/9S0uczPzqw5g1gb8ruxfxWoLeSB9Je2kYN57yr+RVfBQOaBvIPA6hZusSzHv8gK6xZu1Ma74mXHP9Xyu6mOyEwJAgIJ0QAkJg+BEwht+QZcRCQAgIASEgBC4EAbphVby6TiEpxYV775uFcJJBQp0LSV4PxiQb+PPb/gRQtJFoB/oYysCCabfhpit9cJPIBw+pfopUCUqPsbinRTz6U25SITqGNopzecqjKmTrj0CoFhW/tN5J5vPZ4saxEtw9uwDbDtYjmJIG/3gfgkcPoGTZPBQ+z+ufEip8fQ+WPXA/Sl7n9AxMvqIOIc84klXYx4eMqbMw645Z+NwkLyfAg/dw4MX3gAnZyJ+WTcJHENW7V2HOinKwHFJX345xl2tX7cNlZ92RjXP5GG5o/yrMvnc1yo+2Iz13FvJv9qD2xY1Ycmex/U42uz+RMhIAictRD8YRE0SCqNlRgGU7STDSLiSe3DsTBTuqUd/iQxo/9syPeG4twDz7Ec+0GXORx77HyvCrwxwhixxAxd4gRXyYOzOHwtPXQ06D3EKoPRqwytx0I3qspLs5C9wySHI8pKfDYP2tqhP3vmnF2L4sBz66XBPT4/H6OpoNfFSOZVNICM3KwpSpi1DcRUTm/J7mrCzzTctFtpmJ/Bk8dw+g7HnnXNhlxs/C8iUZdFCPbY+vp9EBGUuWYxYLY5QK+EBaGcVqUK3nMEVDh3DoCIW8hXnX0043troPaY5zsX3LYL3bcApy7y5G+XFO7M0CqH6Z50A6bhv9GxTcYb3/ryuPNMx6ugpVT89CGlWRs5LiWxfAT/FBbf3O4yDqWrwYl2LV6Ls+T1+/s/LSwVfwgK8Vq7jshYAQEAJCQAicVwJ0R3Be25PGhIAQEAJCQAgMSwJK0Z9cFt9InDNjHXjxfyox0T8K1149Fn/xx5/AHyXF8JefHY8rxo7ABJ+BW66/BsmuMCaNAq72tsMwIoAZI3Z0m6kMcAxKAbTpnUkqgssAWNTjdJytzyVYz75CzJyZiylT5mD9YRqfmYF7/iaTIkD1z55BDaHGTUtRum8vSndXYPsDlkBS9v2faoFEO+pdDWpaZqH42b2oqNiEudfnYNED023BwY/pDyzH8keXY9EUliOowPX3Ysfz+1Hx7AYUPbYBpY/lUyJtL1bhEAUZdyzHghsowtsNC3TZ5Y/OArfOSWff6rFn8y6wJOS/exO2P7kcRU/vwPIp1FL9NpTsC1EkYbt1OY2TmexF8VQrvbqae07xV0rwzOsUIhNLd1ZgLz/2/Oxi3ff4I54pecjX5QIoK7cekUXlLmxjXWfCHMzKovIDqYfcBrfVoc7Wm3otZ9I11SVjsP5dCg/sIGUcxpHeDxKVx41L0yJgqKEa20hE7v/9j/Xxx75zpmTrtjI/Px0+ih34xa/A55Ki8c1PgqrlxUl5uGe2nyO2ZZIwaM3N8hUzMW3mTOT+xSKUBOzsMwy848aRkA34RtMYWQhGCMGD21BwV3FXwThefy2s9w/WYv2jq3CgfRz8oz2weNxtXaNx37MQ6XMepyHn3qWYfqXVhn/77eRCAAAQAElEQVTqUusavDeHBMVBXitWFbIXAkJACAgBIXDeCNBdwHlrSxoSAkLgUiYgYxMCQqBfAqYRBVSMtiRckerBE4tz8Nhf3Y57p0zEgsk+zPnMJPjIZeKIVnxv3hT86R9FUPj1qRiZGkbMbSJkJsOIkICnXCTg0Z9vFvO0WEhxF6cpgFfsmRSPGeSr0PMToyRqBGwUHa5bKIhAIEhMfUi/dQGKd2zCggkMI2CvIAIybs+D3+Q0ID33c9CPVh47iEPd1JP8B5cj71oSZ3we+yX/Vpne9sGDP8cTy+Z0Pra6rMxyCzaB9S3r4HzuD+GAfoSY2nx9G1Y9topsNSobWCoC3vuwjjI6t4ysbFg5Hky+PqMzg2KB6letMVyXhzxHP5qYi89dS5kI4OBrDM6DvNlzdR2Bvb/SQmnlPotBxh1/rYXAgdXDdQ7GSGS6qh//SMIz2dptsP660OB2aflYs78KVRUklrIQ+sL2gb3/8fivsMs+Z2UPZVmPjd67zWL/Shl+dRwJnyDKn1yNA5yi53I5Vv/YFlU5jSzzoaexPDedzkkQ9YE6+KYWoWAaZdB21eVntmY0bcYa7K+qst6bR+L4flvkBQnGu16kinvZrPcP0nV333ar3L7nUHATOwZQ+dsAR86a9TeP+25kcNdK3/VIjhAQAkJACAiBc0OA7gjOTcV91Xqppb/77rv45je/ic997nP6f7C+853voKWlBc3Nzfj2t7+t0zivoKAA77///qU2fBmPEBACQkAIDJQA/8Ul8Y10N3QoN1pJewuS4Lf1d2/jJy+9g5Yx49EYBtrJwT/ChcvGjsO7pK00e71o846E4XEDJhs1aBpQ/CguheB37ikFsIFC0McOKCZbbwRIfNA/YPBiBbavW4q8Xt/x1VvB7mkZmKxVv+7pvRwf34Yldxdj14u1GDm1AMWPF6N4YWYvjhcmKfDiLuzaaVm584hmt66kT3RUu24ZgznMmoU5XA0/mltVjl17uXAmZuVzIsfPhXkQ7/srr2pRsUsrL1ehUidkYPIkjgzCf6Dnn6vtzzzpyM2zK+uuNSaU40dyqxOOu0arUZbwaG5o/2o8wY88+/JR/KPFyCDnwKZlWK9XWNIBb2Y6Zj1JgtqLJDRW7UfpynTUHeQMPyamezjysc1zLYm8E61q2uk7zool7v34hBaBgfRrbQZIw1X2lAh0E5kTS55JPD4XzqQwlRnItUJusgkBIWATkEAICIHzQ8A4P81cmq00NDRg4cKFeOGFF5CTk4P8/Hz84he/wF133YUvf/nL2LNnD2bMmIE/+7M/w69//Wt85StfQTB4Yf5t/tI8AzIqISAEhMDFQyCqTCBGpmJoCsdwtBX4fYuBU0jBe+1R/O54K2qPA+OvnIRffBDGhMw0vHn0BN48AdTFkuEbMwpRLeZFwY/exgyqS6/eU+Bj2lkwFAVkitqhmGyDIuBH5s0+XaKm6gCcv9i1Fb9CLaf6b8DkNI70Y3RarNwQQvx4r3UAHKpGtY7nY+mjc5E3NQ/ZE622dLKz89qRHqvJ7PSzGkxGNj8KS3XmrKhI+MXWKlTt349N8211hfJPt/kzb4QezeEDOOCAO1qBX73JJf24IcMBl4HPzeB6A6jcvAsHmNHUBfjr8ewHDLwey3+g+4zP54NbRWAjVq6rRpDb5cINlSh+bJt1rrPmYrp2Agbkf9MsTNcrPrmiwVn969WoDYY6C/H7H8tr9bG/zxVz9fhVmTWLsh/d2+V87X8sT5etLvsVeI0kItVY/R3rkevsB7+OvJsW4eE708gngI1FG1HrjJ9S4lskiOp1K7HxGKXctAB3XkfhoLd61LxSiy5De5PmwVGuyA+/sxjweDX4F3+r6TuPJD3ccLOPHVC5t9w6F5Fa1Njv/ps8qb9ll7rY2d25rOpCXa7Bs3etWLXLXggIASEgBITA2SVgnN3qhldtP/vZz9DW1oaNGzdi5cqVKCoqwurVq/H2228jEAhg3bp18fR//dd/RWNjI7Zv3z68IMlohYAQEAJCQBNgYU4pF5RhoDkSw7LHnsPTz/4a775/CsdOtOJ/Xn4TW3ZWouqNY/j+zt/i69//JX71299jy+4qvHL0A5xoagRY3FN0V86hFvbozzjVB4orpagdZa/di9khJV1S27kfTOZXliKbBbr9q5CbOw0zZ+Rizroa3XD23Xfq1U/6oK+dPxM3+jizFuvvpvIzc7FocwC4goQNTkYZVt5XiFX8eO5jlTolcTf5evsNaXsLkTtzJqblrrJXlSV6DT5es+luzKT64vbgNgSQhukLZ9EeqFw5Dbl3F2DVY4W4/85cTJlyN7ZRtwfc0k33YGkWe1di1dRcTJtJ9d253loll3UP7rye8yzL+NIC8JrFmhcrEYQPc2fnwWNlAYOoxymSGPY+TvK4bjHWPMhr14CaTYuQe2sWsrLIpi7BNhazPJlY+ojFgryBgfgXzkWadh78rr3qCczJnYIsnmPM6rNzrHfLmdm4Z47Vzx61Hv8Vyl7h1AzkZHVt2XN9pjU3X9mFPTSemqcLsY1VvuuWYvkdlm/mAyuQz3Pz8HoUbq7lioD9xXSuZuq5kftZmqubagBmccZja8eB4jnInZKF3BlUL10/U3rMgwBKvrkIBY8UYNFT5QhRT7Ln34MMEwjuLcC0qTTvp9o80mZhwTSr/+R2HjY/Mm/w6XZqn16k2eTeW4Kzeq3o2mUnBISAEBACQuDsEqC7grNb4XCq7Q9/+AOuvfZa/PEf/3F82FOmTEFGRgauv/56/T+NTsZNN92kfV9/PfFZCCdXQiEgBM4qAalMCAxFAoZCTJuB9ghZhxehsEJYmWiLeNAedaMVbpzoUGhVI9DQNgphlw8thhftJAoCMYBX6xkkg1CoSNADC3vK+lMeU4BStAN9yJU2isg2aALjZ2HDc8VYcGs6fC31CBwPwjcxGwue3IsNtkjSf52ZuP/JBchgfSBI5euAceO8wHX3Ys0jefDT6auvKkN5bToefrbUfq9YZ41pMwuwPNcPD0keQfqHwlBaGslfnflnHOO+UH38j4/a6lhSATxTlmPHpgLks6Dxejl27SzDARKHJudOR2baYFpLw6x1e1E8LxvpKUHUB+oRTElH9rxi7F2XIJpxleP/GgumUoR0avimI/dmise3QdQTL5MQ6WOc7JG+cAv1ZakeK50GTgJ8acicUYCNuzdiwUQrydn36s+ZKXkoeq6nPwbxGZf5OWRfS+eW5xizMn3Q7398bgNmje+9okDZLuh1e/4cZE/o5jMhGzl+TqvBnv9cjZWbAnTgx6LCBdDJdISUHDxMcxD0YfGv5ChF0E7nKqD/UTro7ZsFew7MxiEzj+bAeB+Cx6leun48o7vPAz8yb+LJ5UHmzZNprlPNExZg045izOV52BBAfdAD3w1zUfzT5chJwXn9ZN5XjAXX+4AIz2N9AYOu4LN4rZzX4UhjQkAICAEhMEwIWHcEw2Sw3Yf5cY9HjhyJU6dO9ajmH//xH/Hwww/3SGffUaNG9UiXBCEgBISAEBgmBFh7I0FOKQ8JcUmAy0DMRQqH24MoiXQRyou5vVAUIpKEGAl+UVAh8gO/Ww8GgUoGlIvMgKIySlE++BNDPMpCYCzGiWIJBHJWVlmPMq7MSUjtJTo+D0vXbUeFfg9ZFSp2bMDS3LQExxwUVXFdW+wf4kjIoqgvaym2VHA+2f4KFM/gsh6kzy5GKf+IApWtICFj1kQ/5v6EfKqKEO+RmY5ZT5bqHyTg9wJW7FiMTKoTtxdZfd/aKdb4Saxin6o+x+PHgq1cfy+2tbMeFlGKNu2Nj7eK+ryRBMpMLap01lF0O3fEsl7bNtOQ99AGbHfGXrEdGx7KQ5pplence5D3uN2nigJrpWRnJjDgepxCnX3UPIhvPEwYJ3un3boARZsq4nz5By02rpyLzNGc29O6+O8rRj6fypZyrHy4pPdHW3tU0ftc8dy0CBv4V5btOcbMt69birzxCRU459yeH3HmpYuRkeBmRTOwuNRiumUJzT/NoBSLE1ZMsp9vWrE1j16kuTuRUkjcjbOq2Iv+WJB3ty2nl+uABLt7aQ7srrDaoX7s39dzHmQ+tJfy92PjnXHpEZ4JeSiIn5v9qNhU0JVHt9b7O+x5rXfOkdPOY182lm52+k/9eDwffNq5vf6vFSB+jvq8JrkWMSEgBC4UAWlXCFzKBIxLeXDnemy33HILjh07hkOHDnVp6tOf/nSX1XycWV1drf9VNDvbftyGE8WEgBAQAkJg+BDQj9IqwFAkwhlkCrRLMACUBFLoVKJoR3EYpI4oKkOin6LyBofaT0Epg6pUVlkW9LQBMQ4hHyEgBM4agdF5KPppEfJI6Qm9shrz/26gAh/kc3ERkN4KASEgBISAELjoCBgXXY+HUIenTZuGtLQ0PPXUU4hGo332LBKJ4Lvf/S78fj8+//nP9+knGUJACAgBIXApE+j/T64C/WcLdj0oUDplI6Yoh4Q9Fu5i0Rgsi4KPaUdbZ5wOyJn/NrFRVLazTECqG5YExuejeK+1Qm7/TxYg3RyWFGTQQkAICAEhIASEwBAj0P+dxhDr7FDrjtvtxuOPP46XX34Z3/72t3vtHot+y5YtA7+f74knnoBpyv8F9gpKEoXApUpAxiUEHAKKlDk2EuegDChlHSulKG4dUxRQMTrmNDJD0bFlSllhDLDy0f0ToaIk5PGKPce6u8ixEBACQkAICAEhIASEgBAQApccAeOSG9F5HtDNN9+M5cuXY/fu3Vi7dm2X1lnY41/QfeGFF/DYY4/hU5/6VJf8xAOJCwEhIASEwCVOwIgAhgsxZSJqGlBmDNeMjOErN43D3+dchZvHR5Hqaqd0BdNtYNLYFvztzaOx6JaR+PTYNrhVOwwzgjG+CL74STfu/KTCl69z4YsTDVzuOgGgAzETSHIFcZ2vDfM/ORZ/c5WBa9ynkEplk5Iok9pUSpGvbEJACAgBISAEhIAQEAIXioC0KwTONgHjbFc4HOubOXMmli1bhs2bN+Mb3/gG6urq8O677+L+++/HL37xC3znO99BXl7ecEQjYxYCQkAICAGHgGJxzw2QuDfCFcGfXDsOD3/lNlz3qeuQdvXlWHBnNm79zHUwSeD704xRuGfhnyD92qtwzcSr8JVZmfirz6TD643g2itH48v5V+GWT1+DSZOvxmdu/CPc/1e3wOWJwe1qRv4t6bh7Zgau8it8cuIo3D1tAiaP88LoaIFhkMAH+QgBISAEhMBFQkC6KQSEgBAQAkJgQASMAXmJ02kJ3Hnnnfj+978P/sWxL33pS+Djo0eP4kc/+hFmzJhx2vLiIASEgBAQApc4ARbWyAzDwISRBh6561P4xZ5DKNz5Ir5d+jv8y0/348h778KbEsG9M/8IG3e+im//4iDZm3j62d/jS7elYNIfjYQ3HEYgAvzLnmqs3F2D7++twpXuMK644jJMHNGBvMmj8NOfHcD3Ko7iGexXgQAAEABJREFU+y+8j8rfHMPXbhuF8UYY0VD4Eoc8XIcn4xYCQkAICAEhIASEgBAYzgRE3DuLZ/+zn/0s/v3f/x2f/OQnkZGRga1bt+Kmm246iy1IVUJACAiBj0FAil5YAmYyYJowTBMTr0xD3QngFx+GEDNTYKgU1IVG4miTiZGXX4FXDp/AkRMmwt4UxDxeHI2OwA8rmnDdFVFEEMYpEvdU6gggOQmpXjeMZBdamoKYf9MNeP8D4PLrs5A9+Wp8OmMc2sZOwGUh4FOXcfsi7l3YSSCtCwEhIASEgBAQAkJACAiBs0/AOPtVDu8aJ06ciGeeeQYbN27Uv6R7MdKQPgsBISAEhMA5IEAinlIxQBlojbkRbAW8IS/MSDKisSREVRLluRAj4a4x5IaKpABwAREXxQ00d4Sh2j0wQx0Y7wbu+dw1WDXtGnxvzo3YtP99nKprBto7QDofLktW8HtdmOBx4+qkKLYdAQ41e6k+NgpkEwJCQAgIASEgBISAEBACAATCpUHAuDSGIaMQAkJACAgBITDECUSjUDGDRLwwDjc2ouVKYKKf/wy3wWVGkeJpxpjRJtrb2pF+lQ9jxsbggQKpfxjri2JW1li8+YGBEA0z0ABs+fnv8EOyvUcBVywETzSGHQcP4iMX8OsD1fjVwRPYd/A9/LLmPew98j4CTW26fcCgGtgokG3IEAg11CPIJ3fI9Eg6IgSEgBDoQkAOhIAQEAJCYAgTkP+7H8InR7omBISAEBAClxABg5QbIwLT5UJdY5jEuXfx53/+Sfx17qfwhT+ZgC/95Y1InzABwaAbuyo/wtSp1+ILnxmHz9+chs/nTcTzv2/Ga8fqccIw8X4r0BRJQV3Yi//361dx3aevQUdyEt5oduPgu63In5aJT39iLG751JWYQnWPTrsC4ZhCjP+LAYjxjsLhuEWCqN5RiEUzcpGVlUU2Bbl33o9Vmw+g/kLxeL4QU6ZOQ+4XV6Pa7kPlCu5bd5uPkmO2Q39BqBbbHpxGY6PyKyq7eIaOlWP1A3OQeyvl0finTF2E4n0BLRp3ceSDSC02zrP85m8OcIpl1F+LnZXnxC0fywXBapQsc9ohxncXo/y4ncdBvI5CdO1hACXd2qx+0h7LvI2ojXBh246VYD6NIStrGopfsdO6BcFXtqHw7lxM0X5ZyJ1dgJJXgt287MNgOQpzrTEVPm+nOQHNm5rS1bj/zs66snKnYc4Dq7DrMF3b2q+z7w4TDnNnLEIhz6/Evmt/Z9d7uays7mzIv6ESxbOtPnbhTVkDHmtDDXY9dT/mTJ1izRFikztjDu5/bBdqnKHEz4/VFo8ja0oujXc1dr3ZBz/qA2BfX/G6+dwXYP3e2vgcq68gjrOd64/PSeL11wuLW3Mx7e5ClOzvY57qdnnXS1m7z+XHnIH14kPj1+PTIV1jr+zC/fr6yEVhReJYQ6hcYff7vl0X7vuChyomBISAEBACQqAbAaPbsRwKASEgBISAEDj3BIZjC2YMMXcUcBmIqVT84cgJ/NcvX0N9QyOiCtj/f2/htZpjiLh8qCKBrvw3b6C5rR0dZL9+4U3sf+NdhEjYC5xox6//rxFt8CISUTjVofDrqg8QVibCHUmo/N0R/PqFt4FIGMGWZrz0cj0++KAe0Ri1He0AOByu2h6JVSV/Nw2LHi9D9XG6aff44DNDCL55ALteD8J3oeblGD/STMAzwY9xug8B1B7VkUHvQm9uw5IvzkHx/l6kytfXYzaLWy/WIhjxwEcDDjVUY9sjM1G4l3ig66d2SyHWH+6axkeBd2s56McCKHlgEVZXUDumD2k+YnxwGwruWoXKln6K9ZGV+cAK5FNfcXg9ikudcQVRtnY1aqhM2h0rsPQminTbgnsLMO3eYpQdDCJE/fB5gODRcqy+dz7Wv97NmUSpyiefQFlPDHQt1YLnzfyVJThAwlYIHvhGc2X1qCWW7RxHt48vDX6/H7rN49XU1/sx7ylHuu3mi1rUvtk9redxcH8x5kxbgm29zI0Bj/VoCQnb87Fq6wHUNoRo0tE1wEM5XosDte0YR/GuLXvgo3H4x9MJCAVpvCVYNa8AuxKFWnR+6ncWWNcX1+3zESk+9+XY/nIdxcnvlWLMW0Ycjwattk0+Jwew6/le5pTD0Ayi/mAZVj84E18ksZpKUkWn2bhsQp8LZi+J99kzzq/Pjd/P/bPq8Yx20sbBM34Wlj+QQRk0xx7fgGpHlH39J3hiN7VuZmDpo7OQRh6yCQEhIASEgBAYKgSModIR6YcQ6I2ApAkBISAELhkCrmTA5UbEUIgabrKR+CjoxgtvHEfZS2+jti6K9qgXUYQRc8XwYaMbvybB6fmDjXi/3oVoiO666SazI2jirbdPIhSmu2LDgxjdMv/hnXpEWtpJuFOk6RkI1IXxUm0zXnynDe+2GGiFC7GYrejZwSXDdRADqS8txupXSNCgm/NFP6lA1f4KVLxYhf071mDDfXlEchCVnU3XGxZjL/fjJ3Phd+oNW5FZa6tQVeXYFiyYYKX3tg8+X4gv3lmMyoY0ZF4fr6nT9fq78PDMDOQ8uJHGvR8VFfux5g4SbcijfGc56imMb8dKULiuhgRAmnfxRDti9w13rEnoWxW2LLTbfP3n2PY6+Zp5KNpbgb37tmPxdQDqd6Fkb5dWKHEAW0oOHn4kD/w5sPb7KCd9Ba9swPcrKIXa+PqDOb2eO9/U+7E4KwNzHy/F/hfpXL9QaouAAWz/RVehLbR/NVbuDtF4qc5uW/VT99nzJg35K0qxv4rY7duPqhf3Y/vW5fjr8d0K0GHG3ZtQWlqKiv37sXGexaX+5WokrH8kr86tna5tgESjUudcc1iEHNuldtMc5D64DbVmJjKZpZ3uBAMaa6QaxX+3GtV0CWB8PpbvpDHwNbCf2np+O7YU/nUvglUeimgcpbvpetm33OpP5AAOHEIvnwD27Dyg0zMe2I6qigqL1bMb8PSibJ1e+Yttep75phUTGzonPO93b8HGXtpOZLj38Xzdt/rdS1Cws17X1d9Ol93NfS62hGHq87Z9TN+PuWtL9bkpLS2CNauAPDqvfL5KS9dgLp0u//wVWMTXWv02PLG5lpqqx661G/X58y9c0e91SM6yCQEhIASEwBkSkGJnTsA486JSUggIASEgBISAEBg4gVTESIyLsrhnxhB1kRBnmgi7qQZ3jAQ9+pNMeQCpbxEXQHFFgpwrasCgECoCM+IGp4EkQJAICLRT4TZA0d26EYYZDiMpRH6xMNpVFAAJN1QtjA6KUyRmUjhcNxIetlvCg//uFVh8E7GxUXgm5iB7on1AAT+6Wnz3tPijq7mz78fqinrKcbZKFPIjfAtLEAgewOqFufrxxvijnKEAyh9fhNwpWTp9ytRFKCytBZ0lp4KuIYly+rHAeVSfzgmi6RRHMpDOAgNHB2C+nLsw66YcFGx9DkVTO8eH+MeHnEe3YM3CTPj0VPBQ/aRkcL7Py7OFY2QkZDy2GjWj52L6lJ69DgZZXSMpakI6+fbcAq9UahEEN+cgm7thpiP38+na8UDVqzoc7M437WEsz6JSwTI8sW4bNhZbIlH2Iw9b4g1l9dio3QVPb0HBVD88nGn6ke4MNyXhx2VI9Fr9nV2oz5qO6VeyY4JFKrFtR71OyHhgE4pm+q26OMUkfteldx5zWg+jluly1slXjYO1MlMfde5agvbcSI/3rzPTiqXPvgd5187Fmt0bcc8kK63LfiBjrdyGbXooJCL+qAizJlDfnEpS0pExMeHYSU8M9ZzhBD/8vQ6E8sJkvEVgj8kD37XZyBgP68NfWVYMIB+OesZnILPftj1Im1qEotk8mYAD2/eAZToue1obnYe8KbaX0zf7sN+A/gFg8bfmakGx5ulibNz6fayuohJpc1F0H6/qo7hsF5KAtC0EhIAQEALdCND/6XdLkUMhIASEgBAQAkLg7BNQHSTMKRLqXBSSPEeCXNRNApzhAuAmo03R3S7/XC46gLAiMTCCkKsdYRLnoiToxYx2RFwRROmYxT7EFCjBMi4eNemGWqHdbVAZupNVLZQKas8FpRRZzDZqB8Ps01KN6sPWmLMz+7k5P1aCu2cXYNvBegRT0sCPIwaPHkDJsnkofN4StaxaaP/6Hix74H6UvM7pGZis9asASu6diYId1QiOzkb+HXm4itouWzkHSwaw4ohqpa0OAa1e1GD9nZZAmJU7BwWbqU7K7XNjQeInazD32tOINE4FkVqUldXoo8xbs+GUCu59AquqfMh/5H7kxAUd7aZ3dR/qzqHm6dnQouStuZizrATVjIE86t6z8jF+nBZHKAler117bQB2LieTlaNw5kzMjNvdeOZNSu6xpWHWo0uRQf2p31FsPS58/VIsvyOth2dnQrdYsBx7XuA0H267tXMO1DxdSKJXBhY/Mge29sdOltW8CuuxzAxMJ5HQSjz9vmbT3daYpk7BIn5foS8bSx/Ih02hawX1dXhPp5Rj2RTrfLMgXJwoKPvyUfxsAXJGa8fT73oZa81Be7Xi9dORN+H0VVgezvkhsXvqKlTSCPyzH8Zd11u5Xfd+5P2VxbXm6TmYtrAYuw7bk8J2zM6fpeeEfoyYrrP1+wPoKR/bzt2C7FtzrJTDh8Br6ayD0+wbylG+3/IZNzpB0LWS+t/ftBQreH5FDmD9U2UIgubgt5Yi0+y/mOQKASEgBISAELgQBIwL0ai0KQSEgBAQAkJgyBA4Xx0xFWKmgahBpuPUcIyN/xST6TgdkwhHe0ABnETKnI7zMb+bj401PWg/KgeyGFmEC8RIEyTB0EXGy2JidDMb81A9bG4K2Vw6xHD7xAWU/lfDVf/sGdSw9kk39qX79oIfR9yu379Vj7Lv/xSWFObAq0FNyywSXfaiomKTfpwPr5TgGeeR1Gc3oOjRYmz/0QKwaHRg07Pdyjv1dA99JCoC8Pgwbpz13jYEa1G+dtGAHkmkkgPYgqj8zn09RTIShZ54vBzIWoqv5/p6rcd3eRqle+AbNw7+0SRXRYKorViNRct2gReGOSv7kPDxX62Vz4QUJxpCkJTMQNxIVGX+TnZiOGEW5mZ1JuQtnKu5dqb0EyMhs+SBAv1OvbQZRbjfqefoRqzcFEDanQ9j0URvzwrqHDHSWVUXiP/ghxY2s7LQ/YctdCXBehJoqSy/e44SPKOJpb3iEd0/KeOsd935fBg3Lg28qjLUUI1tJCgXv9LdeQDHfYy1zhZlMTHd4kZC9nzqvzOOrKz5vfxgi3N+7PNieuFDO0J9nCP/vKex8d5MkgCB4OvbsGpeLqY9tA21IavfninLsfWxfP2OSV4hu/HBmfiLO1ejssHK73dv9pvbJbOGxVX+0Zyp1jnH9Uux9C953nZxO82BBzl/OZ0kPdtt4p1YMIXmu30ogRAQAkJACAiBoUSA7gaGUnekL0Jg6BKQngkBISAEPhYBlwlFwp4igU+HSgGGAmgDf/iYQ34Ely1MAl2EjQCkmoQAABAASURBVCS+qGUGhWyKkhWrfBTC9jF4pR9XRu0gQv4s+JkUmlSporC7UfKw2tLG4So9YBJcWIHS8e67AKpftlYaZdyeBz+zI5f03M9BS1PHDuJQt7L5Dy5H3rUkyPg88JB/oPpV6BpS3iMxbhVWPUZWakuCJGDVUX2n3zKxeHeVficgvwes4oUKFE8jcYgKHtjJjyQewOr4SreZmPngNgQob+BbENXr7sOS3TSYtHysWbcA6dR3UM+tH5XgVWyz0JcUkvnAXlTxe+f4XWz79qPi8XwSfABUbcMe6oiPRCo66rLV11NbXVKcg3ysib9TkMZcVYql16HXT7DiCax+kbJ0X4HydT+xhFhK6neLkDD76H1YzaIriTxPfyvH6m+kFiUr1qPGl4+H78vsvQoSV/06px519hA8nOa3RVed13OX8WApMaLxvFiBDbP9YCFr9YMbUN3TFeBzwO+9qyAxuXQvKl7Ybr2jEPXY9ovK3kr0nRbpY6xUYtzl1khwvI5qpgTTg3E0jsQflqDUblt+/Pzs31mAbARRs6MAhaU2DHT/+JB530b8eu8GFMywHlmuf74Yi4oqEbJd06YVYW/FdhTPy7ZEvjdLsGRxyenncB+Col1t14DF1eP6SgRuWIrSTQvsOd7Vrd+jSC02FpfYrMjz6Hps6OWHZyhHtkuMgP7xGv2LyVnoXfS2B8yvYOBfns5lP7YpyL27ENv6+kVup9ixSpQ8dj/mzMil+rmcZblPWq+OsN2sgIX+FYuQa6/qzeKV0g+sRucvQFtushcCQuDsE7jYahRx72I7Y9JfISAEhIAQuCgJqBHJwIgky1Ip7GYqxQs2JHuBZA/gdZO5yChMYvNAUWiZh9LZKN1jhdFkNyIp5O+hP+0kIJpt7TCCjVBkRrABqontpBUGT16UDD9Wp1PSMdHPNQTxanWAI2fBnEdxe6kqWIPynbuwS9uB0wsXvVQRTzJ9uC032zoMcxBCHQmF8dVudY5swnmnsxBqN92HRZtqgPGzsGZHEXJ8dpmDz2AlC35mAM8+SKIhCYiF+6y8Gl4J1YeI6CMh1O4dQALMuKs0aMRFJKqiqcGWNdP9sHMpdRBbSyVWP15G0pIP+Y9ttMSvYxux7GkaR3/VRIIo/848FO6rh+empdieIPLU/2I1tODXTnXP5/F2PhJcvpKOn6Ib7YmfwGRd/wFUvsyc/fEfZCiaqjP639G5y556G+gqJe30VQxo6nnSkZun5WQg8R11/bdE7PseKxdNn2SNBC9X4lV+Yt8/F2tYoE34YQn268s8Ez6H3Bus3AOvH7Iifew9admYu3I79j6Wpz2Cu/eAaOq43tH1mPfQBuzdtMiaD4f3kFihc/rYhVBZYQudWdn2OenDlZK1uFph/5jGwZ9ifWWQUge3BZ4ttFa2XrcYGx+zBOzyFav06s/B1STeFw+BIKqfXoRp9F1XS99l/fY7WInCL85EwdYDqI1PrxCCB8tQfO80LNpa20vxIA48NQd/cccSrN55ALWOAG17BoP8HWMfcHC0BPOnLULx7mrEs+g7rfbFEhTM/iJWdX9VBJdJsMDm+Qni4fxuK3M7VyHH3xebULZyhSU4xlf2rrCvvwQfiQoBITC0CNAdwNDqkPRGCAgBISAEhMClSCA21gc2jB1BYSowJhXGyFSYvhTLKM7HxqgUqJFko0cA2lKtcJRzzGEq1JgRMNNGwX3FWJj+cTCuGgdcdRnUFWkwSCiMvPceou9+gNi7xxB97x3E2N59F3wcO3bsUkR8mjFl4HMzLFmpZt0ybHwz4SaqpR41b/JKJD8yb/bpemqqDpCQpKOorfgV9G2a/wZMTrPS+tr7M2+ErsG/ABtfrLJWb9kr0/Y/vwL2W8P6Km6lH6vGgeMJ/aObud9UHLDy6DyPo1qK7Dr1L+lutR77tRz639duvhtz1pEgNnEuNjy7vFPY42In68AUQO3V2+Jh/IaSV0JpETGA6qr6Lo9lBp8vh9W7qzAuDfBn5ViCDYlIB/imN1KLil9qgsjImMwtDdqq163ELu5c1lJ8fWomFhXMBTWFwKaV2Hi0r+r40ePZKCDBMm3Kcmz5UdfVW+2O4BgKWo/QBuxHT6m6UEMAAX6kNiUP+baIV/5kIXYdSzgv5Hf6LYTaV15FCOyZDv/lHHa1+terSRxIqDdUi4pyi5f/crquu7r3cdT/WLmQ57P5yDMpFinHEyt3IRCi+GC2BhIn37QKpPuta8k6cvbV2PbULtTU91KxbyR8CKD8JyWoPNpLPig/xamnWxgJoWbHMhKeeTIBebMTHpXt5trl0JeHh1ewKFePsseewKD0veO7sGoNXSc0y+YWLELm1K9jaRbVzuweL4fVEzqW7dIhQNfdtgdnY9FPqtHbDO06UBKb6fugjL+TOINE/PRbs5HJryngY6qh+qnCbmIalXlsNu4n0S9evy8NmbmzMOsOtryE8lwJiW//tLpzdbLHh0xqI93HeWSReuz6Fs1rFurpsPvG4tzMtTyHu+fwMdU9byZWH+Z4d+O8LCzZnZiegaVfHdBfr8RCEhcCQuA8ExBx7zwDl+aEgBAQAkJgmBLgH84giykTMWVoixoGIkppCxOWCFkUSufFTBdgugGXxzK3BxGXV1uU4lG3CxG3iQ6TywNcDlEPlJECFaNyMKmcFyNHp8I7IoarrhyD8eNIKDA8QEcMw/GTMf9hzBpPI4/wD1VMQdaUXOTyo1e3T8P8f7dWImV+ZSmyCR32r0Ju7jTMnJFriWFULPvuO5FBYb/bTQtwz/XkESjBoqlzcP+jq7Bq2SJMy83ClMctCYxy+99qt+H+GVb/Zs6cidzP5qJAPw6Yhrnz80FnsP/yfeXSmOY4N3tHqQ3qU3xVRtZ8lKQXdREjWThcM8OqTK+E0iJiLbbdNw1Tbp2CXOrbzKkUPsIr6oC0OxcgP4X8r7sT99hCSOG0XMycNt9aAeXLxz13+MlhkNvr61H4LN9F0w3mo/bjwjctxYoZfJdL5/KfNqK3VTaBrffRDSqXA+p57Hyu4++YK0Ttwi3dxlsK55Hg/KdImF3JN7Me5D26Bvlp1Of6cqy6g85Lbq6eN11vfik/YdMrHYlP7pQpmGOvLky7cy60uJbgx9H2qicwJ5frpfk2cxqd7zkWLzMb98zJYJfT2unGqtfckFC5/Ml86KHsW4WZU7KQO5UfC1yCsj5bKLd+8ISugyzn/XXUrwV/md5LiSCqt67C/Gk0Frq29Nx4tFz7+WfPQibFAuWrsWQ25d+ai2lc58KN0OtoSeDI446Rj7NZDHP1XJv/eCXqKSP9zg1YPnXgV4Av92E8nEsF68tQOGBRLoiyJ1fhQATwzViBpTdReaKmf9CFosG9q/BEhch7hOLS2Y7T/PjrOSjez7OMhpWWBv52oVjvW/0elOx25oAP+Y+XYvu6Ddi4dwcK+LtPl6rBM1sSvvNfWY2VO+36zTTkryjF/oq92Pjkcix/lK0YGx+Kr4GGfn9rXHzLwOKtFdhIbWzfuwFznWslWIZn6B8vdHOJu+cL6bsP0N/b8X8I2oIFE9ipEoVZM7H6cAbyZ/Ty/fL8esojvxlrEr4fnbKULpsQEAJDloAxZHsmHRMCQqBPApIhBISAELAIKAr4TzkbRbtsYVw5JoYpn/pjrJv2pyjI+xT+4jMTYEZbgFgXx+Fz4MvB8p+XonheNvTqh1AQQb6BH5+J/BxbrBg/CxueK8aCW9Pha6lH4HgQvonZWPDkXmzgX848LS0/Fmzaa7VhvocDe3dhV0U1QmnZmOW0cbo60m9D/g1+urkM6hVlwYgPaTfko2DTDhRooeF0FfSRHx7MM5591IF03DYjE/7RsH4IoyEEH/N7ZCN2LGP5hsulYdba7SjIJYYRGgP7XD8Xxc8WIa/fO2Yu280itdhYtFELQP67V9g3p+zjQc6yhy2x7DCJf1uslW6cE7dwPPbxIjRvip7diAIadxr3P2jNG89oPzJzF2Bu1rie9Qdp7gQC+lE6z2iaX8znIYdPV/dxmZ9DNr+3kecbrx7Uq4AWoPi5DZYY3dW996MBjtV3exF2/KSA5heJFyadwwYWKDzw+TORN28ustPQ7ROyzjNdB3D6tWNNH/2ajOn35iFzvA+ga4tXPvrsubFF/yjNOGTPmUVj9cFD86Ke6vSMTkf2vGLsfZxX2HVrWjMMIuTxIf3WBVhO4sb2Zdl0XXTz6/eQhJdly7VgH9xbgFV7ebz9FgC/2/GJCvIx8/Dwshx4KKq3CQuw4m4/RYMoe/yJwa0EpFKyDV0CwUO/wYHjVv/SpizH9h/dBT7TVkov++oDiMt2/jm4K5fmPLuZfsy9M59j2oL7D8BaOxdC+c+2oV6nApnLtqJopr9zbtnpiUHty52rx5F7FxZMtHM92ZjzN/bfK0qqfvEA4isB6Zi3wFH+PszAdKxH/B9w5jnvtczBdBL1lu7cQvlW77iMNv6RnYdsqX/3ErtsISp1puyEgBC4kAQG0rYxECfxEQJCQAgIASEgBIYSAUfU49Dpl/UnnX+Lg40VvOZIC64Z1YKO8Sau8it8cqSBZNUKV4QULafYcAs9fvC7vrZXVMVXJVTs3oiiaQm3cuPzsHTddlTYj9VW7NiApblpCaRyYD0WuyVBbErINtOsNvbt72yD6lie2EaCO0hw4VVyVXplHGVMyEfRplJU8I8s8KqLFyuwd1MR5t5g30CSy+k2v7MqTa8+s72ddrjOHtb7WHJWWpy2LHT4+JG/ciNKE8fG/GZnokvvPOmY+2QCw80FyBtv94ODeF+KkMPHcfNjwdaENs10LLKPS7VAFHcEfPkots/RloWdN7uOR5xBj7Fy/d3b5VKdbRfdzscJRgLdXBr33oR5s39fKTY+uRSzrvfYjp3l9fm0292/j+YX8zFtt26B56ZF2PDs3vh8q9pfge3rlnbllVCm5zkBBjNW301zaX4ltKd/HGUjih+ahYwUu6H4+WFWttE81P2a4IzX9o0Haci5rxgbd1d0zvsuc8ODjDuW01grsD/OZjs2PJSHtDibXhjaPGZd54u31Huks2znfCVPFuzteeL8MA2l0uZcx1VIPN++3CJUcP9eLEZ+tyYzHrB/KGUvzZ9ueVShbBcpARa9n34wG9n30j9SrJ0F6weG+h5M7dGazsyMT6DLt8+kyZ0rvAMHrR9hihxAeYVTJA9zZyT+PXHSu4a1R1igs9L8E9OReNWlX5thZfC+qhqHOLRM72uPcP9qsHqtLdRx6uHVmGm/Ny9n5Zbe/3aRgP3kg1bdevUyXwdVNNe5vJgQEAJDnoB1JzDkuykdFAJCQAgIASEgBHoSYHHPsZ65vtQRGDXSja27XsBTa3fCjMYwNlXBFYv2dJYUISAEhgkBGaYQEALdCaQv3IAN93X7R4ruTvZxoLZTeEOyr4vwhrRxuMr2A+pQz4tFA7Wdrw64PhOZoWqULJsD/VqIrCxMmboIhTuq9Upyq2gvBvJOAAAQAElEQVQAVMSK0t7n66Ykj/PD+ecWBJtQFyGnXra4QLdzqSU4kmAY6MUvnnSsBMvsVzeUPZRlrdyzBcG4j0SEgBAYsgRE3Buyp0Y6JgSEgBAQApcWAX4W9lyYRcmIschnxZVuRqG9PYp3Gjtw3Y234bN/eQciSUk4dSqMaHQAz/BZVcleCAgBISAEhIAQGCiBlESxrxZvvUMFaw+B19JRDBh9COvvXITVFbVxMS/UUI2yxxdh9ncqwVqg9utv5xuZsFK6FoFuil36JGv1XX9V9Jo3YQG2PJVvZTnv3Etc/W3lyF4ICIEhSkDEvSF6YqRbQuBiISD9FAJCYKAEtOJGzucmNKIKClbdilpBFKirb8LPdv8WJc/txaZd5Vjzb2VobHYjQQdkTzEhIASEgBAQAkLgfBDYX4ayeg/Sc2fpX8nNu7bzgdv63YXYUPXxO+HPna5X6sVX392xWouLGfl5nSv++mrm9sXQPyy0e4m1ci/LWsFX+HxfBSRdCAiBoULgfIl7Q2W80g8hIASEgBAQAsOEAAl94TDQEUG4w0DjqTBCYZb9YohA/vwPk0kgwxQCQkAICIHzSaAliM4fuEjHJ/6oe+NpyH9qL7bbv5JbvHULFl/n+ATxmxfja/ycxJ5hsClhhV86/PFndG1XXoHnPIprJ/Ev53Z5F6Wd3jOw3l3p/FJ6z/wBp4ijEBAC55mA/N/9eQYuzQkBISAEhMDwJBC7YwzOpXXMHoXol9hGouMrfsQenYLYP/45Yt/+AsIrv4C2VV9A+2PTEP7naYj88+eH50mQUQsBITDECEh3hMDFR8CfnvATGpH2rgOor8N78RQPPJ0L86zUtOmYe3vCO/TMdOR+vrO+wId15OeHvzMJoe5t1AUQfxLX9MJrUpHuGwt8+gcxrB/E6U3Yc36cJ/EHZZxqnDznx4F683F8JRQCQmBoEBBxb2icB+mFEBACQkAICAEh0BcBSRcCQkAICAEhMEQIpF+b8E67gwnv0+P+HUk49t2ITF5VN2myfkyWs1FPwlyLjsV3oZZuAiHlTM7obKP29ZqE1YBA7ZsJq/tuzsRk8pdNCAgBISDinswBISAELhkCMhAhIASEgBAQAkJACAgBIXBOCWTlIc9ZLRfYjp9WOD+DEUTZ7rLOpm/NsoQ3fx6mxx+9LcdPt9Z2inXBSvy0NL4OD9k3W1Kd/09zwLqgrqzipyg5qmNApAZ7Sjt/rdd/02Sk2VkSCAEhMLwJDEdxb3ifcRm9EBACQkAICAEhIASEgBAQAkJACJwZgZQ8LJjtSGok6D0yE3MeKMD9d0xDYYVTZRrm/k0erKdy/Zj797PiIlzN03PwF3fcj8JH78fMaUtQVm+XMfMwa6pd73V34p4sOx01WD8vF4uWFWD+1PnYeMxON7Nxz5c6V/jZqRL0JCApQmBYEBBxb1icZhmkEBACQkAICAEhcEkSaAmiPhg6K0MLbJ5v/TriisqzUp9UIgQuLgLSWyEwcAKZD6zFoutt/0gQtS+W48Cxzu/ijHvXYulNdj4FnilL8eTdnUJc6NgBlO09gEC8SBryn1yO/Pjr+NIwa2Ux8mytD6EgqivKUeMsEiSpMO+xIswaT5XLJgSEgBAgAiLuEQTZhIAQEAJCQAgIgUucAN18Ve8oxKIZuZaAlZWFKVMXoXBHNeL3SoQgeLAEBbNtnym5WPR4OeojlOFszxfGy2dRHY7N39z5WBWC1ShZNge5t2aR7xTk3l2M8uNOBV3DmnUzyYf8Hi3vklH9pN2H+3bBWdTBDrWb5lj+y8oQilSiMDcX03K/iNUHOffStuD+YszRTOejxFm50mXIIdTuWIJp+rwUorJLXreD+Hns7hdAyTw6H1RHl3ParbgcCgEhMMwJpGRg8U9KUTwvG+mjrfV5gAe+a7Ox4PFSbLovg46Q8PEh84EtqPhJAWbdmg6faWd5KD13EYp3PoeixB/a4OzxeSh+diMKZmQizRH9TB/SbshHwU92oNhZ5ce+YkJACAx7AiLuDfspIACEgBA4FwSkTiHQnUDT+wG0NXyI5oYAWk+2oqmhDfXBZtQ1n0JdYwuamsKU1oKTwRZ81EzWdAr1TY040VSHpvYm1DU14FRLG05R2NTyEepOBdB88iRagg1oPFWPxpOncLKpBccbGtB0Mkj1NaCBy1IdTU1NdNzVuvfvkj+uL8eGJ8tQfTwI33g//HQzFmqoRtnji1Cw05bPjpXgvntXo/xoEJ7RafBpQbAA8x6vRMgGFHi3811HdlK3gMShBxZhdUUtgnwT5gsheHAbCu5ahcpuL1Hnghk5t0Hfs3V5KXstqqqCnA1UVeJAvFwINa9b7WdPyYaH6vfzqg7PVTQey/2S3NN5qHySxNIHt6E20scIQ7XY9uAXMYfOlX02+3CUZCEgBITAaQh0+aXZLVgwoQ9/jx95D23A9n376Tu7imw/Kp7dgKVT/XDkvu4lfTfNxfJ121HxIvuT7a/AxicXI29CHyVGZ2Luyo3YW0G+/Ou3L1Zg76YizL1J/+XoXr0cCwEhMIwJiLh3YU++tC4EhIAQEALDhUBKEloNF1rcqahzJaORjk+6UhE0RqDD8CIajcBQgBmLwIx2wAUFcBoltre0wG2aaGtrRwwmwhEDpulFOGagI6roGIgp+pMei8FtGHCpMAzEAGovSmnRaJTq72oYbp/xs1C0rhgb91WhYncpSvftRfE0n6Zw4OVDOqwp3YaaCEVzi7CX8iueXax/4bB+Zwn2OIpRmPJ5u2MN3cjZN1t0w7VloZ9Tgdd/jm2vU9TMQ9Feugnbtx2LrwNQvwsle51K6NjZrstENscDlTjgLP6rr8aBNwGfj/t3ANWH2YHtAA48z6EfN2SwqpeJxbupD/s3Ym5fN5/sflFbLTbOy8WSZ2vhuSlTn48ew2moROEX56B4fz3SbsqAfSYgHyEgBISAEBACQ4yAdEcInDMCdCdwzuqWioWAEBACQkAICAGbQDv9xW0hQe6XLx/B6l/sxw/Kfo/VO/dj054XEWjqgDvZi7ByI2q4YZAoF4uZMN1JWsDzuCjsAKKUT55QKgmxCPl5fSTuuQDlJR3PgwhciJnJaCdRkDWomKI8KCjV0zAMP2lZecgc3TnwUMhaHWf9OmEAB1601DVeFceyGibm4nPXsj+JatUcAsGgVSZjQrqV0G0feKUSupabc5DNlZjpyP18uvY6UPWqDrvsUrKRk8UpNThUwyFZNbVHweSsbPgQxG8q7YyjNahm8dHMxo3XkwMqUZiVhayszsdUA/Z78worAih/fBFyp3B+FnIXdn80OIjqzQWYqfOnYOaybTjkLE/kqh0LWfVMy7Xqycqdg/ufch5VDqFsmZXe+QhrNYod34RHiqvtx4xnruOxWG3PmTqF+s7lpyD37gJs3G+xdZq2wnTMWZSH9DvXYO+P7oFF0sqJ70fn4K6Zmch5ZDue+9Z0YhbPOXuRfjlwMwHrcd5bC1F+rBzFC3OtsU2ZiYLN1TRvDmD13bmYwufr1lzMf6oSQT6XXJTNrt85X/qR8dJa9HZK2F3sUicg4xMCQkAICAEhMDgCxuDcxVsICAEhIASEgBA4EwIxFUWbkYrfvRdCSXUjtr9p4P8dVviv15vwkZGE/a+9hyNBN37zViN+fegjVL3xPt45GUGgxcCp8Ai88U4DjjWEcbIFaDwVRUfEiw8b2xAmMa+5LYpgSyuqDr+P8jdO4LdvNyFIbUVtce9M+ntplglg24MzMXPmTEzLzUVhpR95D25E8R28Cq4OgWPWqNPS+JjjXni8HAK1x7Rkh7oPrbDm6dmWeENCzZxlJai2dam696x8jB+HeC1ej11JwBL+rCN7n4bJN/h1vLLKUhCrqyrp2I8bvpiDyRQLvHhAl6t/+QD0Q7m3Z0Ov9qO8vrayR0hU2lkLz7g0/W6n4OvbUPBP2+CsHazfWYBFa8v1y9w9o8ehvaoYBU+z8JZYIwlW91I9O6pR3+JDmp/qaqnFga0FmPcdEqfgQfYUqyc1+w9YdR+rxqvEQq86pHEcoPkK1OA3L1Ai/MjPzUBo3yrddm3Qh+xps5B3gxftBw+gzsNqaGL7Vtw3rRjbl+XocVgpPfcZD2zEmtnp1KOeef2nlKOQ5gPPCcvuxjNvdi9xOg4J/pEyFMwuwM8DPvhH03ln0W7tIkybdj9KjnowjtMiQdRsXYJVFY5011l/cHQ28u/Iw1Ut1ShbOQdLnEfGIR8hIASEgBAQAkJACPRNQMS9vtlIjhAQAkLgkiAggxgaBFxGMlRUYUTSOIwaeyXGjb4M/jFpGDfuSt3BWDSClw+9jQM1AfxvzQc41uzFq4E27Hv1GKqOnCRrQHWgHf/7ZgPKq9/Di0ca8PPfHsavX/8I5S+/jYjpRUt7GM1tERw/cQIxw4UItRfTtcvOIRCqI4EtEEA9a00Iou7IIdTa8SYdOp4c+pE+kcNO812eRgce+MaNg98WamorVmPRsl1a3HJW9iHh4786PeGoZ9R5717w5WoE4kJYJibnZCL7WvJ/vRrVJJIdev0AHQAZN2eCZCMd73MXycHyfRXYW7oXex/Ls9xeqcYhHQtgz06rLt8da/DrfaXYW1GBolyd2bl7pQTPvM6HmVi606or/qjy7ifw08NA2u35ltBoC3n1FNYgHXfNz6GCB6xHio8dQCVrnr7bcNv1QN3x9yiPttE3Iv++h1G8qQL7n9+LpVmUdt63EII0HwJxq++6oo77MwAO7Ba324uwl5iW7n0aC/xWamjiYmzftxel+55DwU1WmvM4OJz6zTwUPbsBRY+SmPmjBSSFAgc2PUszAvIRAkJACAgBISAEhEC/BETc6xfPsMqUwQoBISAEhMA5JGBEFIwI0HyiAZHGepgNH8CsDyDUdBIuSr/26ivxxu9fwdixY5F22ZU40UyiQ0ihiezohw34qKldr9R763gjQt7RKHvhd4iljsMHpyJ4t74Zp5rb4Evy4KoxI6BCp2AignAkCoD/1CsgpqBI6XOMMobh5seCrVX6XXn7K7Zg8aQgqncXY9GjLMz5MLLHwrF6EqK6Ysp8YC+V34+KUn5vH4WP50MXq9qGPSRg6RVrXYugvr6+W0q3Q+e9e4cP4dDxQzhI9SArGzea6cjK4trLceCVWtTohX1+5NxkK0bdqulyeF229VgwJXoyMru9q64Wh7RoB+R8NscWCn3IvCGDvDu3QPWr0HrndXnI89vp8UeVAzj4Go0rLRs5/E5BsJAXwoH9JBr6spF1RzaJfkH9SLEl+FF5aiuTAv8XFyM/jSL15Vh1xxTkzi7A+oNBux+Ufl63fKypsuZElQ5LsVSPB/HPgDjEvYGMGzKtOWFmElMrI/3zuUg3OZ6Gq/wcdj7iHa8/5T2Ur12FVY+RldZYTiQ61lkx2QsBISAEhIAQOJsEpK5LjAD/H/8lNiQZjhAQAkJACAiBoUfA03oKSS7AN8bAWCOIkUYIyR4XUt1uto2CCwAAEABJREFUGDFgjM+Nh++ehrnZV2PBrdfgyzlXYOYfp+KenIn4//7sStz3V5Nx15TL8Le3X40vZo7Eo1/5Cyz4s/GYfcsYLMibjKt8ybhxwjhkXuHBjClZ8EZakGR2kKBHf+qjLgpNKBIYXVGFJC34DT1G57NHHl8GFiy0V7SRIHUI4+CfYPWgU4xrQv1JKy19gq3IWIfxve/2PBKx7EMSacc5ys3xOpD0pTOaGmx5Jt2vV2PpxMRdColA13NCNQ5tt963l35rJtIoKTMrh/bAoZf34NCbFI2/b4/i/W2T0ntvq78yZ5TnR3YOswni1eo9qK4CkJWJyWmTwU8bBw6+il9VkeBHyXm3W4/wwpeDouf2YsMj+cgg7TJ4tBwbH5iG+y+RR1DTJ/pptNbmNa3QY3qtSH/7YA3Kd+7CLm3Wo9j9uUueEDg/BKQVISAEhIAQuBgI0P/xXwzdlD4KASEgBISAELjICbg88Ebb8KU/vRbFf5uLR790M77zldvw0J23YMIoGltHGKNiUfjMFhL9muBL6sAIF5kZhs8bIxEwrI9HeiJIdYWRSsJdMloxwgxhVLIiua4dHkpPcUfhQgSuGEg0jEGpMFkHWRiGG4gaEbRHQxhun9DRGtS2JI46iN9UWKITSLgjaQ/ZUyxRhlef6RVrRyvwKxbUkIHJk7hsgMSreoQiHLcs+Hw5rFquwjhS4/wkxulaXq7EAa4kUouKX9Zq54yMyTrsufMj+1YuFUDZ3moAPmTfbD/Km8kr4ICavWU4RDkggcyWyPjoDC0dk+3VadUH7RViCKIzblXrz7yRekLxwyQ48lgoijgTP6xf7AX0Y8WUV7O/TD/ibD02nIEbb+LEMpQdoRB5yJvi4QjQEkLIk4bs2UXYUlGBDXfw2IH4Y6qW15DZD5TDmXY4Xr9/ATa+WAVrBaEV7n9+BSx590xrl3JCQAgIASEgBITAcCAg4t5wOMsyRiEgBITAECEwnLvRElPwRFtxVewk/mxMK24dHUSmrwGZY05grKsRLhWBESLxLdyGUKwJ0WgYiMU0shiFcYtGESOLchrlRqMx8o2QaNcBw01xLeZRBhWNUR5UB2IkEIbNKFqoTIvpRqsnmRyG11b3/ErMuT0LU6Z2/qBGwd6ghpC98E6S74CML92DbF5pVVGIaeSXO2+9ft+Zb9o9mKVX9dVi233TMOXWKcjlH2GYSuEjZSSLAWl3LkB+ClV33Z24J4vCSDkKp+Vi5rT5WH+Yjn35uMcWseiox5Zxc7ZO43e/geScrBv0IVWcab13LxAAP63Lj3zaEpntcCaBH9Pn2O1tmo/cGcRk6jQUPt+trpvugfUevEqsmpqLaTOnIfdOiwmy7sGderUhlbkhF9N9FFaRCAh//LHhyTymYDWqWSAl0TOb+ZBbYMfdmDIlF3MeKNSPoBb/gkcG+P3jKHcIbgPlcKZdv2kB7mGWgRIsmjoH9z+6CquWLcK0XJqvj1vS8ZlWLeWEgBAQAkJACAiB4UHAGB7DlFFeZASku0JACAiBS46AJyUZ0UgMo1J8iIZjaAtHEVYmvG1uuEMAoiTQkQBoxnwwOkYBMQOkz1EGRUmUMww6phBKgU0pCgEoQ8EwSZFyuUjgAzqiHQiTMBiNkTioouhQCm2uZJw0RuB9YxTejIxATdRWWTB8PuOy5iL/Bj+8LQGwgFYf9MB3bR4WrduLDXekQX/Gz8KarQXIm+hDqCGAYMSHjNnF2LEyz1rBhnTcNiMT/tGA/hGGhhB84zOR/8hG7FjGb5PjWtIwa+12FOSmwxcJIsA+189F8bNFyPNxfh92Uzbsh4QB/b49xy8d1nv3+NiPnCw/Rz62pd1RjI0P5sFPSmHweB1w88PY/pNFJM0lVk1jIT7F87KRnhJEfaAewZR0ZM8rxt51s5DmuJrZyPmsfWBm4sYMK56WcUO8vsypt8X9vZNuRCYxrH2xDLt2lqPWa9W56at2Qav4ENoPkMMZ99iPBZv2QnM238OBvbuwq6IaobRszMqxV3Cecd1SUAgIASEgBITAkCcgHTwLBETcOwsQT1fFSy+9hJ/+9Kfg8HS+ki8EzgWBGAkC3e1ctCN1CgEh0DeB5o4QQsqD1oiXxDcP3C4TLoQQMQ1ESeSLkQgX8iqEou1IQhSKrlsFR97ru17OUbSLkVgYVV6EvGNQ70nDW0Ya/rcpFf/1bjK2vhbGv1U14pn9H+Hff3sSG1+wXyRH5YbL5rl+Foo2laJiv/W4Y1XVflQ8W4zFt8YlKo3Cc+1cFO+osB6NfLECWx7JQxpppzoTfuSv3IjSffut/KoqVOzeiKLZmbb4Z3nBk465T25Hhf2IZcVmEgzH23l9BSn5KKb69COZTycIZ+SfuczuT1UpFvMKL0qzthwU6TJbsGCCleJfuMXq28ocK4H3ExZgi/YrQmeqD5kLi1GqeexH6ZOzkH7DYpSyX2JZMw15D23A9gqbW8V2bHgokQk3AOSstPNfpDYcXtfb9VGdG2enWY60T5tSgI27nTFRuT7qJNduW8/xdnMAeh1rDy/g9iKLUxX1t0s2CW32j65sWejvzDkth85yRbd3FnO4JNblpFX1xjlxbu3YgOXTEvrQWa3EhMAwJSDDFgJCQAgIgb4IiLjXF5mzlF5cXIyvfe1rWLNmjQ6feuqps1SzVCMETk+gu6DHx04pjieakz6YMLH8cI4Phpn4Dl8CptuFkOHB+81RtBkjEGwJwSSBr9X00rGH8twIGiT0ed2IRsPQwl6ithcjCY8sFosSRM6IkfSnEIEbHSQHdhgj0aSScKjRwM7qBmz87XH8+yst2P5GEp57MxUvfDgGr7VdhsPtY3Do1BiqQzYhcIkSkGEJASEgBISAEBACQmCYERBx7xye8F//+tfYtm0b/uEf/kH/6/D999+PrVu34re//e05bFWqFgKdBJRSUErBIMHAMaWsNKUU5HN2CMRisbNTkdRyXgmc78aSQx2IeNyo+rAOtc0mXnqvHft+fxyH3o/g+deO4fmat/HSm0E8/8ZJHG1LIdHOBbdpQtH0MuCCoVxQoGMXADOMSKwdIeVGk0rBW+1e/PcHCt/9nwas+20Lnqv14cAH4/HqkRT84Y0oDr1aj8CxJoRCQHMrEDOpDtmEgBAQAkJACAgBISAEhIAQuCQIiLh3Dk/j0aNHde1z587V4Zw5c3T45pv8Zmkdld3QJ3BR9zAajSISiSAcDqOjo0OHHOc0zruoByedFwIXG4FYBEa4De5wM1zhFpys/xBjxo5B4OhbcMXCuHzsKDTVf4CPAu8g3N4K0+VGRygMr+GCGYtqUyqGiOFGg5GM9zxpqGpOxvbX2vDMb5rxnwfa8frxVBx6F3j7nTBqD0Xw/ltuqr8FbmMkxqWNQZi+D9xJIOEwfLHRk/4KASEgBISAEBACQkAICIFzTeCirV/EvXNw6lhE+Y//+A/9nj2ufvv27RzoVXwcmTRpEgdiQuAcEYhRvZY5q/VM09Sr93iFGYt6LO61tbWhtbUV7e3t4Dgbx8+nhUIhJFr3trlPAzEeR2/WW1mnjd7yEtMS/biPBBXML9E4jU0pxYGYEOiXQNSIIUWF8dnr0zFxjAe33ZyBK8ck48+zPoUbJl6BT1w2Cn/yqQmYeusf46rRSYiEO+BxexDtiMCIKn4LH9pNF5rMEXizPRXPvvIB/u13H+K/j8Xw0olkHKoz8cFJN1qaUtD4XjMaj7UifNJArEPB708CT1PTFUVHOAjT3dFvXyVTCAgBISAEhIAQ6I+A5AkBISAEhhYBY2h15+LqzTvvvIO/+7u/w2c/+1ncfffdqK6uxn/+539i1qxZ+N73voekpCTceuutWLt2LbKysvD0009j0aJFOu3iGul56q2lRwEcnqcmL7VmOoWnKAlR1qo9FvLYlFJwuVxg8ZlXj5aWluJf//Vf9bz88Y9/jHXr1g3aNmzYgDOx9evX63Icsjl1cDyxH3zc3Tj/hz/8IX7wgx/EjY853TE+Zuvuw2mOsW/3uvmY09mHr1sOmc1zzz2HQ4cOaSGU5wyLphw6QimHfCwmBPojEIlFoEiwS4l0wOeOIdUMY3RSlAS/VoxLcSEpGsK4EQpjkw14Yh1wkw/PrVjUjeZICo7HUvGOkYRnX+/A+ooAXq5PwzvBUTjeBHzU2ICYD2hsCeOjd9sRa4nAlxRDSmo7Pnn9CLiTgaQUIBqNwDRS4FKUAPkIASFwzglIA0JACAgBISAEhIAQOA8ERNw7Q8iBQAB/+7d/i5MnT+Kuu+5CMBjUwt0///M/081TFI888gh27dqlxZLVq1djyZIleOaZZ7B48eIzbHFoFWMRaWj16FLpTYwG0t0o6Qw2rgWslCpoUY+rOHbsGHbv3o0nnngcjz22ikTo75JAthZr1qzWc5XFrLNl60iAY7Pq+wF+uO4H+MG6tfjBD9fihz+k+A/WkvC9BqvXfF+H6zesI7HxR/jRjzZg3fofks9ash8kGKf9UPdzA4mKLJb/6Ec/0uIkH7Mw5xjnOcY+bHzMfmzs54h4Vv9+SO38kFj8gPqyVofsw8YiH/8QzpNPPok9e/aAr30WS1kkDYfDjHWIGZ/57jbEujhMuxMzonRFKijlRVsoDI9LkYgXggthGLEITMp1qTBAIp/bMBBqbyZSCoY3GY3KwO+OA5t+U4f9tUHUtY5E/XE3mo4rNJ3swAjfGHz0YQtOfNCMlpNt+MTEyxBVMTS0tONEQzMiEVDtMfr71Eb/8AS4vJCPEBACQkAICAEhIASEgBAQApcIAeMSGcd5H0ZlZSWamprw3e9+V/8K7uOPP6778IUvfEGLerNnz44LKrfddpsWAG+88UbtIzsh0DuBGCV3N0rq3AYQ4/KOWwxKAS7TRTf0MRw4cIBEvDX4l3/5Z+zdW4b6+nq4PSQrhDsQPq2FyWfgFiHRK9xB/mwcJ+sIh9ARsY3jtvFKIkUihMtlwpvkgdfrpT6bYAG5a7+oPqqHhTUW1RzTK5tiMe3PZdg4jS0SiVK/I+C+hEIdYGtvD1EYovSe4+YypmnC7XbDIHElGo2RbwfeeecdlJWV4bGix0j4+yFeeukl7ePxeLSfUgpD4xOjbvRllDWMN54XF3r4MZLXYND1qNwIwUA0FoXXYNEtQl2LwaB5FItG4KY5yDPK9HjRZqbgeBQoffkU/uu1k6hu9ODDtiR0dIxA/bshNAZakGKMRHNTGG2NJqKtbqhQDCc+OoWk1JEIt0UReKceLU0htDU3IznJDW+yomvxFLUpmxAQAkJACAgBISAEhIAQEAJDlMCgukW3FYPyF2ebAAsAHI1G6a6LIkrxrRhw9dVXa3GCki6pjW+ME40HFwqFwO8l45VMR48exWuvvRa3119/HY698cYb+pFGfqyRreaNQ+jVDlG6Y+TDvmxc3qmL23Di5yPs3h4f//73v4djBw8eRHdz8tjX6SOPoXd7HW+88ZptHH+D4oe62KHXiZ9tbwecx40AABAASURBVLxG+drI9zU2Kvva7/EG2eu/P2iFr/+e2FM6nQNu83e/ewnf++73UFDwCH7+85+j/kQ9PF4PCXtu8PxVhoJlMQp7M5BISD7KMpzmQ15QMQMKtlEcVBYKoAwy2kwFRWaYBkwyt8eNJBL2+FF27pvL5YKhlDaXQT6GCYND0wqVUuBP4pzsGQeUMqFgAorqM9wwTY9tdEzJht0HwzRgmCaUUppJOBxBJBJDjMQ9KgyDBBnTdOPd9wLYsWMHvvWtb+nHiv/v//4PR44cId50LmieM28+593PPc/jmpoaOMbHjnGZ7ubkJYbdfbgdx954g9unc07hoZpD6GF8PdlzKHE+dYnb/X/DDp26z0/4BjE8pO2137+OPu3ga3jNtt8f/H38Ovx9wjXJ8VdeeQV/+MMfcOrUKf1eSRaEea6zJc4TnOePGfXAICGa1De4XRG6HBTCEQNhErcjrjAiRgegSLgLRRGjOdsQGYOXmg0UPX8S/9XgxpsYiZZYEgnOKXjvA+Dd423wpqTwD+cidtKNWKsL4RaqpyWCd19vwKgkwJ1sIPJ+K+reDGBsShIJh8loIV0vEk6BfISAEBACQkAICIFLgYCMQQgIASEAGALhzAjwarzRo0fj4YcfBr+3rKCgQFe0ceNGfPWrX8Xzzz+vj3nHq/x++tOf6tU+fHwpGN8g840yr2D68Y9/jIceeghLly7V9vWvfx1snPaNb3xD53Gc7Zt0PBDjcn0Z1+PUz/FzadwHrp/D09k3v/lNsA/3jW2pzYNDfix7cLYUS5aQPbiEwgTjY7YlD1I6m5PHcdsefBAPLllCthQPku/SpV/HM89swpEjb5Io0GFPP2WHgw+UOl1ZhVhCtdqbE1jkI1NQ0A6URjE6UlrkUJwXs+NUnmI6j6IUgiymDSBBncQQHXIcMfT14Xkao1JOXfGQxqCUcwTbg0JOUwaUsvJAcUoFfziFV+qF2kNa0OXHfPm6X0rnedmyZfrc8/l35gHPGzaeC3zuH+TzYhuXcYx9uBwbx9m4DJvjwyEfJxr7JZqTt5TmDfuzfZ3OPdtDdE1+g65RbXQNcls97KFv4BtsCfmJ9Z+7+DfoO4LtIQrJqP2HejHdN+4f2UNs3yBfGtNDvRifD/5u5keuWSDlH1vh7yulFJ/KC2aK5rfVOM1hZ97SvDdIuAb9OY7BRFssilDSaAQiydj3NrD5f0+ipiUZjTEvQh0RuMNhhNqApqYQDCMV4Q4Flwkq2QEPVW5ESTSMhoG2Nnx45Dhu+sRIjL7cSyIfpZtRJHkNxEhQbD1lkLdsQkAIDCsCMlghIAR6ErhbAY59VAuICQOZAzIHen5TXBQp8n/3Z3iaxo8fT4LJM2CBb/PmzRg5ciQ2bdqElStXorm5Wd+kfulLX8I//MM/kAizRD8O+bWvfQ3f//73z7DFoVGMxRKnJ7wKid9fxuOvqqrSjy7y44u8iq+2thb8ow1HjhwhUemIXkXD8cOH/4DDfzi98aqb3ozrYEusm4/Pqf2B+k/9/gMb9b23fjlpTj+s/r2Jw4cPx1drMa+exvl/QA37JZq9yuvw4Rqqw7aawxRno2OOs1EZqw1OTzDOY6M+1751FKdONcM0XDAUqQAsMMT4LCrwf6D96Q0D/thVO9KFLsftKBIxVMwFxExqUafASjPomNI4HxxX5EPFuCLuK+VyAkuGisQ8yyKAilpGaVDsjN4/sRh43nY1qpGKUA4ooHz7WPvacc7RmdQf6gP7WkkxvbrvxIkTem6/8vLLeOXlV/Dqq6/qH9U5WH0Qzso9DnklGYeJxmmO8cpP/jEeNo4nmuPTa2ivGv29Dn9PgiOZs4LNXtV28PcH9eq2g5SuTfv2XG2a2OaFi1P/qd8Db5/9ex8Ln4v//d//1d/J/M5EXn3IAhrPgd4nyYVNNXjeRw1AedDmSsGRoML2quPY/WYIR9pHIYgktLaGMMJNwlxbEO0k3LndJnjFa2NDO0wqOmKEG2asDUasFaYZAtob0RioRaQxiOsyr0DKZR5ESQVsagKOf9CBY7Ufoa+PpAsBISAEhIAQEAJCQAgIASFwcRGgW4KLq8NDqbfXXHMN+EX9v/nNb/RN5A033IAZM2Zg69at+pG9ESNGgG8wecUOi1/8YxpbtmzBiy++OJSGMaC+KKWglAI/3sYFeCVMeXk5XnjhBZ2WmpoKwzDoptKk0DKXyw2XywO32wtP3DxwcxrnmS7yJzNMmN3M0MdUn2HARXE3+bpdLnioHIdsHrcb/Rq143FTe30Z5bvi5oZpuuFKNMMFFxu17SJzu9zwkL9Hj8UDfi+bx+MBm9vtgYvyDcOlxw8YmpdSBgxlWkZjMRyjdDPRYHb9j8qYZFxWUWiZAUVlVPzYhIKVZiSkG8qFJP5ZTBLLIqSBcX+TPMkwDTdAaSARQVHIhqgiXcyw0kl0Q69Gclo0qgUtXv0E66P3/NhqjPIsi5EPyKKIUFokFkUYMUTIdJvUrhlzkfjggoIbBgkZCi7yV+gIRbR40XyqFa0tIYQ7gBj1kS0aMcAWi1A/wgoxNqoL1FdFBhYASeejAjQWUN2JRuNTvZlBfi7bTIBigAFtxIT7a5mijoDqNajfJnmZ4PPiNk3wnHRR6HK5wKFJ89RUBgxuDwb5KnA8cf66ybeH8dxKMF0X10M1cPm48TGZyXnUBs8l06D22OjYVCYMmOxhGbExyBRxVJQC+iiDYgogdxi0ixvVYRoGTBqPoeewi+I0LuqvHp8O6fqgOe7qz+j6MWksgzUXlXNROcuoHX3cNTTj7Vr9Mg0ar+4rh44ZNA1oztHE57l66tQpvYr6V7/6FZpI1eI0DLGPgoIZoTER+5NtrXiv3YXt1Q0or/PiWFMMp0jUa2w6idSRNMYRNP99Cikjo/CNDiGmTqCtNYJXDtQjcgqYeMVIXHmFByPGGkBaEuCK4p0P3oOb4pelT0A7zY8PjgONDVG0NxuQjxAQAkJACAgBISAEhIAQEAKXBoFz/H/3lwakMxlFdnY2/uIv/kIX5R/X4IgT8uouPr4YjVe+sMDX0dGhVy3xzfJll10GFho4PRwmOScWA4tNoJtWxEDCDIk8dLMdojIh+0cNQh1hhPm9ZmyRGAk8XU2LRZEoYmwkFOnjaIxu3KOgHRkGaIr8ejfqJlXFdbKRG/WV9CiAmmDT+RTntCj1oyMURqi9Ax1kPA4+5jGEw1EaI9VBvjxeBYNGrsg4JFO26XSKc+ikOSHddKu42T7sl2iOrw6pfhJnlI6TP4egNPI3SPQItdN5oLhXi3oeynHBZXi0mcoNg42ENUXGIhlgoC9T1C83CStxc7vBwqY2En2c9LjoQ/kuMpONyhkk1Oj2Ym6oiAsq6iLGJp1bFmJMHQ+HYiRSdKDlVDtamtuJcwSxqAldTrlhkhBoJJjSIiHlU/+5f4rGr8UepaDoPDrGc7I3i9FcMhSVt01RqKgOg40EI1O5qE0XmCXHDZhwkbCb5E0GC1BcHjRBTMOgY8qjMboM6iexN9moPgPWfzwn2D9G87yrRYkBWTTBaLJx302D6nWZcBM/x1zE2kVpliDHdSu7BQMmtWcafI7p3JgeuG0zDTcsMyk0wSUU7dlAH76eozQOZhSmOc7zOcLXJBtds5G4RRGheX46C7P/APy61hNBhNo+vbEfW5S+LxItRsedRsMicTsJJoll/E5QDt9++23yieo0zh9aphAlEfZEdAQONo3CTyoCeK2uA01hAydb29Dc3IpQUzs+OFKHd98IovkjH4xoCny+ZKSNdyE51UCUztfrrwZwtPoY0nzjcPUnr0JGznX41LQMTPzTNIz8I8AzGggZHUgaEcFVE7y44aY0yEcICAEhIASEgBAQAmeXgNQmBITAhSJgXKiGh0O7GRkZepg7duzQ4bZt23Q4adIkHV6MOxYYWNgLk4jH/eebf14dw3GPxwMW+9rb29AeCoF/oZT9ItGITmeBg4WEKAkYMRI02Ncy64a9y8095evVX4khCQcdJAqysBZqb9ePpvHjaZ3GaSFKt4182tra0Eb96cvayUdbm1223S7bZoVtHFJaKBQmASIC3Xfdf9KkYgqRcIzGGQXnt2vRL6zjHR0RdNANdwdx6gh3UJyN0jqi6CAL92VUJtyf0fitX5ANkzjK1kHtc91sYWonTO13aOM2ohGF5lPEoLUDHSSgRTqAqLYYwu1REtHYwhT2bTyuNmIQN2LCXBxrp2O2NmLYRqxbyVrIWomt5RNGe3sEobYYtQmE24BIu2WxEBAjESNMYXtLBK3NHQi1RsHH0Q6D+mpZpEMhQsds4ZCBMJXvaIuioy1CvlHKo7qJaQfxYRG5neYfG88vnn/djX1aWlrhGAu1HSQ8t/M5pLG2k7XxeFrboUOKt5DIcirYrI/DNBfDdG5D5KeN2tPzkuroHnKftNF57ehhYX3OOqguNr5muG/tzI6EHV4h61g7zWVOd64/vvYiWhSLgedUO/Wd+9qqy7WBw/Z4/zrIJ0xzJgKrDIdsUURJdNRG11qURM+oDhPSu+RTupN/gUOwSKlIpuxmBgmjLFrydxULexznkDny2HCBPzHqNxtI9VWxGGnEJkLuVLwUAP7tf97H4faxGHHlZRg3xoeRI0dj1IgxGJtyOca4Loe7ZTTaP0rG4YONeLv2A4wamYTrMkbCQwIfXQSoC9ThlYMHUd/egGs+48aknLG47IZURJLCMJKj8I1x44qrTIwhXS9lROsFJjEUmw+gZF4WCjtfmTsUOyl9EgKXBgEZhRAQAkJACAgBIXBWCYi4d1Zxdq0sJycHvFqP3/mUlZUFfgH/3/7t3+LWW2/t6ngRHfGNMxvfMPMqp6SkZJimSwsGLGAEm4I4fvwjsuN4/4P3tfGv6b733ntItHcD7+FdSmM79t67FLftXQodO0ZxsmNk79oWeC+AD97/AB98eBwfavuIwk6z2v6I2u+0jz78CI4dpzibdVxH6WyUf5xC245/VAe2jz6qR11dPThkO075xz+so/bqqH1q84PjFP8I3OZHdXXal/211dejvu4ETtQ1kDXaRvH6kzhBVl93kvIbLKun8AQds+n0k1TXScojY182qusj6pfTTj2naTuB+vqeduJEA06eaETdRyfQ3hpGW0uYhLMQWk6FSOxrR3OQ4+103IpTwRYEG5vR3ERiV6NlrcE2tAVJ2CLjePBkEKcagmgmv6b6JgRPnrKsgcKmFjRRegPlNzSeQiNZU1MzpZ1Cc7AVraeonuYIhR2IkDDX3hxG+6kI2knIa6b6m5va0ELt6fYpDJEQGWrpoPwQ2rgsWQv5tZzqoP5a1tYcpXygrRloP6XQ0hhFS1MMTQ1h6mOE+tqBU40hNJ4IUj+DOEX9bG5oxinqd9MJ6v+JU+TXTmUjYLExTMIj96lNt9FOjFrR0txG4l+nsVjW0tKGIPW3qaGNxtmGpkbHWih+Ck3MgsYebDqFIAmBTRQ2EY/GxiAwnVvTAAAQAElEQVQaG5rQcJKtkcLe7eTJRu3H/lbZINXLZU+hgfnSeeBzW0/nvo7mSh3NCzaeU1y3Zk/tNZE1Njbpdk42NFrhyQacJDvB84zKcz18zNZg962RfLmfljVafaG8Rp3eSMeNVFdDr9bo+DQ2opGtoQGNlNZwGmOfRu3bQP4NvdbdQP1uJGuguqy6G2GFTWik/jVwOtXBj96yoMkCJn9H8erSlpYW/Q3LcaWUjl+oXUxFEVUmovAgEm6BKxaBaaTit8eB/3ihHh8E01B3PAlvHQY+eIfm8vtAuAmItCuQxgrSuEF6PT79yVEwW0wcefVDEsPbkPmZcUi/dQyy787A1K/dgKwvjIaZCoRIrI1EPXCFXYicMtBcH0NjPVD3fhvee6vtQmEYVLtn27lyRRb477FjiUJeYPMy7MkvRdHtA2+1csV8lBwbuH9Xz2EmJj5fiKx5JSAduysGORICQkAICAEhIASEgBD42ARE3PvYCPuv4JFHHtG/psu/lvnMM8/g7//+7/svcBHkxm+S6UZZwdArfxBTiMWAcCSKcDiC1pZWtLWSQETW3kYiSjtZqB2hjhBC4Q69iohXKrGFIxF0RMKIUBiNRqCN6omQhcki/Jgf3dlG+EaVQ07TFqMyZLx6jo1Xy4XCCLG1dyBE1pFgfMyrqniFFsfD5BcORRCmcmz8OGKY+q6tI4YI1UndohDaYlEDbFEOI6B+xjqtS7+i5B/V9UbpTpxXpsUiJlVCl5vzPreYiRgZYlynIoagMtSmrodCajvM1sH1hMEsmC8LFhwPh8PEmY3ymY9tzCtEY4hQWa4b1FcDHjpLHvBqt3YW+khUayNrb4ugo922NqqL8jo4jSzSHkM0RGMkQwegwtS/9iiJDBG0t1EipUXp2IQbisZB3SFnk9px07hBohvxp3p47Aib5OMh88LDikPEQ5VxOQ9ilAdiY0RdMGNuGFSXEXNRuoKidFfMQy14KU5pdAzyU1E3+SbBRAr5j4ARTQU6khFla0+iulOoL5yXTGU9JKBQ3cQBNIYYnddYKAqEDUpPpnqpDyEXQqeiCLXEEG4FIjQ2morEHIjR+eJzHqP5HaFzE+4Iw5oTbkSoXEfIpPmmyGJkEZpzlnXQnOrguUXngaYqzROlLV6fUy/1S9efEEZpzsSN/KL8zkE7jFBehOYen1+2MJ13yyI0H6LUtxh0PvWV+xuNxqhdoPPaiZGfZbzaz7KIdT3S2LjPXS2MDrpOHAtTPExjcyxCc03HKZ19IlQHW5QmRJQGHqH+xcii5Mfp4VAHOi1Mcaf+DmrHsjB9R/RmvGKRja9hy8Jop/pYzGtra0MbfcdwOo/ZpH9w6KC+hKkfvIKPrxsMgU+b6aFeGHBFo4i4k9CQmoaXSKB+rqoRx2kudbgNdMRCaGoO4YO6ZhKZozhRFyOL4vhHYZxs7MCp1ma8f7IeEzJGYvItl2PcNUm4/Frgj6eMRNo1KVDJURL1AEMBYVIDW065cOJD4MNjUbz7ZhhvH+7AsSMm3q9NxrD7kLi0BGvA78B1LFHI8y/cgi0L/ecRix8LtlYNSkw8j507+03dXoSqrQtwPgmf/UFIjUJACAgBISAEhIAQGJoEjKHZrXPRqwtX52c+8xncdddduPHGGy9cJ85By0rR3aNTb0KUk2Lo+h+nJVqX3BgdkfFNOd3zajGCwxgJKgoGlDIACmELYREWOEikCWvhK0JiRQQsMrCYQXqCLh9jXyjqBeJGlegtRiIkRziglimqLKP2oI3bozSqA1RH3HSeIpFKAZSu6Lhf032226cB6fGRwBShfrOFSSTpINEjTMZ9UkpB6bFyCP1hUYKND0zDBK+aVHTAdVnpfMRmUCqHZNQvOrA3pfl4PSR6UTq/d49/XMPr9sJtuqk+F9wuF5K8dOz2wG2boUwAVJc2A0q54CExIjkplQS6JF2O+9xKQl8zCbgxEqdcZhIUiW9JxgikesYgxRwDI5KihTcjmkrlR5PY4AZiyXCRj0uNgEulQtExYuTHYTRZ5yOaBCAJyrBNecnPBRU1oUgAVHRuLKM+kvBlGm4S96JQxJwFqBiJahzyHAmR8NTWTqISiUygcqbhgdvlhWm4qD9htLS1ooPOBYgPlwfV0sMoj/OtdOIBA4ZhkrlgKLcV0rFSJhQZFPULBo3FBAuscaO+Q5sLIBGz09x07OlhKkbj1uKsG6bphZsYe9wpSPKmIilpBPh8JCelwOtNAovupu4DtUttK2VAKRMGhQD1wzYFA4rStFEcxKTTFOIfPWaD+mQbOM+AsstyvYrq5GNQGkD5XAb8oThvSkEZZEpRIhsFeqM4+7Lp47O7U0pBKaUrVUrpuFJKH1/IXVi5iSeYOlrcY1EZ6EDJSx/iDyejCNM1GPOEMHKsC2aSiXa6poLNzfjoo5P4qK4JdWQnTzbBneTGNZ9KQ+qVMXjGtcAYCZxSHWh3tcJ08+gMmtcA6X/4MNCOd99uwjtHG/D+u0Ec/6ANH77bhvoPIgh+pNhZzCYQ2Dy/c0Xfiko7NTGwVtn1tuIv0UvHj5WgcDNZVpZdZyGsGitRSHU7qwd51WDnyj/OKwE/Fmy1QWWonvlOHQkr3nrtK/kWbq60y8+3VhOSmGnVxf2g+nTnuu0SfZw2dF2J/bfr61YUiWWzOuuvXFGIkgSe8zfba/Wo3vk0fq4msJl9Cm0+Wehc0UccnDFTmFi2x/i4IjEhIASEgBAQAn0SkAwhMLwIGMNruDLas0ug8+ZQQSVUzXHHeIo58cGGXNYyRYKIIiHBUC6YbIYbLpdHm0l3tC7TA9Ow8gyYUPwfCwdsSPiwopdwCJ2v4ISKy9kGO3TS+NgxReUUiSL9m1XSoHpYCDGVCe6jS/fXBReJai6TQjLOZ2+wYqYNMJQiHypDfqAPr3rklUucbZomWFyiZChlQikDiozTrDw65kwaL6+gchMrRBUQpUQOqf+cjmiM2jGoHbdlxJFZcj2AAbYYjTMcBlgga25u06sMWTDzelPgdScjxeOjMAXRdnIP0XhImEuCj6S50fBER8GrRiLJJHOPQoxX7UU9iIRMRMk32uG20ux0FrOMqBeKfKIRFzpCQKg9Bl5NBxb24IYiUYzFRF4FF42CkCmYNB847qLQpPnh5nEYHsozKM+LJE8qPNRXlysJXuq3QT5tJEyC5oqX0pKSksHCpulyw1CmNj63oLEr8H8G7dlcFJpQygBgQJFpfwoV1aUoNJQLJok4puEGm0GhZS4oymMDTOo4m4v6aCJGQg5oXN0tRmN2VvFF4oJ2lLhEyMJxYxGTeQBWn0DnPUYieDQS0+dL5+nzboB9eFzayF8f61BRHhmV5fIAxXU6l6E4zRmee1adMWs1YDRK9Uep/1xIQSkDPP+UImGdzk2U8iOkuEejnA/6qASjqN44TUfsHR8PxGx3HTj++kDvOEVHhtAuJRwCkUHQlYz97wNbyutx6N1xCEZHoi0CmtthxNpPwa0iSBvrw5jRyRgxwgOTeKK1leYwcOWVHrBOHaVrxDRGg04xTDfPIw945SJ/XTDv4KlTaG1pIaGvFd6UVqRdEcbET5q4ISsV199i4pOfcc4Jhs/n9iKswRISlOZb4pczchKpZh5ZHF/Rxz4svDnZHFaumIlD91XZPmuAhwphCXac29Nq1x7C9Crb/ylgiS1qYfcS7JlqpSeuGtQ17N4DPGHllT5YiyUPA0/adayZtAflx8irn77Wrl1vl9+CBSjB/Kcno9QuX7VzMtY7faBq9MZiW4JPaf4eLLOFuK79T8fqH3cbbbeyXesvwx48abMqxfSyZV1568ZrsfrIdNunCmsmrcZ6/a7DHBQ5fa7isuvjnLuMb4KuRHZC4OwQkFqEgBAQAkJACFwCBIxLYAwyhPNIgFeLsRmGARafYrD+U0pBKTKQcUg3+UqZUCDjUB8bUAkhoEjgoFvdKAVkzrFiHy5HxgKEImHPoLgBF3RIAolBZio3pZKYRCGnm5RmUFnTMMChIjFCwQBA7fRmJNzoPCdkX4rrclxWm0E33GyKQvKm+2FFZpLvQMzgOkhU4RBUDvaHGcYiURK2yKKWsdCmKJ+5GtRfjoPVFDaldIphmFA0RkXtg8yKKyhK03mUZhBvg465n1wn1xGLRJCakgKum4+j4YgeD6fzY5L8YwPtbR1wjNyhiC6bQVw9JIy5zWQq74Gb4qbhRag9CpfphYeECpMflSVRLln54I2lkkDhQooai1Ge8bjMdxVS3SPhhgcu5YEiX0Tc+pFYk4RAj5EKj5kCr0HGoSsFSe4UeIwk6oEXLg6VFwaZolqgXIgpN6JkSnlgGB4akgHuh0H5LvJ3GR6YhhvJXh887lSKJyFG7UYjBo0xSiII991DeUnwepLBK/cipJhESSmJRoBoGADNBWqEzhFF6Rwi6oLSc5HODp9XMvC81aagyEfZZUCiHMfZQOlsHDdpRAZcYA7cP5PGYlCdIHFPRRQMKtdpBh0rmFSnST4mh6C0uCkYio7ZYEBRfyyjNLgoxSSjPnOb1I5iozjiZgDkoZSCUmwGhWwmhSblKbLEjY/ZDEoko/YoAnKGMugYoKiBGPUzSmNhQVHBgKFMcAgYUNRXy5Quo6icdUw+8bxEv77jSLieoD9K73mnlALXzXE2Q7ejOHpBzYyFoajjPGVqAs1o7OhAxAjDME14aH6nxpIwgkS7FPJKMiIYkRrF5eNTcVlaKkaMTcaoUSZYvKMiUB0K6DAQbg2BHzVXNHcUs6fK3S6FseQ/8RNjcMONl+PTN1yJT16XhgnXpOCKKw34/W6yJAzHT85KFs+eBB7OIpGvECxZBY7WgkU3Z5Xbkt1A7VF7tZmGFEDtEaDsIS7DtgRlqEXtMZ3Z+27GdOQ4ObdPRz4Jd9wWrluKxX290++66cibYBXyT0xHRn4eOh9hrcEh6magv77OWIwFdnnUHgISy09IR7rTB6sJGuQh1BxejZlZPKYszFxbg5oj1AjnJ/Y/fTIyOC3R+q0/A9NznZ77kZcP7KlI5GlVlD81x4rQPn2S00IAnasXZ2L1Ycp0tsTxOWkSCgEhIASEgBAQAkJACGgCht7LTgicAQFlKF1K0Y2otfFtK91xsxilc3ineEfGYXejZL3Z6VosoLgTUqUKPEUpjeKg9BiZy3SDV6KZBgkYjthl37wr8nMMimMA79k4Bk5jA6UoSqE49IcOdNj3jj3iRsM0BmSKRqBIeIEOuYyictq4D4DOs44pTmlaiCC2LABGI53CH6ebNF4OYX9iVFeUduynjYTCKBkoHYrYURghpa69vR1KKVKpANMw4PF4iKHFUfMkpoZdt0H5MRIIeMUVWzgcA4s1IIGJTcENlysJV1xxNUb6xsJLQpyXBDS3kawFOyPsRaoxCsnGCIxIGoUUr4/a9KD5VCuJaixuGFTeS/0xkZycCpfhJpHNq+OGonOqTHQPFaUpal+B891wmR54XF543F6qywPTcGFcBxWfrQAAEABJREFU2mUYPYr64/HCTelu6iNIyFJkMSrLccPwUF4KvEkj4CKRMgYDoY4IOohzB3Hix6R5zMyS+RNagOacIuPjaDRGLGIkYBFYKLBwZWhuLhiGm/sBQ7mojIEoiXrMkfmyGQb7mORjwu1xIykpSYeGaVCaglIx8BXUaaBjNs6jUIE+emeHFKd+cf9AnkoZUGwwYFBbpumGyX0iEZT7qZQJgHy0KSg7BMVw2o8iD8uUUlCqq1EmjTkGnmsREo6ZFTnRpkA72pQ2OgCgAG3o9nHSBxJ2Laq61cfHSqm4k0FzWqnO43jG+Y6oCPU0SuSBMSOTMGJkDJ6UVrhcUXioj8nwIpnmeApidP2EkOwJw+MK0bx2kb8Lo0aadByDCneQRQFibZKvxzTJF3CT8ucyQNcSMJqEQN9IgKYB6PJHYyNQ9yHw9lthvH0EeIcMw/bjB7/rjlfHrbdXquU/xaJfp/V8914+1sRXlLHflk4hDef3c/q+Drw/GQ+WxlfP6fcQruwU3AZey9nz7LpCshRLrzt7dUtNQkAICIGzQ+AlFE6fg6wEm7/jOCq/Owccnp02+qnlxTXIeuA59Pwnk77KHEfJAwUoGXiBrhVxe999qWvaYI8Cz2H+gPvcnW/Xvgd2FHSy794v7iudlz7PA/eD8jv59d8WHH8uQ9ZZLzOlOdC9/cFyEf9zTqCV/yf4nLcydBqg24Ch05nh05OLd6RKKd15pRSUIqMjCnScolr0iHFEm7L2lEC6RaeIlXCsHfTO8tVRcFxZe6pc6Vth2B8FFl5YQOCQxZYYKyhUp+WgSGQgozKKTZdXVBdZYtxKsfegsNPAH6pPcWgbxxV5KTrWY6HQ2fjYIP+epqwxkyPFrLjjR2l88SkKla5XUb9BPjFEw1HESEQylAHTdME0TDKD8kCCEeVHKZ/q4XYVlTVoXKBPjJQo5sEGHjtZjPLDsQjd3IfAAkc4HNY/QhAmMYt9eMVamNoLd8SoDRMmiQSWUbvcNikDLpebRIMkuMxO85Cg5/GkIjVlNPUrSZsvdRyJeWMwMnkcLhtzFcaOSiMhwovWlnaESUDjepO8SXB7PPB4vdRjAyzumaYbXk8SkpNSwcdJFLIlkwCn0+g4JcmHlOQRSKY4m4oZNLJOM6mvaWnjMGbMWLjdXnioPi8Zh247TE2h8lSH25NMLLygEaODhMt26pubhD6XOwkutwcmjZdDwzDB5wDKIF8FRSGfC8M0oChOiaDTBOYdY5ENBo3JhMv0wOtNRhKZl8brIbHRQ+P1Uj8MqlMpgDbyM0ng88LlMmGYCopOqKJJxPmgymOIQn8oXR/H+CgGRYFl1h7UtuJUDomLoag+mDCVC4ZBRseKDQaUMqi0AaXjClAKnf+h24faUpQU41CBXGEYihKsjY+tWNe9Ugout5vOg5v8ja6ZiNGxYxTljern4IyN2nPK8nWj49RNpWhHB0qpXvqBC/Mh5a0j0gavEcKUiSYyrhwBN4m8XhLxYkYbTiGIFtUCuDuQ7FVIMj10TbkxMjWK1KQw3NEIVBjoMDpgcNpYE76xXtDlAZcX8HhjxB6gyxzhEHDiI+Ddt9vx5uF2vP2HCN58rQ3v1cTw3qEojv2+A/IB0if64Z+YjrKnS9D3fY8f6ZPK4AiBA+KWuEru+T0oS1wJN6AKenfyn7avdrn0yUBZeeeYjtWitnsf2Gdt52OvdsmBBVy2z/prElbqBVBehoSVfAOrXnsdK8eexJV7OlF2QkAICIGhQOA2rNmzHVW2bZk9Hjnf3A4Oz3nvbl2CqnVfTFjZfc5bPM8NfAbTPwfkf5v4PrMQGajF6scsMZOFvZnP1CLjnnUW+29+prNvLMR9+zedx91jLPzdsxk1XdL7bgsg4Y/9P7EQpXSeS++5DdOnjLdKB17Enreoj59NaN/K6WcvWeebwLsfHEfxv25BQ9Op8930BWvPuGAtS8MXPQG6ZwYLEIpu+DlOCk/CmOjGmsQGQMGg0IwBPYwEBpfhgttkM2EYBpRSYCHDVAY8ygM3KI+ECVfcDMQiYbIOEsFCiIU7yOiYQpBgxfUpqlfrfdRmTK+eonqjBgyKm2zcH/IxtSm4YibdNLMZFLdN5xngfrCxYBKLUs/YqHyMjeqMsZGgEk0ww/TAMjcMGh+XZVNKQTOyxZpolPpON+tRMgUDisaKmAum4aF2LTOobzF+xJFMUdxFPi5NxYVYhG7kQeUiQBLd2XvZqGwqiW4e0wuvJwkxYpDsSkaU2IRCIYzwjYQ3KYWEF6qfRDX+YQZDucGr/5ShwH0JdYTQFm5DiNQBXsXG41bKpLoMjBqZBpdKRopnNBrr2vBRIAwzcjlxG49U71UYf9m1uNz/CaSOTkNjWxsaW5vRHGqBK8UN5TFgeg24k00k+zxIHZWCpNRkshFweVMRhQdQqfB602C6xgIYiUhHCol6VyAc8cI0k0mkjFAfoY1FxxiYqUJScjKOvv02Au+/j7ZQGMFTzeCVeG6PByw0xag2vUKvg04gTKrLrTmMSbsMV/gnYOy4y5BCbFwkxpkuYkv+vIovFI7wtCKLIRyNIkLphumC2+OFl9pkX66f+2IaJvXdC4/HjTCpKzECF6MTwNzb29rBISiNekzCSwitzc00vjDcVC5C7ShlQCkTpstNffbAoLhS7G0AMKA4H4rOe4dtYXgozWu4KPTAaySRGJSiQ6/hhovKuMnfTT4uPqL5Y9B81UbzlUMzatJ16dJmgOJkBvkb1C5PU9OOe2yxzjRNRGMRxBAlBm6MSE2lIUXREQ0hOSUFJrHzkljF4yEnza2Drk0XpYcirTAMA0opmIYBXmXWQdcA6MP5Xo+H5mkEHOc8EDs2pZQuo1S30FAwOA3Q+Vx3jMqYhom+PpzfV975SDfpu8s0wjDQgsvQgZv8YzDGFYJyx4ARbpijksmSEE020OGKIOwJI5bSQZdFB0Ze4SVLhneUwvgrUzA2zQ3SquFyA8qI0nmJItSu0HIKCDYCH7wXxnvvBBE41oK6D6I4fqwNDYE2NL19Em3vnUTsoyCG26fLD1FkZWHmkcXWL9XeXgR+35zzeGpW1vwe74jLWcnvf5sJ59Hdzh+A6IPiDGAPtaH9HwLWrMzpw3GQyQPoq65xwgJsue9Q/JHbrDsOYXH3PrDPU8ASp58Udn/XoK6rtx2X7bP+DKQfWWazmok9+U8OeJVjzleXotZ5/PlhYDpx7K15SRMClywBGdhFS4CFp8IXufskCn33OZQ8MCe+wsxKpzwWmKY76QXx1XSV312Dkj5WpHG98VWCvFKMRSwOqTr0UV+XFWcP/AcOsa9tXerrYzUdr0J02ix8wS6oAxpbj/4nps2Jr15MbGf+VlLCdHneHe+dDWfZxkJp0a104P8iFpPQh7feQi1ewnpb2Ospoh5HyWObgc/dhgwq1nOj/M2/IVHwH7H0E11ze28LCOz4GcqQjqWPWkKqf/YSLLDfOBHY/wJqSPRbTH3UrLqcbz6viUzWQL+Wg5rVvnF+TnqiL88NJ50KyPaxCFx9xXjk/ektWLN5G5ro3vBjVXaRFDYukn5KN4cgAaWU7pUVxMChvnmOUTKJX7SnzfahNBYLEo0nHx8D7KPgYtHE7YKbzDQMO9XJ5TBGab0Z50F/YlHKV4YWD0wSKkwSNVxkBt1OKyqtjYQN5RxTPw02yjO6GOioq0F/lN4bykVtWGYYLsSNxgAY5OOYorhjgBMzCJbbdMOxhBxEwjESh6LgVXUcV9S/uFENyjavOwleEpkUtcdmKhMu7gsdmxwqF1JTfGQjMGrkaKo3gtbWdpimG4bhhiJzmV7wCrkU7wiQdgWiB5fpgcfwEj0Pxd3aN0x9GpE6kupQcLtTEO5QVG4UfKnjqO4rkDb2KowceRkJggofnWjA+3UfIayigBsw+Zc/I+0IkQDUHmlDW0cL6ho+QjulHT/xETpILGoJtdNxFFHqd4zaj1DrpicFLm8qTHcyDFcS2kJRuL3JUJRvur1wkSkSmzzJSXj/+Ifg0PR4kJw6AtRp/Su49SdOoKW1FVBK+7tJ8HS7vPB6U2gcXrS0tOOjj+pxnKy5uQVazISi4iZYMEwd4UNKygikpKZiBMXHjk2DNykZhmmS7hSDYSh4vF4yD1wkYCllaEGLBTLSmaAU12XAJH/2BX8og+OUhY4QCTdUJiWJxml6ECPxOURpoHPuob66SLnhsgoGOI3ngYvilpngVZ6RcBRsIAHYsOe6QT7WvAYUwEcwFZcy6Jgs8RqgFMVGaeSq9WdQHxUfkJkmCeo0OTo6OmhehknAvQyjR49EO4m3wVOn9NiS3Sy8tkMppdNTUlMQjdH5ov6PHDESUSo/MmU0TMOk+ZgMk1i1k9icTHPYRcIhtxei+t0Uj0Qi4DyO6zzqw+k2k/i6qS2u10V1d/dXSum+dU8/38cGIjDZYh3wRcP41BUK45NdaKHropUEug4PnbmRHnjHJmPEFalIvTIJI/1ejJrgxZhrUjF2ohepl0OLeqYbNCYgQv84ECKWLS0hNJ4M42RdFHUfkvD+YStO1neg8UQYLU1Aa30bwo3tMFpozjUEgfoTGG4f/8ItfT6C2jVvSy9ilPUor350lR/P3bpAr5rIWdmbL5OdnvDDEEWwpL0cFNnl2IOts3y3PBLxEh8N5ncFOj/AwX2N96PKbp/Ftu7iHdXR6ef0gVtNsC4+VZbY2b2u7sdO8S5lu9Y/+audrOPjSKiHx+CMh6uLH7MP82UjVgtW2vVyevfxcUExISAEhMBQJPCrF4BHt1ury55ZiNrN1soz8Kq7PU76Z7Fn60t273+DPfim5b9nHZbW/swS/ki8m3n0b+x0Kpe4Uo1L9lofCVmPvYDpz5A/t/XoJ1DraGvd61v4FpbtOM41dRr5LME/xtucDmc1HNX7wM8w2an3Ger/Y8/hZRLBap2VdNSeFt5IgFxW8Vm94o1XNz458T04K+Yqv/sADi20+7bnH4Fvr4EjfnV2wo5RPet/BRLlvoycwHvgt8KmH/2PuGjqPCYb2PFdrMZCPDmvm3IH5zMeC9Ztx5bZVzsJPcPEtogBrxAEtbj6HhbcWLBzirxkiYy5t+r/D9Cpv9qMPbnrUEXnOkOX+Rca13aU3pNO2b/BemZMdS75FYmFmh+d40/8BktIpI2LiHb6mm/TWKmUbGeHwGezb0TerbeQwLd9WAh8xtnBJrUMRwJKKT1spRTdZCodB2J0nx6144MLYiQGRElUYKNauKaepiiHmiLtAz2MyvKNLnVAiwiGSTfKtoEEFLB4wYaECjg+uG5qb8MwYZiunqZclE/163r7DmPU+SgJkWw0bLsMBbQppWDYphTXgV4/URJMSAehPEXiCUh4iZLoFiGLor09rMOkpBScOtVC+TES30YhJSVV+wMGhWTKhEF9dptJSE0egREk4I0gMSYl2UcizEiyUfD5xmD0qDQSr5KpHgNJJESNoLQYTESp86GONhphIA0AABAASURBVARPNaKh6SRa2pvREmpBa6gVp1qDaKW8DlBfyFxeaovEiyiJGO4kF+W1gvPaSPRrajuF1mg7HXfgRNMJtJHw10IioCJhsInqUW5qy1AkBAKtJH6FiF2M+PPKuhYSBl1JXriSvWhub6P8diSlppKNgIvEzxgMtLaFwb/0y+/9c6y9PQKvJxljR6dh3Jhx8NG4k7zJ0JacTHlemCb1mdo1DAP8aWxshFIKV111FcaPH48k8msj8bCNRFNe6dfa2oYWEglb2lvRRuIXGwsvHR0h8Aq2SCQMNqUU8XRRXXTeOiIwDDe1lwIP9cdDQhmdWjp/5MvjjNLZMkzy5T4o7WsabrAZcENpc1FoQl8U+P/ZexNAu6663v+7hj2d+c7JzdS0aRumMhgeQqUIorYoWARUoOIfkSfWJ/CQCmofIK/v+bDgA4fKEwGFgvNAVVIRihaLolFAphbSJmnm5I7nnnGP/+9vn3tuTtKbUqA0HfbJ+Z219lq/9Vu/9Vtr32R9sva5Az2wJF/zklKUUpBx6NXxSKqUwnovpVjOd5JEMEYjI5BSNJshxYUX7cDTnvZUGKsZKw8C0zwCzg0bNlDXwGXeJWTdMLMBSinEXKTVWg2VahWW4D5mDIzWEB0pcwn0JiYnCYlrEKAn61rqsoy9si2+zkspxVs+o6TIGLiU7UabKKVyP0bLzlU+KlU5JQFM5CBiHOaXgcMnFBLjQrksY4zbXA/dBOhx3lMnRepxbB5gSkDqAOTqBOFAP8rQ66cg1+PaTrG8FKK10suBdRjG0Lyvfa6nWqWKLF7hfEVA2GI+RML1ilCdqzCcs37zU3S7Br884tuZHw7w29nHg9X2cOySfjt9FPuFFBEoIlBE4NxFgGBm7QTWKPhZ9ej8p+NZq6e8MLsJgnjyGgKklw7bySOfeaF8bD/1yCemsX21wZGDh3H5vT36ua69Q7gdo/0/BVesMq972NvCik9+BqNfS3GmzqVP/y5xkEK7d+3DAHYReIn/d92Fzgt/DNvf+7M49T12VD1ImjgCv2af9nQMTtSdwD4SupvfwvZ5HH4VN+Mw9o06wOb5I7FSL30welfI47C0KYDw5n3n59DwXd8D3PHet+PGz/01rnkvMDxhlzf/hj5WT86N9kVoKvaB71p9/PrXMDy1h898ij6Pzpd09l24+oXTwOxqrFdP9Z0aN3Dbp/6JisP4/SzeeZdcHga2bJLMIK5vP4RLn0I7LCne918EBPB995OfmAO+Vqd7/xl+EFriVuJB6FXh0rc/At9iD5qbczEhG3BJRYZlsrkmP4CGyoVkANxfQ+rNKiyRa9HLwJdsxikJN+YJN/O5pAQbKkGyKjFW/2QxN8egcEPPTlLuT0dF+hKbYlsrjaEYbWC0zUVrB5r5oShoADREUUpBqVOCkZf4P5SMcC5jxyJI2V6goQhtZXlqaMeuI1IuwjbURS4cS5ZBYimilKJ/OhelWMdBsTb/TNMMQ0mSDBkBAIOB3A590hyb43hwrU9QV+ffF1sxRniV0dduJ0Qcp8hW/dOw0AR0yAzANEk0eqQKvU4M8jLCJfqYuQh7GcFBFyvNHrLUornczdM0sVCMa5xFaBPOyYk85ShoSmYyyCOX5AuEbV3m2Tf1+nEPxjWQ1PoWhsAvsxkkrwn+FCUEIQRthCom4Ohjmba7hH2x1vCrVTgElLFSmCNoS4xFQt+N6xMwdiEn+4zjE0FZxs+j+LC2RAhVIdisIwhWxavCt4QsmQWXGuTkG5cW2JBjy1iWcPxRLlEUod8Lc1FQSAS+EOAtLy0zHyPwffgUS198b5AvByUI8JL1IqDKcRw4BFtyDb5knkFboO8p50YkIazR+ZxYONal3xYe51JOpGmO12gNrQzFgVIUOByfC6NFPJZZABqQ+c3M6deskbdSGpqitIJSGkopKb6HZFm+sEAVrrsECYOkVEb9FGNjdUxMjNNHh+UJtmzdih/9sR/D0576VDz96U/H9z77+3D591+O76fI9Y4LduD7vvd78b0UKf/O73wqtp23DePjYyx/Np74pCfi2c9+Np77vOfhUY9+dB5L+RmQ8p4ARTy8pygo0H9+Si7jvZDECdd3gpQ/Q6RMKUApfgB5qpTKU6y+lFKruQcuiQjd+lxzC6qOWw5V8Ps3H8GdB07yHouQxjEM72HPGnicShHN8Q8E4EJfk5i3SETKF4aaME8h6ntAWkGWluGYAL5bQbUcoJaLj8funMaO8zfg4sddgC07pmHGMiR2nkYfWe9Tp9jkF2J8+2QY1QeqvwdTP8OxS/rt9EvsF1JEoIhAEYFzF4Eh9JETaCPg514dIkR6xV24ere0oeSnvO61wdepvL/tfZ3upJrQ6qah/3n6GlyKJ+E6yf8ycA2B3PA0naivL6OxYxx2rxe/VZu0+67vESBGgOqdnwPCy1/2XAg3HUDHffjsLZ/CHRAdAsMc0An0+1l8fT+G3q3T1+534TWfkPp/wms4plFwmUO6UXgramfK9k25j2cWA2eMXb47kSBRTjfmMPETv4pdV7wLZz3JeE+D31hJoc19tOxxHr6B0A/foRUj+3ZEIONmU+wqdWpjPFqmoKBZJ+ma8BpSrlmimOO1UoolCqC9DEwoo+8UGfey8bqSKsIXNiUTAffCwmNykTxoN7eZphA4MBSQUmjtIBdlqTYQrQy00TB6IEop1q3KqEPMK/FfRGnpAhkdyEU6zoGK5kBYx3LwWuf9GCgCnIFo5gci/Rpt2a+FZipgyBAOidAFSExzgURHAWwpYsTXVXEIgATkWaaGY5O875dQCioYq4/B0m57pQuP4MvzA3hegGqljlq1AY95w3rxM4lS9LohFKGDhgOtXHjyvX1OGYCLLHVgCQxcuaaO79Ug8C+JNMIoZuwTkCUhTKP85F5MSqYJ54ynYQTemTSHeXJiT6CeV3ZhAyevK9fLEF1JncCi1W/BrXjoJj041OtEXbhlD2FGhOd7WGi10GGfNggAx0VMDxPGJmG8Y8ZdJChVYayPxtg0glIDLkGH1h6sDWAMwV9iEPZShN2YcC6DShSyUUkzSNi1Uhy3hUdgVy6XUa1UCU6cvCwmpInph2LfRhvGjDa4lg3BjIhD32ROlVIQOBgR3Ii+QCuRMCTMYT8u4Z21HjTEhoiFUZb+ZIQ9Kf1LGP8MWmn2pJgaACKWqYU13ppo7dBvzfKBaGWhqJtxfWbsK8tS5ILBK8syXnOsg8tTn0rKMiimRiukacK6oQxspLy/oADHMXjBD/8wBKgZa/H4xz8h/56tu/g/u//yL/+CSy+9FJd+16U4dPgw/vnTn+b/RG/H+eefj61btlDvSQSuAZ71rGfmdV+94w7s+o7vIGhNECcRLO1Zh2NS7GgdUXRAQfNTQ+bAaAtjDLTRYCHAD6WoRQFfSg3ySg1SFj3gb5MBkTL4xOe+hvfeOoe9KzUYp4RI7j9CY6lHxHkhvMtCwHJNi2iGX0TFGRTzMesj1seUsAu0V1IsLYQ4frSFwwd7OHBXC3ft7eNOyr69HdzxpUUcOngCx+aOI7QdPOm7d+KS73/CAz7+R0yHj/BHSE89avyImfFioEUEHlYRKAbzwEQg/962r9PV7JZNuPlTw0d37135lL3N2IlP4Za103CHcLucEmPze9g7yIqRE3ZUwZk6cpJPygGx+wHckH+v4KDktM/Z5+JDBJbYfwg480Qg+5FTd8A0/y34T4PHVE9rPHIhpxHfPhzzf2B3DtlYP/2U/ATizfljvCdw4wfkJNx34Ydf92trjxAPHosF5BdufOiFQP69h2u2aOPM99n6evxrsOctqycWBWgKhPvMX+PGIwN/Lj4jZmeaXe96ACP/KX8Ud1D/H7jxz07gyJ/9NQTmyXf/vet7BjXF5/0bgU/92+dxy2f+Ha952YtQq5TvX+MPMmv6QeZP4c5DJAJKndogK6VySCDQgvtpGEKqU8PIYLSGJiRIkhSik4MBKlqCkFN6Z+YyZIQLuYD5EclP+BEuSCrwjuwCImdakL6GQq7BarWuGG1gzECUEh2qfd236N0HyR0b6mlaNasi+VOilIJSA6HC2psl9E2viVIsyUVTX8RAwcBah6DFI9xRkEdDFxYWsLy8jEOHDuLEieOYO3kS8/PzOMn05Mk5tFrtHMxl9M8h/CuXanAImaqVBioEYnJdLtdy264bwPfLrPfhEESMjU/DEkq5vg+BVjQB4xJIaYIHC7glB6VaCdo36BHSeRUfcpIPJBc+88rRcAIXkl9oziMlrQjTPlLSizDrwxAKdgn1rGdox0fANn4lQC/uQRMmOYGHiPOvuH68UkDbolfDRgKjiakZUInrUWNxsYkyYaZH37V2kcgJS+UgIPwslSpwOV4Q6gnk68tpxZ6c0Ouj0+5CvktuZaWNNuPUaraYdtDv9WGtS3EQJwkCglTX5dgYgDhOBmubazwjSItJX5RSua7WGpp5SR3CKtd14ToujLbo9yMI6JP2HBIhWQbNco92XYo2BjnYW20PzggIWHPhvAMWSlEkza81BjcDUyhgVRL6NZCEsUkxfAngG+ZHU6UUlNIEeyklgdaGaQrFscj9Kyf5Mt5UvW4P5XIJFYJPjxD0P/79szhy5AjX3hKOHpN/VWaEmyGWlpZwmIAvJuRst1u48KIL8ZjHPBZf+vKX6E+Gk3Mn2WYZk1NTUApcgxX0ez1E8szpqGNny7ORUoptKVD30NL0+x6F56BgvNzAbLWMlz3jInzi56bwr6+r4LO/MIkv//Qk/vVHPNx2pcKnKP/wXOATzwFufrbG3363wt88A/jr7wb+5pnMM/17/uPvk98H/CN1/uWFGp/7cQe3/1cfR99YxfFrfTR/tYLW2z2Ev+kh+d0SOu8dQ+v901h63wyO/j/2+2bg829zz0EEii4fRhEohlJEoIhAEYEiAt9QBJ6Eq19xeHAS7IoX4Ro8HZd/vfZPeQ1uOu+PMPzlFrtOA1VnszeNq3756dj9ihettvsUwH835F2dae8D5+N6eZw0r1z9oM678Kurbenn/k24OK+i3d/+RWDtkVrapz+jvzhj1ys+hSte8iSAoO/6Z34Kz+M4c9/pwnCsl77+t3HFJ392zf7oqbi8G/nIT7DR/hXy2C5w+VvkdN+g/8tBQHbF4LHWy9/yGgy+01YanSmHBlBz32EcObNq9HrdvqjAOOTfmXfXBwbjeMunsHzzH+FmfBfyR3Cp8g29h/ZG+tudG/jU2pqQ04IXv6L4zr08LPfTxymw9yMPe7AnIZMdoKSFFBH4hiKglIJWmttolQsyQESuBGTwClAsFNGEf9SXE3cxgUCSEdYpqrOMOTC3vlCPO/971KVpQtAwkIz2ch3qDm1lkqecaVeK1hMQXAxEcwj0lSOi5yCzYd+Dt1xDPkSYyX87JSLIMZoUMUvoDxKmGZTi4PjOwBdTfq6+eSFGc9EsM7koaMgjhQmBUByHHA4hCgBqQylFMVAEPqA3waYHAAAQAElEQVReGCUESxklRZIwjVOQJbGNglYGURSj2+/B9bwcumijUK1VMDbeQEAQ5rguHNeB63rwCKc0YVVK6BWGtBuBcEkh43Wvl6BLSVLD0AS5OG4F9cYU2t0QvSgFCHFjBlSGowns5GRelMXox300O8swrkaYhlCOAqxCmEQQGBdnCduHWG410ZLfpttroUNpdZv00aH9ZThelqfWUzixcBTapgjKHvySS/EYjwwVjktsceDU7WDvvn1YbrfRpLilMvv3kcJAGZdt63DcEmPpoB+mCPsp0ljBKBeeW0bgleE5AaUEn9clr0J4V2a+BMv2aQzCpghJzHYSd86DQDkBXVZOmFGU1hBJGRqFwVoCgxMEZYiU6JPiHMm8RWyfELhpbeBwDgQ2em4A0QcUxEaWMqVOygkWXaV4nYnxjCoiQJxGBKwUxlaAG7gGoajDNMtF8tRlHow7JxeKcwbaRN4Ju0SW/0H+UizQzGkopQFKSl2lWA7AGI1Op43HX3IJrrzyh/JHaf/js5/l+AK0VlqYnJxgfSf3KY4inJw7iV6vi8suezqufP6VqFTKuPXWT6HZXMERwr7bv3J7Dpx/9Ed+FJc94xn47H/8B2ICwJBtjTEQGAr6K/e0pEopegEopaCANUk5FgH5coJQ8hwQ5JW3k8yqnHm9WlwkRQSKCBQRKCJQRKCIQBGB+xiBJ+G63feESrMv/DVc9xQxwXo56SXZXE5di448ginyoRc+F9et/oKMS18v8CpXzj9Gr0fb7BF9grMPSUrN0bpRewLXPrRbHnkVeQ37OWV/tM2e0/ykwdW3nCITH0U+9PrXYNgfwLGs2aVt+nGavZFHbE8rp43r1voSSMe2Qztr5audy/iGdavpIK5Sf3r/p8qljrLaNv+lHkNfT7O/2vewbFVfxjmUUZunjYFj+9mflFOCp8/9IFbDslX7jAu9wXAeBv7wkmtk2I+kUn56H38KKcvbFh/fcgQOHTuxemLvR9DgvvFbNvgQMMDd20PAy8LFB00EZHOslIJSCi5BkYImLOCnMtAiUCAdgCLUowpTQABMRMySatZZjdQoYjECliTmHjwD+Clt7iECMtYkYbVICvIFispF+gBt50IIkFI/5bWIJpgYividb/yTBKOpQJOEECUeSib+ZvQ5RUp7MoCUNnNwQIAg4EBEmRhR1gJsSGzSpT4l6QGKPnLsmmMVP8U/ugER8JVBcbQDUSwcShD48D0XrrWwWudjM7ShlEJMmBQRpiUpYIwDrR04ro+gXIU2LvyggjjO0O/HcFluCQIdayCwx3UtYUsb1jEwjgZ0hphAqBuGBGwxdRR8v4LxsWmM1adoI4WxPu1U4Hk1lGtTBHJjbFeGG4wh0wEy5YJsCplxoKxFphUU5zUSAmaAVNEuZ7ifdOGWHHTDDpzAg3YsFpaW0On12G+CVqeFUiVgnCVmKaFbl+NJWb6A2a2T2Hb+Rji+Rrnqsm2KOOvB5XWUdlEfqyJOwtyOwEQBx9bzCBZjWM8nXOwSLGZotjoIGRuPMfL8MmPGMVUbBJ4TKJUa7M+H1i4cwxQuVGqRRgpZYpgCWjlwHA+eG6DGdnLqj8sACeek1e4gCiP0e31obVCvNVAuVWi3zGsHDJTwKPS6fbToh/xCj4gQ1eUcGetAUs8LoKAJwCII8LPWg9Eu+/TB3mGpZwx9EsBGzQwpMpMg5fpLdcR8jMySPFrGUDOPENmqxEmfsY1oJybETGFVloumhuaa5mVuMWOGDBIiYIn0m6Ucf6qhtIMM0kJxTEzTFF/84hfwR3/0R7jzzjuxf/9+/POn/wUf+chNef4Tt3wC//APt+Tgrs819tc33YSbPvIR3PKJj+P48WP4f//v3Th69Cj+5m/+Gjf/3d9BQN4HP/hB/NuePfjHf/gHfOKWW+ByHhWQ95eyP6U1tFJQapAaQj+l5Pp0GdzrBhqKsc9yyXgPiyjFMtqU/KiwqHgXESgiUESgiEARgSICRQSKCBQRKCLwQEbgAehr84Zp/MIrX4pHCtiTkGr5KKSIwDcaAaUUt9AigFIK8lJKDfLcV8s1d9dMBhdKrdZBERYMapiFbNSphDRNCEIGunJ9upytHFBKQcvmn2K0JsQwa4J7vMTOPSUlABiKUgM/FW0ppe5hYViglIJD8CLwwWgLa12Kw/EMQEwSpzmskTSRRzYp0ja3u2o7IWjMhWOXR4wTApyEvsSkeBH1RaRMEe4Yx4HrB/CDMhzXgzYOojhGr99Hp9tFP4ogp53ylJBNfhNnlxBteWWFcK2H5WaTIIxwx3ERBFU4TsB4W3h+Ddr6iBINaAelch0Z00q9Aa9Uhl+pEGKmcCs+tKux0qEdnRAoZej0Ce18B345ABQI6kqI0oiwM0FQ8pBmcZ5agsaU5SutJmIBuhyjJRR0CXF83+N6YKziEHHcR7uzgpT+z8+dwOLiPJpL81hpLrKuhywNkWURYVkrT8fGa9g4O4VarQLHdVCrC/BL2H8GP+D4FGGUNgR+KfqMqbJeDvocrwyHoM+vNlBtTALGg+NVYJwStAlgbABrSwiCOlPmWVYq1ZgvEeQlHKrDvA/X8ekroJUlDARFsT5GFKaIKVmi4bDPMiFsiXDRJ8jzOYdKGZa7HBN95TzLXJY4rwHF5dwqpQEoyPw6rsu5DeUSkayXNGG7iHAxQSqAjutQgX0zphkjyew6b1nzUryaii6FraTwXkRxbAaAhqJPxjjsO0G318WXvvQlfO5zn8cX/vMLOH7iBO6446v4z//8IubnFnCMEK8vX8pI/46fOJbrH7j7AD7zmc/keRpEl2u23W4RwjZpM2bb/8Q+gsKEY4y5rrXWnGN6SD8zilKK82LyEebXOP2l5JIffDOnoPgpb6UUlDolUlZIEYEiAkUEiggUESgi8NCIQOFlEYEiAkUEvpUIBNxvfivtH2pt9UPN4cLfcxsBpQjnuNnOvWA+T6G4C2cuLx+pZ5FUyGY9jELCpzDfyOfFqx9xHDGXwRBgKUU7vPpG3lma5qBDoEDCvECBoZxuh2BDpcA9JDvVnmBBYJ3Ag1xw9lcisIjQg6wF7JYwR6ALgQuhnoAaa10OXRECCQjymHowhCOaoGsoxrHIhaArpr1c2F4ZC4eQR8Q6HvN+LlAGuQ51e/2QoKSf/zbZmE5kxB6KQEREQ1PfhXVcwrUyBC5JvlqrA4qAJjGsr8AQYDlumfBI0VaKOLWA8eH5VcIwoNXvoUNI0w67WFxZRDfuQL4TL0IoZuAEFsYbSMq4pipBZjLId+dFBHHlWhlKZ9BWQR4NLpd9uJ5Bv9+FzLs8rimAJ5PHRcG2GMDAUslD4Ls4fuwwjFG5LMyfIBAiqOw2Ge8+IeAyTs4dJbRc4MhjzMxMcqy0T9josW2CNPe9G4boExYtEG5GXJ+tbj8/sdhjDMNUITUO6hPT8AjgqvUJlGsNNMZnUKmNwwtqBKKMeb5EGbcYyFJNeJeh2wmhCfVUZuC5PpKYZe0+0kSxPoXKGBftMDVor3QIJHuQk3nkXdTJIJDPsu8sU7QJjgkA87KuoihGq91GQuVUiinKGI4ogzYGjuvCcs0YbTBcp0opavG9mnC18+Ls7wxfT0Pa0jeqKWj6DM5ZArm3atUadj7qUdixYwcqzGulERCmavGHdmMCS7kvlVYIfB9btmzGU5/6VLz4xS/Gs575LGzevBmdTjeXSlCFI+CaohSdzzKMj43h6Zddhpe85MX4/u//fmzcsCH/2eFy3EopKKz3UixXrFBMmay+lVJ5Tmudp8VHEYEiAg/LCBSDKiJQRKCIQBGBIgJFBIoIPOIjUOx4HvFL4NsfANm8e4RVIpIf7VETCIDbcYEUmjBAKQUBAwLZMPJKBXTkkhCCjFSMZgkGkjQlKBlITGg0lJR5EI/kolIola0J2G4oSilorSHAQrCA+KKgYLSG2B5KGEUELC48L4DvBnCsC8e4cB0P/S7hFyGQ75UIfUAokuYiJ69igqZc6Cc7QsK+Q8IQbRxYtvX8ElzaA8FRRGDUD2OCtxCSGur0owS9foSUIMgQDgbsIygFBFE+gkqZNizBVI3XZYjNDIa4RaO50iYIW0FKgFcuT7GPOoJgDAuLXWhdwcbZC6mTMV9j11VEqYGcbutynBMz1C97ML5BuVHKxa96sIR7lbEKjs0fY1k5/4UXgQC8wKUN4MTcMcwtnsTyygKWludof5Fx6EGbDI6r6QOFsA8qBgQMZjHa7WXESQ+HDu/nmDv0tw/HAdskUDqkXp/lTcKvBQJDj7odXrcwt3CMbZdw8cXnozFew9hEHVvP24Sx6THUpxqY2byBPlbQmBlHbbIBOBoZfUg00Oy2CfwidAmgGUDI9/WlyiFqNIxjDZOTs5iY3Ih6bQKNxhSmpjZgrDGJMcLAUlCBoW6JQLRGIChzJ4/vutZDKvPXi9huDIFf5tJTkFN9IBBcXmohI1z0nQCiazjfyDQs21WqddQaY6jWx9Du9hBUK3A8FyDYSzJwPfRpJ4aAwDhOuTo1lFIA31wWhLQp5NRfJKckZfatgdJqTXAfXkpRXwymyO8FuQ/kntS8Xy+55PH4+4/9PX73//0utm3dRmsyrpjjAUpBifPqwvM9+hjihS96EW6++Wb83d/txm//9m/hve97L/7sz/4Mr33tazEzM80xxPl39bU5B0ZrPP/5z8e//uu/4m/++ib8zu/8Dv78L/4cX/jiF/HKV/5XpITvCUXgp2EsMvo2vKUZAWj+UYo5Cp3i2smglFoTranBPpQ6VSZ6hRQRKCJQRKCIQBGBIgJFBIoIFBEoIlBE4KEeAf1QH0Dh/wMfgYxASnpV8iGylgE30iBOyDD6Eiggm3IRyY/WjeYFSKRpQoZhchmtU9yw58INPEb742ZdNvoi2pjRJnC0XRNNuAFCvVyECKzlM/alKat90sIQJA7HyaL8rbXGUDZMb8TGjZtQLlVgrcP2Fp4bwLE+ykGVeR9GO4Q6JQKP8kBKTMsDCYKA7Sxcz0NAOKeNhTZOLhkHaB0XE1PTuODCi3DhRTtRlVN32qJcrqExNol6Yxw+QYrn+3Apop9J5AkuPD9AGBG2MFbWuhAANNAtQeBUKRiDNWVkmYtKeQLVyiQct4ot2y5CqToBR0AV4RXo09jkJBKCt83nbUR9ogrlZOCw4BDsOYFBSBBXqZex0JyHcRShYB/yaK18H56xGmCsjdGwzE9MjqNcLhHoROj3O4SUbVhCNqUypopAyMHU9ATiJEIQeFA6JaTqAUzlMd9ur42FhZNQnDtrgZMnj2JpeYFwr4N2axlR1MNXvvJFCEycXzyOftRh7yHKBJG9qEV41wJMjHZ/BYmOoVwADlBpVNBLe4gIGfvyPX5KwTKG8phuAovlVg/HTszj6LGTWFpsIuzH8BwPIcGdJpCLeS35XrfP4SoIRxboWuFcVasNRGECw6DJdb3eQK1Wz8UnmE0T9mVcCPwzxiGQAuMSotfrr94MJwAAEABJREFUo9fvoVqvwVgHCV2NCLaUNjCKwrWumbdMlVZslzKuCec0g1xrQx3WZ2wn9x2TtfeZ63qtYp2M3OoKCtKXUuwnSWGtheNwAhRgCA4dx8nr5d4Ow4jjDXN/XvYTP4Gff93PY2JiCnfcfif+7d/+HUePHieA3Ymf/MmfxPd+7/dBKYUg8DE5PoGffMVP4s1vfjMaBJt33bUfX/jCF7H3a3fmpx7f9ra34edf/3qMjzXguAadbgcK8uIn5wD5FfOS0iZGXkop+qfxYHi94e8URuUXPqZwzd+zjOkb/s7ijTe7eONuB794s8Ivs+yXd1fxP2728T9Yd+3HDK79mGW5c5r80sdc/OLfexRnVSxTsyqW/ZnT5I03W/wS+xB5MMSk8KGIQBGBIgJFBIoIFBEoIlBEoIjAOYvAw6jjB8eO52EU0If7UJRSUOoMwci11lBKnRaGLEvzzb5s/gWcnVY5cqHVoK3oSJtTVQpGm4EQWmDklZE+ZGmKXNjPSNWpPqU+rxPUcYYQLCVpgsGJvAEcISODiGiO2jNa0wcRA/kFCb1emJ+iEvDhEvYY5SDsiw2FOM7Q64aIogRRGOfSJ7DpdDoYlR4BThhFBDnhmqTs2HE9WAI+sR0TqIgI5OmyTzmF12r30BF7vS7TLtv2KH30wxBgHPuELCkNubThEVTVCQM9wkdNohX2M1jjE0I2MDkxm59Mq1bGCRNnYb0yMo5jpdNDuV4n2GoxraI+USEEI0gsGZYtIE77aLYWCfN6WFg6Cde3SLKQgKlPvzl+AjrPd+ERXnq+B8N5i+ib47qoVisoEfI1GnXUmC9XSvCp4xAYuRRjFDSlUikT5FhEhHblkp+DnRphl3UMMuIuz7PwAwelEu1bwFrpt884tNg+5fz3OD/LWFg8ipXWSfp9Av24hXZvCakKcfTEIeZXML98El7FgcOxeRUPK70OUm3hlWoYn9yI8akN8PwKXMK4MoGd5/gQqJcxvr4XQCvDeFoYpioFGAioTEFO7sUEe471uD4110aMHoFgRPAqAhj4XgVporgmegi5TpKYBgirrOPQTIKYQI8dYMOGWZQrFXgEYSKyLuQkW17P9aK4NgH2SZ+0UvTHMAZaihgH2sQ3/lJKQSkR2gFTaCj2w1sOKT/iOKHv9DGOkfIekzpjDMT3DRs2EM59AX/1Vx/Be97zXvy3//Zq/PR/vRq/+MZfwvve+z589KO7CfqOEFLXuWZ7eMxjHo0Xv/hHsXnLJvz5n/85Xv/6a/CqV/0MXvva1+EP//CPCAADvPQlL8Z3P/O7YQmKwfnPR8Q4g74hT3HqpVSeV0pBKQVNv0XwIHspzp3h9KhUA5z3DCofSkKfYwVEOkFkALl+kLleuFNE4KETgVuvxUs/cOSh42/haRGBIgIPyggUThURKCJQRODBHgHuKB7sLhb+PVgjIPvpjM7lKTeiecpreUs5CACGopjPhfBBEVaJgGmaJlTPoJTiBpxGQMm4z6WQFxAaMM/NLyBLlcINMDLudvNUI0uVmFmVDPLdb0QOOFOy3K60EyEJyoZiIHBGgIhs/rXRMEblQh7AjXbGrhWUMUhpQ2kH2rgETinarS533RrkWNBgubIQkONYH0Y7sNQD/ZRHKcM4RJR/v6AinHDgELppbUGjEEgC2i6Vy/lJLTcIEDI2S80VHDtxEidOnCD4iQiGetDWIslS9PpdxiZBQpsZAVBEmBdHKQLCIoGKAlkc1yM0ipHGPv2so7sSoNe2SBP66ZRQqlZRH68hUX2cXDqMg8e+iqXWEcwtHUSUtAhd2nAIzDrtZcgpubvu+iqiuEtg1mT/TbocUqJVSVjeRq/XZlxW0O12YJRC1O9zjBlCQkmBnH1Cw4xrICHg6ra7OHH8BBbmFrG81IS1DlrtDtv20WZdc6VJH/ooVSpYXF5iP7QXhUg43mHMep0u+t0uVprLaHeW0e+30VpZRGv1l3DIdRR1ERMQxlEbMccF1eG0tOH4ESIsY6F5BCcXjkJO9C11FjG3uMC+DFboS59wLk4s57KKqj+FMW8KThIg7GTQqUXEcSWcg4TzmyUhoV4CYU9KZ1BKMX4uOu0+10jGtWo4D4ptI5jMQRqD8YzBWwNaa7iElo6cZNQxx9iHNQpZfhOANtrIuCZknQqMVqxzPBeu61I3QUIoKPHT2nCMCVKuEcgrkw9wHWuKzQV6kGbK0keOjeOwFMN7woELqwaiQH+hAIp8St+G9rXSMMrAtRZyDfZhjJTJGGNUCG6v+fnX42VXvQx/+Rcfwf99xzvx6ds+g9u/cgduueUf8c53/RY+/olb8Jwf/EG89KqXcH4DPPm/fAd27LggB4LveMev5/Dv85//Ij796X/G9ddfj3/45CcxOTWBSy/9zhwOW2NBt8AQU9RpklfQJ/FLYosH0UvRl9OEfprUwEDBIuWaiqFlUMblHDrIfzNy3kA+2PibekvbU6KUYm8D+abMPZQbHbwRL921C7tW5dpbRwdzBDe+6UYc4Z8bX7ILo3VHPnAtbjw4qntm/jZcu2pz10vEhtSPlO166Wntj3zgpWs+7BqpO618zQ79esmugf6bbhPDudz2ptWylwz7A9bKxJezlX+9/gjChvEZ9S3vdO2DPr3pVL9rxcPMvcZ5qLROynbXfl0Ix75fcno817E0UkT9j+/E9S+bHSn7elm2ubfx3VvzgzdyjZ3h31pMR8o51rW1OJzXNb3Vud11LYYzfmptnCpbm++RucaIjVGgua7uvY2jqCsiUESgiEARgSICRQQechHQDzmPC4cfVBEQoDd0KFvN5Cl31ZKKWG3gcjM+FIegTMQyzTfp3GqmBDYZ20Be3HyCZUPJmM/Y0VAG5bJ0NTRBhTUOhqKtgXYGQq6GoQAa4BZ6IJIfFVYN3xkBhQjJQCqpApTWMMYyNXIBpQg1rIeEYFGz/yTOCFfoJaGjy3KwPE2AmMAlIdmTtkGpBN8vwWhu2FNAKwM59eW5fv6Ip0dI0ycIk8cx5fHkkBBLTvUJyOl22oR7fWQENr7volwpYXy8gaDkYdPmWRjSpDKBSrVWh7CggP1I32FfQEuD/TQIhnykSRnl0gTGxiZRqzcwNT2NXtjB4socDp/Yj3kCPseLCVsAz89oq4sk6aLdWsKJY4fR7bYg34kXRR3ELO/3W4gJ+1z57rq4j3qtkvs1Pj4GgY39Xp/6HYKpDlZWWvTDJ3wLYTQxBuMiMahV63AdB9VKFc3lJtqtNvvN4HoerOOi0+uh1WrBcV1EUcTYy7wp2unzOia1yvL2FcYESOHIo8F99tlpYqW5gDYhX5/AEVkMzgj7TggMVwjVWggqGo6XIlU9OIHOTyG2uiscf5lwNUbENSmwUQCfUi42zmwjgAlQYwxLXp2riWsgUgR6Fpo1Mucq1ej3YkqEjOvAaA+VEuNPeJYkCo7x4bsl+ISrMj/guvY4Vi4x+ruIheUTWGktos8xRGEfIddEt9PB4sICEjkhl6TQVDZcj3mMCNiU0pAyLtc8dpnA0ziBQFBZMxkUAM2uTgkXM0QUR6FXxXD9St7wWkTRN6y+FG1opYEUsNpyLaV5X67jwPI+zrjwQvqrkKFRq+FRO3fi5f/fy/HEJzyR89+DUobrboLjirCwsIRdT/4veMlLrsKjH/NYBITZF118IddzgN27d2P//n0QUAkorrku47GSf/eerPHzz9+OWr3OsaWsVaKCwYt5lgzyQEbfM7nIPyTzIBHxJxf6w1ROgOrERdopIVyeQLi4BZ0TmxHOb0LcnIFlnckyrrGUDb65t2JoRiW3wrKRcOVFj5iP57wLe/bsodyEne8+BUpw8BbcvuNZmJVA7LgcGK2TsnuRIx/YjZ1/KTb34KbLd+OGHBpeiuvyfqT8atz+ngGmEUhzDa5n/1Iu8iFctUWM34Ybbr4CNw3bfPiq3JcjH7gGt79K9Gh7xw0D6EiAc8OOmwY2XnU7rlkDYhfjtat+7Dlb+V9egds/KafY1u9PPLn41au299DvN9wLxBPle8htuPYNwPXDcTC97rJ7KH3zBfk8bV8dw1nMEJzdmM+B1M/iqrcOYilX31Zhvy/l2K9+9faRbhiPd+9cnddT8bztPbtxxXCunr17MK+XXTeYU8Zsz1++Fhc/5wpcKpZo95q9V6/WXTcoW3cNEEoSZA7W0E244uYbBnBwXV0xXEgRgSICRQSKCBQRKCLwcIqAfjgNphjLAxMBpRSUUjDaQDb8Sg2uBTAoPcjjHLyyb7ZPxZYiBBMDE4p0gAIKq7i3ZrHieB1ChQyaYCUhZJFyrQh2KBAwoh1CCZewyYMAtqBUzi2GYQiBdoqkUSCkpFE/geRdxyPs8RlHAwEnipBEiwDQ7KAaBAg8B4Frc8mSPjRBFS/hORaHDx9Ct9dBr98jRGnBI/w7fuIk4kij0ZjhdQUCFeMkxtTMOOrjFUxMNQi1NO742pdw5NjdaLeX4AcWZGmYXzyG5soCYeIKjhy5C6WSAhDRV4MsSQibeuh1O0gJmqKwh3arSd0ujh8/gpR9zM/NoUSfJycmMD09g8nJKVTKVdQJfARUxWy3vLRMew5AALO4uERAmBD6hBDIw84IZjIIWLXW4ThiyIk/Bc029NG68AhEXcYtJSCUsQn8azWb6PW64FKkzz4qpQCNeg2VShlRv4so6ue+9ggoI0KoJA5px2F5iC1bNiFNQ7Tby5gYr9FGnJ9UrFR9+CUH5bKHVCVQjkZtYpx5C2NKBHVVOKoOBw2YTGQMrp5AYCfhqAZxH22lPtLYwveoa0scq0KnFTIFZI0IsFxeXkSn0yK09TFN++ONKqoCa8tltnNgFKCVZn8WVmv2bbkOkxx6dgj+LNeBxM5o1lF8+Q5GSx+Z19pQ3+CbeSmlGAu9KrTB+RracQlbxac+4SMnjHOZ0Vc/X/9aW9Ry0Jzl0DYiqHboY4vgVinFOakQ9I2hWq3C9wOIfsK5ZG+w9FvmngbZFWOusny9jY+NodPucp1EEIjq+yXWZwORZ6Gpx4v8rRQtKdBvfiDLU81YKCXXeJC86EvqIosrcNJp3PmFPv7iAyfwO792AL/3a/vwvl+9C//0Vydg+zWodgVJewxxdwJJr05pAAnXVb+ClJKFFWS9GnXGEXfGkYY1lteQsRxxMKjrVtnGWR17xqgMIrxa8MhNduzEEMMc+eTt2PnMHO0xHjtx9auAG9agGYvyN+HJOqfGZs8D3pnDuyO45ebtuOJMmHVwH/attpf6q9c9RbYdO7Ebt5xxQnDf3lP2Zs/bjn37j+DIfuCKoa/bdwJ7B9bzLkY+tp83O3J1Znb9/s7Uwo7tOWS8R/nZCm7djX2Xr0LS03QkdsMTaS8dOcl426lTj2/YfVqL9S7yeXrl1di59xYcGSrceiOufdPgNOS1t9Le89+Jd76OfeUn2tjvm4aAknVyqlFkWPeSU4BXwOvoic2B+ZE2ayfpaHOddYAtV+FDhLLDNRTW4UMAABAASURBVJW359xjLR4S89tX18J2bN+Sa+QfMq95ZvVDxnnFK3O0h9H8avVZ1sAs1/M7B3CZEHT3jgEcPHIf18vQdpEWESgiUESgiEARgSIC5ygC32K3+ltsXzR/hEZAKQWlVT76NEvzNP/I5FPKKcxncoqIICwmGDpTkrwsZoMM2himbMPPwVvyozIolU+lNLRSuWQEYAnti6S0JzaHopSCUgOBwlledBIiKeslFUW5LTSbSD+W/VjCHyCJqUNAB0KOwZCpowzrHWgI/ALke9ZyXzhugR8CtSqlSg78pE0aZbDGI6hxodlWQEUcJQRQEQJCq5J8hxt7VhxTGsVQBH1pFKFPiNNaXka31UK33cby4jJBW0i7Pjy3BKXog/GhjUdINI7JiW3QKBOGKMQEJzMbp3Ow55Us7j6yD4eO7oMyMYybodVdQpR0cZSgr1R2CPkyJOghoG4Udwi9Fjl++tDvwPccGI1cSoGPOgGaACfXcRDHMRLOwaFDh9HtdAkHj+RpRP879N9xXWhCFpF2uwP5nsNKpYJSqQTPc9EhNJQyIKPffcjaCQhxPM8nuOtzfnSeagIrpSzkl4YI+DPGwiNQFDBktGY7et/rYYXAL4kjAiMDoxSBH+NEKzFhU5d9rawssasEi4vzMAZoEKq1W8sgHYHrZFBZSIC2iKWVOXSiFSy05rAStuFVy3CDMjQBnzVVuKYBk1Xh6QZq5WkKgWZpnPCuSjsBSkGFtuhXAljjoFSuwHFcxithPF2MjzcwOTlGPxXntIMo7CHjYsk492un9fI1lxF09akTIuP6MtogCEqQVGKcAXBcF4aAzBCmWZdzxbzneVBaQ7EevF8kgeJVLoBa/SM5jLyG5ZLmxaJPXTBN4oRrImFWQdN2Sn/6/Qjg/TE/t4i9X7uL5Qbf+dSn4IILtkMbgNPENeVh69ZNeOxjHot2q4P//OwXCe1CHD1yAu12D0//rsswPTUFhRTGZIwTMDU1jiuu+L58bZ04PodWs4WU9weopYaSx0dKZJwa8qKbXEmZZKGUYirC5Jy+6RvdyFLDZTaBL382JNjjfPam8ZiLpvG85zwWGxt1TNhNhHozyHol/Ml7F/DXH4zwF+9bwLGvno+//+M20pUpfOXTGnv/zcc/3bSI9v7zsPv9LXz8j7v41EdWcOBzU/jMx5ownS34l5v62P2hJaj+FHhjIyGojk0KkXMainPV+Udfg8Fjp9cAr7xqFVwRyu3diWeNwBZcdh2u3nvNCIQSh2dx1Yc/tHrSTq5X5bKr8dq9r6Hd52H35VdjgGRYd+u1LCNkegNw/VuldB+IEDGAPwKIWEfQNABKYvt64A1Sdi0G5/xoY/S9fedq25HCLdtHyu7AO58v7SkfvwKnTsyNlNOXAVw8e393/MbzBn7v2o0rcr9H+vs62SP792H7elDx1hvWTiDuGTkROHrqcc+rCC/v1f5wnmbxrB27BxAr178d+3YMTkNed9mluO7XL8flv74HewjaZvP6wcdpfZ1RN9C45+dpbf5yJ27IH6GV2H3onuvgns3PKJnF9h2DoktfSVuc+3wtvu7mQeHa52244eZT63Hf3n3Yna8LzusaYFxTBkbWwKWvfC32Cdh8PuduFQ6OaJ6me1p5cVFEoIjAQyoChbNFBIoIFBFYLwLcaaxXXJQVEfj6EZBNPWSjSmCQcRudv7mXVoogg2kGBcW8Ugqa6ZkidVobAIrMIcPoS/FiVHi59qY5QD4ommDBkMwMRa6Hgvv8IrQT53P9Ya+aXVjCBZfQxSWIyRARaFjr0FfRMRyTZQsDx7ow2iF8SCGPosZhDA1FoKQhZjPGx6VOSUCVGyDwSoQ6ATV0Diliwj1HW6RM+50+5HvcSL5yG/Kdcin7VQyPZouAALBCsCQ2PKcMxwRo1KcJiDaiWp2E79cJlGoEQC76fYtqbRIzGzfBDTykOsKJxSNo9RbRJaxSToJmex5R2iFK6WFssoI466DbbxK0LWNsooq5haNICbmiuAvjAItLc+yrTiDTxPLSPP2P4RIeCaBbWlqEJUxKSSxlzHJaMQxDiDiEWQL+RE/gk0eYJ/PUJqgsl8uEdj0IMDKcS6U0FBi6DIgYE/A6IVi1jH1CUJlyukqlClzLMREqxYxPRBCaEfikhIspFYzRnKeMcaaO2KAth3SpT+jn+T7rUsiJOT9wCdt8hPl38oXsNIVjU0yNlzm2HoxNEDEmIbpoxU3Mt+fQitpQroPa2CThGqGcqcFzxlAJJmFVCVE/41zKADTtKUSMQcA+Kxyn0Qbin2ZV4HtwHctYruDkiaOEkUuMQ5tz10Ov0yYYbaPf7dFemMdGEWCVgjLXlcN2PlzrQsbdIUiVdeYw9jFhpkDSmHEA4yaBTFlpHQvD8WtjoNm5wHGJsaKC0vykaAq9XnuzlGtQUxS0kiuK0myh4RDmamMgvzhj06ZNOP/8C3DeeRdgdnYLY2vw0Y9+jOPq4r/8l1141c/8FHY+6gJYJ8WTdz0B/+1nfwZPefKTsbLcxt/+9d+h2wqx518/h/13HcTTnnopfvmXfpEw73uxbdtGfNelT8EvvvHn8V+evIvzkTDOHsYa4zksVfQFQwH9YnwgqZQBUPyT8d4TkatTgnP7Si09c7H3Dt4vyYWc9wgGFQLeSfSio3jME8eYHobRDucdOH4EePazH40nPHYj7vzcCrJOFScPxNhz6wLG3IuQtBW4SFH3Z/Dc5zwad/x7jO6xjVg+ApjIQXeljonKE3DwTq7LuAFk9tyO/1z3vvZY7gicOTjySO6If5e+8grsfs+6mG1EC7jtTdcAbyNM2rMH1+MaDGAdVQgI80eA3wZck58U246dIIhiFYgVr/ow2xBE5Zf5xyzysj3sdz2Is2/YNlcefBwcngqUy4sHj+XS5sU7tkvBqqyW07894subhmNav7+L1x7LvQ6Xrlq4r8ns6unCM/WPEPqdKjsVBwFXa+Xrwcu1SmYICN/50XfieYRiz/uNO3Dzx4fjwPpAkU1G36f1NVpxL/nT2ghEI2jjrXUvLe6t6gj27V2t33IVPiTzIcL5Og2IrnP68YrV9bWHgHH3mSdK19bAbSOPRF8PvOFanIrQar9ruqvXRVJEoIhAEYEiAkUEigg8bCKgHzYjKQbygEVAKQWlFAQSgK/B5pkZRZE3QQr31NycauQQQN+/y0zgyFDW+gb3rJQc7hBs5Ckhz3p6VBt501nCj0Hr1bxAgkxDERRkTAW+pWkGSzgClqUETEZbgjWHZQ40gQ34kjFTDQKxUvatlKLljLAjg1IaljAmIOAj+0KaKHTbIbRyEfhllEslONbQjRQu+6mWq6hRAidAYEtrohJLcKQQEyD1O4BRNbRXMsa6ikZjlkDIsJ8GAA8X7HgUZmY2wfE9dMIOjs8fRTdsoVz3sdxewNETB+GVTC718RISQrxmayl/FFWbFEvLJzmWPv2PYYymfxph2IVSGRzCoiSNcfLkSdRqNV47+eOWYRgh4Fj6UQhlFKxn8zSmrrGG8QAErqUMlgIwNjaWX4+Nj8MSGMm8VSoVGOvkEIwqMMYSrib0I4NHkGi0gSVplBNwpVI5L5NynwBNG8Mmim0zws0+fD/IfcvYnwAvsZVxkhz2BXrTbDaxsrJCHQutFefCg7WKcHMFJ+ePoR910Ou34fkaXtkgsX0srJxAjD4q9SrK1SqMceG6DpROqN9GlHQYpxa63SX63QJUyPIWkrQHmAjazZDpGJ1eE612M49nrVZFEPgolQKUyj7Hp7m+DCocX61a4/oow3M9ljkcV4geoZ/EUMoMxxxFEboElwkBp+u6HIOlP4qiIb/IRcavOD7Hct1y7Iap1pp9K3z9F3XkngDTVUm4vh/3uMfhrW99K/7gD/4AN954I2784Afxtv/zNlx00UX42N9/DO/5vfegUq7gxS9+MX70R38EF150IX7xF9+IH3zuDxKsNvF/fvVXsXfvnZxXhc98Zg/+/C/+kvHo4Ede9CK84x1vx4du/CBuuOE38cIX/TDnx6BWreA5z3kOfvAHn8v5COi2BgNJEb+YsAT0Tym5VsgTIE81x66Uwrl+Kf48ES+0SrBt6wZ86tYvwOV8NDtHuN72cc10uZaAq15+Odygy7WlMQh9D/W6yzVzCJfscnHbLYex0gLv5TKUKSFOfK65MtqLU/zZAP6MsAi7LvbfuUggv4BO/yA+c9shpGENRrlnhKG4lMceTz2SOxIPApjrd9yAa848WDWiMshuX3vEcvaZVwD7z8A/W56FK/ITW7N41uX7sPvWQauzfxJ+XTSo3b7jlP4RAjKBQLPnAbvz782jDoGfPDrL3Kn3ZVef+r61U6WD3LqA6lR/A6Vv4fOyK7D95pFHZldNzRL6rWaZnDrBuH0UQnIs+1h7tvdtH983gJcCxPbchNfu3X1PeHW2xiw/rS9en/net/eOM4twWhsBY/R39h5a91LAeGMtHqfGfarFEdz4buDUo9yD68HpyoHWaT6sxmj2bGtgzT9Za8C+g8BZdQfmi88iAkUE3p8BQ5nif4wUAhQxKGLwSF8DD9GfjNwdPUQ9L9w+5xHQSiGHBvRENqwizObvIAigtCYcSnOdvHCdD8W/T6XdmXIPVepBhBU5oCCckNRojbW2rBdwMxSpH4r4itwAlU5LwfbZGSJlHFuqkMTiP3KoYrSlniaYyxAQGpVLZZTLZYIHRxpAXhIP+W22URJx3CnrK5BHJ+XUWUxboAWlDEpBBVa70PJdfbAEdARC/RBIqUEA0G310JHfxiuP78UO0lUxCKhdgqNKSCMPLYK9Rm2WG/Yq4sjF+NgmXHD+Y/CYxz4R1gnQ6UVod7s4ePggMpXi5OIx7N3/FcBGMF6GUtWFX7ZY6SwhAX3m54mTx1CulNBqNVEmqJPTYCF9k5N4mzdtYZ9tjI9PoFqpEUR4uPvA3UAGaG3gOi4EMFnHyccv8UilUmn0Cf4ECglMk9Nmch3HCeHDMmEcsGFmAyYmpiDgzrUeYU49t69INzzPB6BQJiwy1snhls8y1/FgtGV8krxf0XUdf9AOGlkClmfQSud6MgZZmykhWBJniOMYkp+amoElRPQI0AJCwsWlBXi+wzWcodtrYak5jyPHDiLK+vAqDlq9ZcLRwyjVAkzMTMC4iuC0jTDpsZ2Fw2tDQOp5htClnV/7Ae0ZUKdPOJiwjUWcRGh32ozBIsK4jzDqESZ2CAIjRAR2nU6H8V6BPGLcXmmj26F9dxALxXiAr3xtK8Baw/iUEHBtshhhGMKwTNZen/MXRzFjkUoVY2HgOC60MZwdtSoAQw1O5UBUrsp5ZKo0FAWQQgX5rkS5zwTwPerRj8KOHTuw48Id2LptC+r1OuS7F9/xjnfg+re/HcePH8fU1CRAqFqr1wj09uJNb3oTbrrpJlQ4n+Jfh+N6z+++F//j2v/BePewceMsHv2Yx2B2dpYws4/Xv/71eM97fg8nT5zEXXdkch+pAAAQAElEQVTug+8GXPMOx2FzUdAQp3PvlHzKZQbJpmnCVOWCc/yS9alUDKg+/MoSXv6qC+GUFuB6MTyvhJI/hYMHmvizP7kZvegkrNfFf7kMcGpH4I7NY+PFbUxfEGF6R4rnvLQKO3kAE+d34UyfRGnr13D7oY/hu3+oho2PvhsXPinDcngQ3/u8cTz9cg9bdwBRssC+UxSv0QgcwS17d57+SO5I9ezLrsb2rw6R0xHcuM53rZ32iOXzb8cVL5vF6G8t3bXrebj92YNHgGdf9iFc8fFdq4+9Mn3dkBzeduq750T/VYNTc7Mvux473009Oa229+rBo7aXXYer964+Ovvunbhe+hvxGXIq8G07Vx8hlYqRx3J3vQZ4lfiyfn+i/a3JpbjubcA19Dd/5HTXSwePNtPnU+O+ATvfJj7Q05ddgdufPxjfrnfvA7fV7H69ON+G3XuvGJmn2bODUgJGyKOp+WlJmlt9z472ldfN4qpXAa9Z9XU3Ll/VPJXI/GP4SCzn9uq3XsrK9fxj8bpvxuNVt0NOG+7adWrcp9YH18bqXOfND96C4Xfl5df8OM2H1wFXy3wznvdcA5fiasLoQdx34XmMV/7LWtbVpeHiXUSgiEARgSICRQSKCDysIqDvz9EUth7eERBQIyNUarBR1loBsnHmrlqzTHODnafM93t9VmVIuaEHFJS6p4iuYbmBwnqiCRNOCaAVKAopgVC2KipJCchYnoE2AI/gZygqYSHrIVAtS+llAhBwiWSEWCJgao2Gpg8kKoRBCe1lhHkGlh0abVlGO6QeAorKpTLGGmMwhCJy6qvZXCKUCdGPQ7AhtKPgEOhYl9BEZeCbdmiD7SUmvV6IHH7Rz5npGYzVxxG4ZRgd0AOfm2+NONZIE4PAq7G8gsCdRqOyGSV3BrPTF2KithWbpi/C1Ph2bN/6OIw3tlKviqnJzZgYn4HvlwmGFNrtEMvLLcwvLmJqZprpPMo1D5Uxg6DGftBBJ2zlPodxRN2lHKoIuGs1O6hXJ7Ew14RrApQII8cbM+h1MkK9KcanAqMCeE4JJb/C1MvHuXXrdpRLFfheAAF1xgwATJwkKFWq6BHwlZl6BGguxTgu/exhcaGJbjcmyOqiFFThuQEywlWjLGQOUs6lrKU4SvL50FpDvnvNI9wr07fJiWlUy3XGDZBrlWrMTG1Aa6WFTbObIOsIjLA81tptd8DFkOtVyjVoznHUi1EhrIQyWGTMHFcAoUOwRH/KHlvGjGmXzRKcmDuObtTBQvMEjswdQDdbhlczmNk8BetbzBEMLrdWcpgpINPzPPahuAxjaGNgrIvmSgd9jqVcq8MnQHUJKkuVMoxrkWQcIwA5mee6Hiz1A86pw7FKXFymCeMRhgn9C+G6LsdehutYXvcYy3m0Wy2EUYQVpv2wzzoXWpt87UlbiWUuGQgaAe069N1DphQUgWACAiCt+JmxDKAawCggU7jllk/iJ172cvzQDz0fV1zxHLzwhS/Ej/zIC/DSl/4Y/vt/fw2+/OUv5T7J9y7ecMNv46WEIb/1rt/G8aMn8NZf+Z943vN+CH/5F3+BLsFlmsRIBbDyfm5zrt73e+/Hdz7lafjxq16Ga17/Bvz4j78c3/Os78Nv//a7cd11/xsv+bGX4jOf/jfOa5frz1kTBQ3QP0X/FOG45DM6zeGAI4BSHBceBC9Fp8QNBWhnBaZ8CNsfU8bG8zk3HuctO4Cp8yJc8l11nH+JRWqbeOqzSnDri2hsivCkyyZgq0181xUVXHAJ4DQO4pKn1lCZOYGnXe7jic8o4bFPA6Z2HMGjn+LisU+uYWr7IsqTrH9Wnfd/H0hD/qjKchFXHlGy5Sp86K0CZ0ZHTcDz1gFoGpSeeX0prtvzIeSQRKDZet+5J3bz02R7sGfPdch7IFDZs1a2ZwDlBh3g0reK3ikZfDee9HNmmTSgP/L4rtga8X3NxodP+X7pW4d+sp34tKq/pis2KPfaH/3+kMAjmvim39I3+xmM/5RPp/w4VQZGa+23CjO21+V9y5hHdcQTxmdkrFIioDQfC33OUynMhbrSf65PW28dxmi1fK2Oymw78JNz9NbrVudptA3zHx7Oy+rcnm0d0Jy8Z1923ep6kSvKWh8jY1orY78E+NQavCV2q/M2KJDP9Xxg5N66h+uN8uHh+ACJyXA8e0bsrMV+RFcsF1JEoIhAEYFvNQJF+yICRQQePBHQDx5XCk8eChE4E/CBW+dTAigMXtoYKKWhtYVSssykZh3JWLaeQPEPVkXBEhINhPZAe8M21FDMi2RMY0KCoWTcR2vqGvoyFK01JO86bg48HKapAEDR1QZWOxAQlBGepBTQiGMdONaiWq1AHknt9Qhmwh7kJFxKNBJn3CwT6mU6hXEVYFICmhjdfhdLS0sELiEU/3gEOEoZQqIEzeUVZCnog4ckzlCvTSAgzKuVxlEpj6FaYVoZg9Hc2Dt1eB7LqjNIEx/l8lQuG2e2olpqoELZsmk7FBwkicbxYycJ6hYJhyJAJ7BWY27+JCYmxyG+u57LtMvrSaRpil4/RJWQqVSq4dCho4SDFWQEJBoWM9OzhF4NIDWEagphn4BKWSwtNiHASWWGaSmHLVmi8l/0USKIqhKatQmwQEAHmZd+iiwG4n6CKEwZz4DjLed2PRsQFvroE0aWgxoyjqHX6kOAm2v9XK9WqeflRjswxgXon0eA2O9xjDCMi0JzqQXfKyPL+6T31FP0NYlSlpcoPqrVKmTOK6Uq46WR0TfH8dDt9tCjLbkGazw/QD8MIWAuJpBkoDhHFURRF56vCXNbUF6M+eZRHDh2J7pxGyu9FnqEvBMzM6iPTaBMn0sEjsZ4jBvjTHiZcY4cR+a0TIgLtNpdpPShzLW10m4RfvZhHY6R681hapmKKKXZd4IO/RQfHevBcnxaWShlkKUZsgzwCBIr1Vo+RpZAXikrIsLbNE2gCeyUUlJMyaCNhnUtwWMCzhCmZqZQqzM21JO1AXlRX+57msn7CBmPf/nnz+CfP/0v+PRt/0y5Df9022341D/din//9z04efI4QgLFmOBO4nr77V/FZz/7eZw4MYdP3fpPkNN3Ke+5PtcdkNFnF77vcu3GUPxz+PBR/O3f3Iz3ve+D2P3Rv8f+fYdZ6kC+o++Or+7F3NwCrzXiKF4T8U8pBeSC1VeKnK7T8dPHjXP2ylTMEXPUnKuU/7GQ2R4idwWNbT3sfIqD7/heB499Vg+PfmYH5z0pQWy7yGxMSZDqDsJsHmCbzLSRqhagW0ixDCiKbiLRS0hNk9KhtJHYJiLTZ7m0X4HSIX++sZnEhILiVUSgiEARgQcmAkUvRQSKCBQRKCJQRKCIwLc5AvrbbL8w/zCNgFIKmjAMULjnS7FOcxNJoQ6vgFxPdL8BIcARiAPCj5SgbShyvWaPdcO8Yh/GWJgRER+VMoQSChn3+iJiJ4oTiMRRQqjAnTbtaOoZ40BpC9n3ChQRaOAQfljHcEwKK81lQpk+wqhHN1LIb56EyRCUvfyRzTjro08AFCV92skIa3qERr28D9f1GRODaqVGW5ZAqY92u4cSQZPjBKiUG5RxCOTzvAp1PTi2xOEFUHJKzqvTtiE49NBsJ2iudOESTDWXVtBqtvPv8Gu3unBcF2HcwsLSURibIEn7cDmGlZVlyAkxgUL12jgEjLU7XSgYtFs9jI1Nol4dh9EugqDKGCiONUVEGJcQ3B0jNJRf4BARykT9CJxdJIxfj1Aupk5KSLk4t0goFyGNMpQJ2gxtKwJAhzYNHHjGh2cDlH3ajzWySMHCzVOpX5prIu6laNAP0ol8XAnhXGu5gzQGkGo4xoWARa0sBIxmLCP9gOuW8nF0uyEyAj6JrayfJAEhEMdBX5vNFVhjOX8xglIJiqMoM/4r8sgrwZlSmvFKoY1hmuUwzRqHcxIg7HYZjx56UQtR2kY/WUEva8GtaMy35rHSbaExOQFNGKws547+uG6Z8QzgOhUoePRXI8tcuCwvEWQKADSOk5+w6/Z76BMoymO6ctquJ9f9PuMfsw1g6LfHNSTz57oBWMJylYtSGob1Spl8fFUCvmqlCsd1oZQCq6mXQgBfRAAZU4AM1hr4vsc2Bn321eT67rNfGmc7+czAhmyXUXgDsSgmVEsJE0USAsM4jhFFISL63if0VopKKkO2WpexmaIDEkf5LckeoaxSCinhX0zomDA1RqMUlCBgU8Ei5nrTXBfIHBjtw3VKNGqhlUPRSDip7IEjYDHfSikM//Ayf2dyE1ODXUMTVoI6ecU5/OCSxylRg7yJEYvoBDH/g2BUEl4PJGOd6CuCurNLzHGeKQnLTolGzDgMr89hKM7SdVH80IjALK5666nTYg8NnwsviwgUESgiUESgiEARgSICD+8I6If38IrR3Z8RUEqtmVNK5RtmzVQpBdlIDwTMA4pwhfvqHP6kBAEsASDtNTfnZk1k/z0UrVinWUdRygAQ/XuKZv1Q1Gl6es2uZrmCBkQI7oy2sIQuIoapoQ0RsSN1UmaNB6Vt3iZTGqJrrYViXk5RiakoidAjwBB4l6oI2maIki660QqBWpvSQZL1ANalWQgyItoxSOIE7WYPrikjiy0qpXHEITfahFutVpjnLeuQeYR+GYzk4SORX6CRGpCnEDSxP+PCWJc2Hfah0O110Wwto9tvs19CLUQcQ4iFxaOwboJjJw6g129ifLKGPoFkiUArTTRWCAaXllpQcFAu1wh4KliYb6LRmIRW7IMQRcHi+JET9CGD47io1eqICcjSOCVscaEIXwOCGs34Bo4PRSBjWNal7eX5ZTjKpwTQHINlPos0fKdCkKehUksImMJqj6CvxrYGYFwMYU4WayQhII8rl70aeu2IPjnEhA6yVKFFgJky9Qi4gqACa1xMjE/DJ0ysVRowyqJMONkhOBUIKKliWSSnDmEIqRTKpQrkFTGwY2MNydLGOOOyAq01Y9ZHo9FApVyGS0CWpSnhV4h6rQF5nNQNXHQ575qM7djyYUS6h1D1UBkrQ7uK8C/C4vISAWybIDGB65VQrtbzcUjcFDQS3hcxIZV1HfQIx2r1Oiq1KsqVCsYmxjE2Pg4pK1fKcGTOjcMxBjDagcexe4y9jFliEhGAZpyHkIBtudnEMiFdN4eRMQSCRQLguHb7UZ/gLEKSJYjTmOuKa499Kw2uKQ3eveh02rlOlqVQSuXtpTzLCPqooZSCZoyGoiSvdK5rjOF6SRjjFF5+UpXlWkFeKWNojUVCX8RPAYu9Xm8ABQlW0ySF4boTEOwysCp1AYrmfZBxDWk4sNoCNKdURl1NUdBKsUgD/FTiBxRAr/nBREFJmTLMZ3nRufxwswZOSZ15kSpTCirEmeXTxKQBRJyM9Zno1mGS6lnFXdUZTU/Xr8Cmp9qfy1gUfRcRKCJQRKCIQBGBIgJFBIoIFBEoInD/RUB2RPeftQeRpcKVb18Ehpt8rblh5sY6v86kP37wLftqG2HYCQAAEABJREFU2chrbqh9bvA914fACRFLQAFutkUUNDQ362ZVFPWlbE3kelUAWaqn5JSOhqLOmfVnXqcCUgilYkpCECLpUIxxYbTAMkMokSGhrozNEqg4jgulQNjTI6hZRpzFkMdxyTCQMW+sQooY0FIeQUCfMimiuMd2GVzXIo4jZAQXYstoF+ONKYIGAxCeIbNwnRL1yiCXgedWMTW1CdXqJLrdFD4hldIK1nXh+h4q1QoBYoSl5hKggaPHj9CfGOSVtBcS6pzAocN3sh0I9u6GdhK28fG1r30F523fCi8IkBICKW2xYcMmyKOoCwvLKJWq2MjrIChj//67cfDQESwsLGH7BRdCYpcmGaFMAhmDPGrZ7/VhGARNJ3qdHhT/MBColuvw3VIO1/rdCAGBW706QSjjoxI0YJWPwK1AyiYa03BUgHp5HJNjM/BMgE0zW+E7JYzVJ7B103Zs2rCF9sqYntwATfCTxEDYjxg/haXlFTSbrfwxzfn5BYS9GI3aOIyyBHGMEf0HYWOaAIbjDfwy+t0wPyHWWmmhR6BkCW+/8pWvYGpyEnIazPM8bN++HVUCNqU07YS5HpTChg0b0ev04fslyInHkLCs3KigTKCX2hhzy8dx+PgB9An9NmyewcWP3okLL74IXuBDfqlJh7BNG0NTCuNj49i2dSsE3oUEjEG5RPgawdAf1/fRJfRaabfyE32tVofz1Kd/KQANqx2QuxGKxXlZGEaIaEPKSqVybtNwQQjQi1dBmh94cFwH2igoridtaMexsI5BzKBmWQIGFQ7LpE5S0ZMyxRpjDEQyZLn/LAKkAqsvyVNEx1iTF8rJQ6VYmLGVyGpbAaWe50LTB6kulQJ4jLtPWCnQVYClyzXgmACuKXE+fY5axqyhlIFWGrQK+bkj6VCQl6q8HHxllJT9Kmhordk7OBwpZXqO3gc+fT5Ol+048M9bv45swYFPb6NQ99P3g9x23pqtcxSGottzFIEPfOADEDlH3T/su52bm8PP/MzP8O+kuYf9WIsBFhEoIlBE4MEYgcKnIgKP9AjoR3oAivF/cxFQSkGLcNMsu2alFZTSUGpQDnCTzYo0TQmHQNG5ZARLyAxygYHRBA6rAl7n5axXyuZ1Ui+S10n9UKgz1JVUwUIpA3UWscYjRCMscCiEja6kIm4ArR36YyFwRECQ1gaOQ6DAlBXohX0OR6BARmjlo1IJ4BFOpFTO2Kjf7xKyJBBQonWGlNDPdWmP0EQeV3RXoYrjOJB4LC4twhoLj354foBypQqlLarVBvM1wkUNS9+2brsAMxs2YCNB0cRUA5VGCRkhYpz2YFwCx6iF2liASdZ1+8totk6iWmeF7mNu4QhKZYM47mBpeQ5bt21Gu9PCiRPH4RKi9PohVtpt5n2CyBQLi0sISiUszM9jduMsKuUKDH1cWlqGY12CxwitVhseYWeaJEjihNctAIrxM/mJPpnbHuFZu9VFFIoO0Cdw08pirDGJbifmmCvQykNzqUMdsB3QbvbRZ12/G2NxfhnLiy0sLaxg7vg85k8uQh75nTuxCHYLox00GhMYH5+Ez3FUq3V4TGNCW6U0BJRpbVGvN7D9vAuob+izB6MM5FHicqmMleYK/eqzzKLJcW+c2cA4xTh67BjBnY+jR4+h3e5Cc/7HCOHGxie4dnzMzy2xzIUxPgFhHRMT01hcXibMC9Hqr8CrGBw5cQDNzjzTg9h/eB8+9+XPQ7sWru/A4zrwPAuSXiRxiOnpKcipwVqtCp9ATzPeEePa7nagjIYVoCtrxPXgc506xoUAVPFNYm2tC20MNP1UUOj3+/nY4iiBNQ4CQkhrubbBGBMUyuO4xljIOqQ6AWIHrfYK1yQhYRozTfI4pATRigoZ13bGDpUGJE8zLGWNVmAG93hlQEhCnXAMLn23BJVaGisFpZQYWWsiOvKdlCzkumyj0+4w5hSunSxVMJxDw/EZjtmuipQpyB+N/I8CX+yUn0opKHVKxC6vWIO8XPPnlFIK5/p1yx/ehU/+0T5Iekr285ry4QP4JOUf/vBurMmHDzJ/kG1Yx3af/KO78A+rcuuf7Gd+H2VQdssf3ol/+ON9uIX1n2S6Jiz/JOWWD+/FJ9n/J5gf2jjX8Xig+xeQf/311z/Q3d5Lf0dw45tuxJF1NMTXZz3rWdi1+ptcb7311nW07nuRgKc2f+a/7GUvW7eRQD/pQ35D9w033ABJ11X8OoUSX/H966g9cNW3Xotr1wmdjE9A3DC+b3nLW75ln/7xH/8Rr371qzHJ/yw605jEVmIs5b/zO7/zTQNAsTP0WdbH/RXrb8Un8eHHf/zH18Yksf1G15CsT5kDaSsxGorY/vM///Ph5b2m34DuvdopKosIFBEoIlBEoIjAQzUC3LY9VF0v/D7XEVBKceMMyOmYM33RBABZmiGKIsiJKIFaIhn34kpJOwXwDSUFA5ETcZlKIEIVaEKLNVHczq+KUQZWWYpDcXMxcGEyFyoxFJ2LziyGohIFnWhY/pHvg8sS9sm3oZ0s08iIC5RyYB0XHoGb+JZmKeQ3jlqjCWZc1OtVuAQ0AjDkRFTGwaQEfDK+jLpG0w5tgrZiwqYopVXClRQssRraUejHXcCkaBMGOb6FcTVOLhzHYnMOh44fIBC6E8utBaQqQVD2sX3HdjiuyU8MCpxJCAwZBniBizgJEcY92s1gPYv6eB0rBHhdwshKrYaUg/AIeGqNMSwtNwnXulBs7BK8lAnv5PSYSK1aQ6NWx+LiIpTWWCKwAiFsEtECIaprfYT9GLVKAxwuHF6XggoExvleBdXKGKwJUCmNoVodh+tU4NoKfK/GdkC7FSOONCrUGx+bJmwrs20CzTnzXeq6Jca3zPhOoEqdibEpBF6Z9QY+IWuj2sBYY5ztfDjG5YJTWFluQdZAxjgbaoqe57iQvIZCSMi4vNhkjaVvLuSXfJQYi4AgUHFs1th86fm8FggmvyDEcwLCzWU0xbZxONYMckpxcWkJmvoNgr4S41YiBJV50FrBJbBVDIqVvOeASxOWaUbIawIHW8/fhkRlSOiTtS4/NSTeChn+Y8+/4eCB/Qh7fcSEoUY5hGgO+yrD2ip8twbXBoxNCVZb+stxcR58rk/pNyM4z7getAYc18APfDiMQUI4J/edsQ5ESpwrmW/P9aAUw0d/2RGMNrCGfUK8kUWqEMcxRCejf5oZ0VFKQbFa3lppiMh6z/vnGgfjCd5DSlk41qU44OJDQsgH3g9yr7EVbRiW64FQ39U+fK9Eexaavmilwa7oWgqxDY5P0ZCiEel/UK+RSX/Uzag8lLwhryHl4qi0YSMFlV8pNUjzi3P44cRVmH4ZTsy5zaUOJ2rk4sVj8OJx2H59TZx+I887/RpsWDld+rx3ogrb1OBFFNozvRIc6uk+40qRa5d1In7aYN+lXN+lrsg5DMVDoOtz7+IVV1yBPXv2QIDOLbfcsgZP7otnAkRGQYkAJ4FZo21HdQT6XXbZZaPVD/v8zMwMbr755jzG559/fh7n+zpoAUn//u//fpr6C17wAjzqUY9aKxPbAq2kQGIrMZb8tyoCEGVd/Mmf/An++I//+JsGsd+qH6PtL7jgArz//e8fLfqG8rI+Be7J36/fUMNCuYhAEYEiAkUEiggUEViLgF7LFZkiAvchAkopKLUqmim49SbYWq+pUgrGGGit10QphdGXgLxMxcgFkibMi6SjamA3uShmDEWDdmFhlAur/IHAgyHQM5nD1IFDeDQUS/AnJZ7xCfw0/WFbAhNDATTSjONgqrRhPiPUC5FwXNoYWEKSOAoJqVr8R3QbAvfkEcsszdi/JoBxIOBBoEMUCcahfUKOFAq9MIKytKmBbthBL25jYfkkMp2gG7XRCVsIqh68ikZjqgS/5iCouYR5fRybO4bPfeGzODF/nHa6SPlHfumCMhpkJnAIkRoT3PwHFuD78LGj7MvSXhXtXkjYU+VYDFzCIJ9ASuCSwB854VUhpFqYX0AUxjmMsdbi+LFjOdAqBWWWebDGQ+BXMD21ESrV8AliwPgiNbDa57hLeRr4dRiZA1uCVmynA1Cb9RXUKlPwXILG2PK6RBtVQh/FvE8dByA8zGhPE2wpDiIhhE0pWaqQRBl67T563T58Qr6QY+pTJE36CeJ+zLlUSKMUnZU2fTDodbrwrAdXuwS8Ugf6btDvhGivdAjSQoC2DXtXAFzr5icFo37Kco2IdjXrBEi1mi1kLK4SlMopOnlU1nEduIx7EHiMVQxFhUalisBzIcDLcK4V52e5s8L57SFSKfxqhXPBsftlxsuBVooQcQ6OUQTOKfptQlf6lMQKAkH7fYPlpRCtlRiddowkTCFrzbUe4xdAJl8rDaNlBCnYJYGihfQNaHiehyAowXE96jhwHA9aGWRcNAL+EgHbUFC0AfrCYqRcy+ArpZLi/ZoSEKZpCvmFGZKKjmK9vJVSkK6pBs0PrS20svTLQMEw5ZtxE3+V3Fe0KTHP8nnl2uVaAkVxLcmpTKsdKMVycJxZwsYJfRWJkaUiUZ6mqZTRC/afUcA2A5EyQPEPlGJGIZM+AV4yLwHD4CXjGOTOzWfCuOYxTRLEucRImIrEBKsCZcX3U8KYcG5SzsWgjOHhdUYZtE/Ynjr5eBXkDyQGHOgwHycx+4rzn1tSJnM7sEWlcxOGB1WvAsAEeslpKEnlWkRAg5yMknLJD52W01dSJiL5oe4Q4kiZwDi5vvLKK/OTd5LK9dDGN5NOT09DwIfYEXvSv6RyLT7ISSm5ljG8973vxa/+6q9CgJL4IiBqOBapF33xc1RH9ERGfRPbYlP6GsZA2ooNKZM60Rlts15e7Iq+iORFR9Krrroqj4/4Jj4Oy0VPZNin+Cr6Ui96cjpw1I/R9qLzzUi5XMbU1BT/ju/kj9ZK/6N2BeRdc801ub9/+7d/i1/8xV/ET//0T+e64ov4Km1ExFeRa6+9Fpdffnn+KLT4/efrnECTsUmb0b6GtkbLzjYmAZRnrgtpL/rSp9gQ+yLDcknlWkT8FN2hyFiG8yttxYbUiZ7oi4jPUjYqj3vc4/LLoX5+wQ9ZH7JOpJ2kci3txR6rIfrD+ZQ1LP2LjuhKmze+8Y2ilou0kzIRyUvh2XSlrpAiAkUEiggUESgi8EiLgH6kDfhcjPfh3KdSirtNcD+pThPcx5dsaocy2iQjNEm4sRdJmeadyCZdkRoobkolJQxQIrwmY4DRGp7x4emBuNoj5BmIR/CkCPgygiRLHdcGcKzPLjVTl0DEhwAuR04+pSmvXZabfEzynXntTgcCdxLWGWPgUS/lBpuX3DRz8xwnEAhUrTfQ6Yfoc6Me00038CGiHcILQ9BTdrBxywwSAs1+3M+hTJiGgAHmFucI+9po9wdC1oWlleVc5hbm0el10I/6mFuYQ5PwiDwIi8tN7L/7EHr9CFMbZqCtxfjEFDZt3oJyuQqHYKfXi6C1ixMn5rGy3M4fda1X6piZ3N6gzLgAABAASURBVIDmUhM+wZkibJkcnyboWkGjOo5SUIMiJD15fBFLC22CqDIBWgijPLimjKiXwRLodVoh6wJOj4X8cgwkDkFXlVJBrdIA6GRKOKXB8SeAPF66aeNmlPwKqpUa7Vk0ag1U6KtHP6y2uc5YbRyO9TinDpoLTfbdxRj9cuCizz4VoWAqAWZaInTcNLMJdY7JKgdSHhCkbZiexVh1LB+f1Q7A/jvNDvKlw7zvBAicElzW1at1iLjWBTINpSzku+5Av13GEJmC6/qo1+tcGx7zLkFcDK00+r0e10BIUBpifm4OBw7ejebKCoFKivmFRcRcGzHBVJmbR9mEyZrJv7ev1UO33YPEyNBvn/5Ugyomqg3USlUEbgAFDUVfHK438CXwR9ad1hqO4yDhOovikP13CbQSsJgpYIzFzMxGbNm6Le+/TxAaE4JK30opqNyuApgDXxkyCNiLaS+OYuRASPKrkhJAUW3tba0DgcWSam0AxfnNgITgUPqQMsUySD8UVuFeX/mkpPQiQZJFlBBJ2kfMeyOhpFlI/yKk/A8ABoymvp7FDEpRjW8FBc3ASIpz/DJaD3xZTVe4TuQ/C2ReZT77/T7nMoRcJ1wz8ktRZLMrEnMdSbz7/A8DibGsiT7v+26nRxDchlaGti2scbgmxUbCNeJiaDPvJ+bPAqPPcRQeXN3LCainPvWp+emtF7/4xfizP/uzNQf/5E/+JC+Xe1cghIAEebRV2ogcP34cBw4cgJz6+vKXv5yDobvuuguPfvSjIY9oCjwTPUm/mVNNu3fvzmHSD/7gD+KZz3wm5OfH2eyeOHECv/d7vwd5vFLG8ZM/+ZP5STQBfHKaTE7+iS/iq/j8whe+EKM6a4MeyXz0ox/F6173ujwG0k6AjLSVvNj6q7/6q3UfQR0xkcdE+pZTbNJe8hJH0fm+7/u+3PZv//Zv42/+5m9y3S9+8Yu532Jf+pE2T37yk/GZz3xGmuDf/u3f8JSnPCVvJ+MUPZmnb+YEm8yfwDeBRTKvEiext55dqReAJfU/8AM/kMfl13/91/N4y7wIMJO6D37wg7mvEvdXvOIV+cnAs53YkzjIepExDsdw8ODBfJxSJrESn/KCkY/f+I3fyNfFT/3UT+FFL3pRXrPeXEmshn796I/+KEREeVg29FXKhiJjWG/8En/Rl/qzjeflL3/5PU4Syok8WSfS7od/+Ich98l68znsX9LRNf7zP//zkNhLufQrdmQtSdzk5+LZdEW/kCICRQSKCJzLCBR9FxE4FxEo/pV/LqL+MOkz3ywrbrXzUyMcFPOQHbUIL+/LO2PboZymn5cnBBUJN/UJq7LTRBEDKAECiuUivNbsVyCOo12cKda40Nz0as3NL6GRXZUcRrCvsN/jJriLkPAsikKChQQhoUnMzbD4B44tYx9KKWhuzAVDyGbbEHIoghT5rrd2t4eFpSVoQhdHTk9VyijXaiDfAtkQ5FHNiKDi5OJxhEkP1UYZ3agDr+Si1V1BqRrADbgZj2mnOY+DRw6g2V7Oyyemx2mrhArbbD1/a/4Ibqvbob4P1/PhBQEOHj5MqNQi6AvRanex3GxBG8aC0KxeH8OWzdtw4Y6L4VoPd+3dj26ri3q5DjkBJ/mZyY2oEOpx2Dm8c2yJAG4ME2MzkJN5GgGS0GCsPgPPqcJ1Kpx8xhUexhtSVmF5BS7bCY+VX25R8sooEb6VmArYk9NzWaIwNTmNkl9GjVCtWqlCTgsGfglaWRjOUxBUUCnXMEsQuJHgbvPGLRirTWC8TmFaCarsx6e/FUK5MYK2BCePz6NPkJkRVGoYZAx8QgDoGA8TjSlsoo3xsUmM1cdhuA56nT5WGKMOAVuHsUjilH1WUa81cv+mpzYwnYLMt3wn3PLyMvbv24/Dhw5jcWEB3/GkJyFg7HuEe3XOc5amuODCC7Fp0yb4nA/P92C5Fk7On0TGPxHXkkNI1251ID5NTc7k39tntZvPQY+wL+5w7VE0l7zmovE5dz77cF0PQbmMSrWKbq8LATZiT1tCNaSc8y6azaU8NdYQzqX0cTmPQalUQcyxJYTR4PqVJCK0iwjxZG3L+ByuY5e+Oo6FJSA2xsAMU+a1ZjwBjoLCWy7JT6Bl4JAhcctSwHDeLMVQVykNRQEUAM1GiqnKrxRz8laKhiQzsArwOiOBTbOY91+IOAuRUCSN04j5CCnr0lwnRcZO1wSrXTA99R70lPH+Vkp+YtDJU5XnJjdwCUopNBp1vPa1r8X7f//9kE1rq9XKTwPJKZbr33495DG3t73t1/DOd74T11//a3jC4x+Pxz/hCfj99/8+fu7nfo4DBl7wwy+AbPTf8Y5fx2Mf+1gIwHsCdX73d38XsikuBSX8/Ot+Hm9/+9tzO0//rqfzXomhtYb8p8q5CcKDq9f9+/fnMRTAIyBr6N3wpNzwWtKTJ09C5knyInJqSsqGsELAlwCgyclJCHwQHRE5EdZut3N4Jdf3VYaP5Y5CnvXsCgRez99hPwIm5RSWjFGA4bD866XSl8RE2sk6E32BTQLXpGx4ekrKzyYCYD73uc/lJ9gEeEl+qHveeecNs3kqugIp8wt+SL3Mz7Zt23LAc/fdd+fxl76lnCr5W+CaZKS9pPdVZP4EFAkwkntQ2t2bXfFHdNYTAWbil3z3nMz1ejpnlsnaEYgncRHIeJyweGJiIodwAnTF5plt5FoeyxW/5V4fjn29uZJ1KTbEL/FJ5k7aD8vW8/Vs4//Zn/3Z/D658sorz/p4uKx7AbIST+lHRACmtBEfhmtovfkU3aHIWIZ5uXcErsu1rDexM4yVlJ1NV+oeIlK4WUSgiEARgSICRQTutwhw13W/2SoMFRE4IwIZUu7+ZRO5vsSn6csm/JScsXnPEm7mRVLaTNgugzaKIMLAIYRYgxLastzkAihgVQRkaKUhj6RZY5HECQFJCAEySRLBWAXPd4gZUniBBwF73H/D8wjHXLGp4RB+KK2IUpBDFus6ID+CPPLqCIDxfTQmJgnjqggqFYxPTSKlxT5hYcy03Wsj4h+/7MHxDU4unUAv7qBHwKccoFwvA4bjchUMRQBglPWx3F7CXQf24mt33YEDh/bh8DH+z74BZrdsxLbzz2N/FcwtLhAWjKM+Nkb400epXIVxPHgEZouLTaSEXAsLyzDawYbpjRirjsFhp7NTG9mlYd5Fe7mLCUK6gOCuVh4nHvNQLU2g18mgVQkbZraj5I+jy2tJq+VJWF1Glrho1GbyVCsPAgXLQQP9ToySW0a9MpZDOM1gRd0QAsrCkJEgXJL8sWPHsUBYJpsPx9KPlS7mTs5j7sQCluhzxnatZht9gjufoLBWbWAjx1BySyj7Fc6wwfJyCwFhoeb8pwmwstKBHDYz2qG/fW5GaGtxBVGYoNvtkyMZlEs1aMZAdKx10Bbo5ri0U0LUjxF4AceUcfxdlAjrJiS2nQ7aKy0k9H1xfiF/lNkjeAMBkqzdTqebb+AF9gkMXFpaxOTkOEAgpbnGYkK1zbObUaLfHcK8hPOiGWk5kFZhrALtw8YaNRlnUEaJ68onKLZcezHvpZV2C7IOU66nlH3Kd0KKuK7LOQ8gfWij4LgOYd8KDh06goywMyiVUWs0qFOC0pqt6RLfKYMk9wBoC6R+MoY0S3mZIVu9zsvSlPFMViXNYWHGeVHK0p+A4kNrS4smTxU05ISZUpprzkJJagzMqlgCSAFMdAVKAUo8yqRfucdjXlF4z7MnRi5meCLCvpguJkg4wQnpccJ6XvEeYzu2wD1eNJxbllQqBSaKSP7ciWYs2gR5L3rBi/D/vewn8Hcf/Tv80HN/CJqB+J5nPhNRFGHfXfsxP7eA5/zgD2Af4dOdd+7H9PQM3n3D7+DjH/84vmPXd+Dd7343nvQdT8J527djfnEeAvQuefwleOf//b/418/8K7ZvOw/XvP4afOdTL4UhQD5w4BDm55eQct447dBc++cuCg+engXYyAksARIiQ8iznocCGir82T6sExgjZQJNpPyTn/xkfmpP6s8//3xJchGII4BiCGLywm/o45TyenYD/nw6pXF6rsOfWXKq7U9WTyEKMDxd4+xXAiqHp7UkNgKhRFtSuZYxCTiUsrOJjFlO6AnEkjZyiksg0Hr6ojs9Pb1WJaBJ5kfKBU7K6T4BcnIt5UNFGaPkpVzSb0W+GbsyNpkXGZ/ES+JyX3yQtSMn76SdiJy6lDHIehKgK2MW2+vZkhgO+5T6s82VQDmxLUBP9MTesN16vp5t/OKX+CenQ//0T/9UTK0rL3zhC/GJT3wCQ0grJ1bl5Kr4IFBSGoktGdvofEr5UMS/YV7uHfm3gawzud/EjoBNWQeis56ulBdSRKCIQBGBIgJFBB6JEdCPxEEXY75/I8A96T0MyhY6ITDI1t1030M9LxAQOJSEG/hUTunkknBDOpBENvWrImAiIZiLk5CwIULEtJ/0Ea5KN+piKFHSQ8zyXJd6koK2uc+mhykyRY95N0RxiDYBSkZwkBE2RHGEbr8PGYsIMRd1FeQRXe6OoY2FnNJyCHiSFHAJYzrdLtoUOUknMKYnpwHZZ1AmADFgXQutdhMZkUVKH1qdJqBSHDt2mD6GGBuro1TyUSoHqNerGB9vEMxUMDbRwOT0JFzCx7mFk1hpr+Art38FiwRI1WoNZW464ziBUoaAqQefcEobh2mJUiawinD08DHId7i1mx0szS8TtPXQ7YQEVl1ouOi2I6jMweZN52HDhq2YGN+I6anN2LJpB+rVKQKxCdqq018fcWzh+3UotstSgTwllMtjqBIcNhoTAKFSGKaEciFiQrV2q0twEaPdauf+CTzyGDfxPQhKkBhqxtPjRlUbh7ZLtG3hOT6s9RAS7vW7UZ4uL7UhtjvtkDCugkZjEsa6KJWq0I5L4KMRJxkU7Vn2Ie0r1Tp8ArNKucYYT0Jrh3YdKMar0RjP8/1eiLmTJwkLFyGn8xYITeVUTMg1UKmUc9jreS7n2cPtjD24xrds3sJ+pc7L56rX7+aPUKfEUpVqiZuco5zvFsfcgUtfMsalUqmjwRi5TgkeIaVPcZSDkhugTv9c+lT1ma9yPFqj1Wlz3XS4tiNaTRHz/jCO5ZgtXMI/bTXiNIakEe+JMAw5PgOjLeMUAVBIuDYkdV2X7Qy00XAJAaVc9GWtC1iSNcRhIWEfCSlQLsxj5GWMwysNOcGX66eAJuizLJdUs18DC2T6lECxjbwzfgwk412Q8l5Lea9Jfyn7kWsp50JkLfVUfgW5R1PObKbYWV7GlO0ylrETDFKWMccOVt/sU0wopqsl5zyhKx7XwZN37cKNN96Y3w9yIlRO1cncXHThRdhGMLewsAjL/7g477ztEKC78+Kd+OpX74A8fvebv/Gb+cm+iYkJ3vdlVCpVxATHF5x/AU6eOImbPvIRvPnNb8Iv/MIvcH35uOiii3Hhjotw9OgxyL2GjE6szcc5j8gD6oCcXJPTPyJyEkgKBiVWAAAQAElEQVRAlYAUuRYR+HE2hwSoPOYxj8kfiRRdAQwCYkRfyr/whS9ATiXJtUA0OakkevL9bPLIopR/q3Jf7Ao8qfDvAxmbwBABIJdffnnu9/Ck06jO2cY82pfAGAEsIpKXcQloHo53OK52uw05ESb1V155Zf5z75mE1nISTcrk+9w6BI5D/dFUfBrVFV9lDKIjjzr/8z//8xo8lfLhvP3Ij/xIftpN2ovutyL31a74I1BYxrOdgP0v/uIv8viOfkecrAmJu6yz9Xw6cz0JgJubm4PETWIl9qWf9dpKmYA0iYG0WW+uREceeRZbIjLPYm89X0VX5GzjF9/EhoxHxiW664nMwXOf+1wIiJN6OeU5XA8f+9jHpCgX8WN0PvPC1Y9nPOMZ+Slm6e8d73gH/11Rzu8rWQ9SJvO9qor1dId1RVpEoIhAEYEiAkUEHmkR4M7rkTbkR/Z479fRc38oEACySeQGOktTsg5usZnKZj2D/MHXebEh9WRzrrXGUIw5lddaQZuBGJYb5kW0VRAQEEUhoriPkNJPe+itSqJjrAkiIoCYErE3QhCTwboarmeYGsRJTIDSItCICU5CCAuQMWhNP4yF6/rcYHuwjgNjHfZFPYIPAXmtdgfy3XfLzRUo6vuEU7WaAKQx+pfB8z34gYuVlWW0CeQSAkQQUESEjw7HYHgXLi7Oo91pEcT0cPjIIY6HQEYBc/Nz6PW6hEMr6PY7WGouYZ5lyytNwr0W2t0Opmdm4BEqeoR55XIV27efT/81+y2h2+0RVNEvaMjjplmcouyX0e/0MTk+hYX5JQK9PtLEoFabQLcTY3GxRUCwhHJQxwzBXtRT6HWALPFoYxobN24n9JvN8xtmtmDLlvPheRWMNabod8b+WmiudNAmNEzijDChTAgEyPeDBYRrvleCaz04xoUlDCqXKvAItYy2sIxt4JcgeRmLQ70gqNKXKgKvDIFgPlNrXDg2QIewr09wKHYFCGrrwhIGVutjKNfqCGi7SqhXoZQrNa5Pg4xwTWsHcZRCAJvjuPDpk5Rpzp8hUKnVCNVknfFawEqT8ZZ58DwHLuGeRwkIJH1Kp9PjvEXYsHEj52YeUOB8e1wnmnFYRLVWBrjyjh49msegTHgXEXois/DYrzyu7NFnx7iihpiAEQSTXW6SV5aXCERDGMfAJxz2ywG6YRftbjtfs6VyCQEl4vrtECpqo6kfsZ8QAu3k/jRcv+WyzEHC8j6UUrnI/Spj9zwPRmv6OHgbayBjdGStGwOTi8boK+E6AgGR1Q4cxlwrgzTNaFfD5/z5XpljC9hE2oko5ofvLM9k4B+BcyJsmwrYo2RyzXilFBDiQZqKCdFXCUulJsVALwOHg4Ee85oibTB4KaVYr6BHxodz+EoTwscMjFWCVqsFgXPys2fXk3fhkkseT181br/99vx7xSzXYcYJPHToEA4fPsyfHysIGFtZdzMzGzh+DoRz4DD+z3jGd+NvP/pRrr8FyLxVCYVF92JCPWpBbMgvBOj1euybPkjhI1AExAkMEeAlMjyl95a3vCX/DjcpE7hRKpVw9dVXQ1IJk/wiBWkreakXPZFh+2G5nGwatpFUrkXv3k6rSdv1RPqTfs+sW8+ulI36K23EN+lb/B3m5Vp8Ettn6oieyKgtyYu+tJO4STsRyUuZ1ImO2BrKaCyH416vjfQlIu2kfjhWyQ/tiy2pFxEQ9sEPfhBSL9ciUi9+iP5oudR9PRG/pb3YPVNXys+0K76KDHWlnYxPYrBlyxZIXtp8hGB9OBbRlzKJv/j3ghe8IG8uQFDay8VQR/SkXykf2pJUrkVvKKIv9uR6dAySF1/EjsRDoKucJJXTcVImsZPvzRN7YlfKRn0d9Un8kHqxI35LX8MyKRcfpGwoojMcm5RJvfgiPkle2ojcyP/MkGvRET/EJ2kr16I7XMNSN+qj2JZ6sSl2xC/xR8rW0xV7hRQRKCJQRKCIwKkIFLlHTgTyLdMjZ7jFSO/PCFhu/hXBG/eXSBUgqeImOuWGlPtXDDfUGeQq5bWCNoqb0mRVVstoQ1MyyIZ9UJfKBj8b5LM8lboUKfNxFqGf9Ag5OujFXfSygfSZCtwbSjtqocv6MCO8cjJEJgEZFvpZjD5BYItgbKXTRi/sAYQCPiFcpVrBuJyGYVoloLMEP+AriiJCtj663T76PQISKAKxjCAl5ljAK03AE6NcqmJ8fBJxnCAlAHG4Qe9wE99cbMJqixrBTsa6sNtFgxtwzTG3mstw8354RcjRbnXRbLZRI4wCgxpR3yO427ZtO0HeBmw7/3ymMznE27b1PJw4cRIdbtod1yOg7GKSsC+lRyfn51En5BLv7rprH/urE5D5OHr4EGGWC8/xMD02g4nqFAJTxspiFy5TnXpwVBkTtQ04cXgJiH24qoqkb1HxJ9BdiRH2UjjWo50AlXIFzeVlWI41IGQsE6ipzEBrCwFzaWwAgiyjPWTMl9waVGzRWY6Q9DTmjy8j6abQoULU6sPGCm5qELVDRD321YmwstQmhAwR9lPGVaNLCLlxw2ZMTW6gD2WCQh/12jiscaGVhSHwmJqagTEOYeVy/gsHOrSN1LI+AHug33XIb2stEx6uLDcR9ftoLjWBDOgSioZhyLnNKCnkNKUhiO1wzUQsl1NVShtYxqBNuJdynmTdCGytN2o0kcDzLSYmGzh24iivM1QIDI8cO865iqB0mfGrcC3F0PQZykARqvUJ6VJHcX2GaBHuyS9ZOTZ3hGOYw0p7ERHBtXI0GpPj+WPfSysraLbayJRGwLiHcYw+16rnu5D1bLXOx9XneGpcb3LtGPpN313XJWxuI005l44LcNxyT1vHIuU9nPIeHAI30QHXqogCYJUDBy4MPw0sPOvDN0F+rbWF4zrQWkFpGlUJTcfkb5ncZow9rRBypVzXKQF5lmZ5f1BqtQfWS9+8SpEAbK9zO2k+Fxl/BqRpxDztUi+jr1LGVmKCothGsR58SZrlZUqxnCXn8i3jFfYY+AE+/IcfxpU/dCVe/XOvRqPewMmTc/y5keLpT78Mr3jFK3DhhRfyZ04Pb3vb2/DpT38an/zkP2DTps143/vej1/5lbfiwx/+Q/6cWMFnPvOv+O///XV4zhU/gL1770SjMY73v/8P8Kd/+mf48R9/GddyF49//OPxkpe8BFdeeSXh+zLnRmMwp+cyGg9833Lq51zKer8tdb0oyC9aOZd+fiN9y7oa6r/yla/MT68Nrx/odAi91ovpmWVveMMbzqmv3+7YlAioK5UKBKZJX6OnR+X64Sy/9Eu/dOZ0F9f3LQKFVhGBIgJFBIoIPMQjoB/i/hfun8MIKKWQcmMtLjALQ7hjCQaMNVKUb6gz5gT6aCObyQQJ4YNSKq9T3Pxn+eZ8sGlf3Y2zhbylpaRDkeuBZNz0Z9zwZ7Lx56bf0I6I2IPJ4AYO5NE9TRiTX/sOvJIL65uBeBqaAMU6Go5n6TdvA77jLEa31yHwaOVphwCuT5CjtYbv+/kpm4nJCcK7cdQbDdQok5NTLJ9CtVrD7OxmPOk7npxvwAUO9QhUmoReSRSjRDhHJoFup8uxa8xunCWU8gmqEgh0kc39xg2z+Qm1scYERNcQoFy442LsuOAibD/vfMj3p7m00xibwBOetAsdgsZjx0/AOh79GYM8PlyqVLDnPz6LmdlZbN12HnoEVo2xcWjCI/llFt1OH75bwiWPfSJhXhvzJ5bQWQmBxEG/kyIjdNs4cx79rWPhZAtjtWmyFQeeqWCsOo16ZQK1yjga1Ykc5MyfXMS+uw6gL9+lRygZ0LbVLqx2MDk+jemJDZhoTLPdGBry3Xt+DRP1KZw3ez62b74Am2e25fnNM1tx3qbt2DKzmWUDke8DnJmYwYbJDZgao41SIwdIIKGtBDV4TgBJNcGhQDpNyOQYH1mq0euEBGJNwtYatmzahlq1QZ88lNi/1R6iMEOnTegbA4vzSwDhnM/YegSkCprzxLoU6HC+eoS5fcaxT4AqQKQxNoZSqUz41s0lDGPMzS3i9jv24jGPvYTrYRJ9rpuUazuMQwjUm1tYwBIhrhf4g1OfBFpy2lO+C3KJYFEg3fG5OcLqECvdNrpRH9Zz0BhrYIL9+VzT1tJNxJicniDkiwgNj6FcrSIWUEb/tbHsN0JCYCZgUiCktPAIXHv0vcf1mCYZ4iiBVhqloEzAWWG8MkS8L63jQGvDMfcgt7XD6yAIICLrX65FrHUhMVIwBHaaoihMoSFQu00oKY8yJ2kKy58FijQrIZDPjQLUBYzWMMZQLLTR0LxWSkHxXk6R5T9XMjrBHPMpJWFzTojc+3JzKEAbRWNgnxGiKGQaIkljpGnCYcvPCqy+FJRSq/lzm1jOkVIKsjY+/7nP48d+7Mfwv/7X/8JVP34VPn7LJ3D1f/tZvPo1r4E82nfkyBEIrKhyjiWecv393//9ePOb3wz5bZa///u/D/llG7/5m7+Z/wZKefRtnkBfHn+Ux3EFEP7ar/0aZKMrJ2KkTB6LK3HTL+tYYn5uo/HA9y6nfs6lvGD15Napkc/iqrdehdlTBXlO5vxc+nnvfe9ZO+Uoeh/+8IfXrt/znves5aXugZYPfOADefxO+7jsOlx32Wkl+YVA8wfavweyPxmk/PwY9vlXf/VXmJyclOJzOkdDf76d6f/+3/87H2fxUUSgiEARgSICRQQeaRHQj7QBF+O9fyOglMo3ztyHIyOwSJkRka21bMXJHPKNrGzUlVLczGuKWZOEYGIoGTf1uE8vsU5RKfvOoDSYimRIkzjf6Kfc4CsFOIQLcRIRcrURhq1c4rgLTQhoHcDmkM/AUM9Y+sbUOgaakCEjREhoLyOkyehbh+Cv02mj0yUA7HQIdtpoNpuQ79+zjsu0jy998Us4fOgINhLUzcxMY2Z6GpMTE/A9D67joFqto1qpY3mpieMEc62VFtrNFlaaK0iiFM2lNuS75UBAdfz4PA7sP4gjR44R7B3F0vIKvnzHV/GVr+7FV+74GhbZrtoYQ6lSgeO6kF+s4BFCppyDVruDNsFUQICzccNGBH4JGSdDoFy1NM4+Qyh4MLqUi+fWCBbHsG3zhQRmDcR9wCoP1fIY5LRbFKaI+gQsscZYfYJj8SEn4RJCMt+WMEn4VvYq8KyPLASqQR1RJwao7xoPm6c3Y/PUZkwS7Hnah0ktHOVSN4OTOXlqCOk8E8CnDbEjvzCj6ldQod16qY7p8RlM1CbRKDcgfYW0H/dTaNqSflL2m0agv4Zjs4xnhi4BaIdAsxRUUasyVqUa4ZJFt9VHGikIFKyUKnCtl/teKdfgOvTPOPDcII+ZUobgKOYKUHCsA0WIpZWFiEOwKvb7/Tg/hbe02CRgAmr1BoJSKc9PTExjbGISMBrNdgtLzUVs3DxF2QDXD1BtNFAfH8P49BSqYw345RKUaxGpBJ1+B93Vx20Dzm21UuKY2gC90dby3gIahL2O66G50mapQoUwAfmLegAAEABJREFUSB7DFYAjYozhWHyIr1VCaG0MyN0g6wTQcAn/BPT59CXlPVwiuBTbCfPDe1PSvE3KnlmO/Lv0FC8oEEH+UkpBbPQJRKMoWo0bOHSLNTUFpPRU+s+yDJLKdcYyrL4kn8l9x74ydpzy50R+zbJcRdqxXCwpDc5ThpTXcv+LHugHu5EEci9rrZmXkrz1ufsQFygZIesm/mfAzMzGPP6L/Hkg36k3Syjf4HoYHx/Hjh07IGDVdV3IY3+bN2+GQNu9e/dCvmRe4ttqtbDM/0DIGI/jx4/nMZBTX1/96ldx7NixXH9paYk/Q45AHu3t8OeWxALFq4hAEYEiAkUEiggUESgiUESgiEARgYdVBPTDajTFYB7QCCjFXSp7lI1lxk13KpIQAHGTzWJCFOQie3YFxU22phjIS3QT0WVltipSPhQ1zDCVbpRSUEpBU8RoRjyQEr6laYwkjpAQ4CUEcQO7MbRRGCMoqdWrcAjsDK8tUymXtlHYh3yH2hDW9QhQoijMN8d0B8ZaGKMRkXLJd+F12isQ6XZa6HZWKC2E/R7TLtMQcZQQiMW4e//d6BEoLcwvEDLGNJXRRgzFvqv1BkrlKjJlEMZpDn40oVKmHSjtEt61CA5DdHsxDMurtTGMT84QDE3hvAsuxKYt2zCzcRaWIIcKqBIC7Hz0YwiAQhyfm0djfBLtbg9leZwXGgqEOAm4sT+BnRc/FrXaOCFPldLA8mKfGmUgDWBUBSV/HI+++AnodzNCMUOoN4EktshSB9XKOCyhm+uUIZBPgJiBC0d78JwS5PSc75ZRq4xBE9QFhHEVv4odmy7AZHkcdbeGkimh6hGcsV1AW/WgjnHWVVz2bUsIWO+z3DM+Kn4NtaCGKtOSLUMRwplYQRMkloyLsg1QpS8l6oqU6YNnPKgYAOGeAwdixzAVX8q0ZbXHsRpUCAnHG4Ro5QYCvwKpE99lHIFfRhBUMNaYRMDxSFmFMHC8zrjRR7GX0Y8mASwIX6sEgZ7jQysHJcLDSrmen+CbO7mADYS7nleCQL82QZd2LLxyAL/qY375JG7f+yVYX5ORZVzJCdoExyfmT+Lw8aOYW17CQquJVthDzHULx6DH9Tq/uMC5PMJ1K3AvQbns4/wLtqNaqwGZgYC7UhAg5dpqtzocSwBjLJRiPxnydZkR8Gpl6bNBt93n+u2DtxHXcAwNmW/FOVcIuQazZJDPUgVQsgS5bpYCSrEMfDHVWuyn+b0jpSzK613XgTEGUpYStsf8uRAxjZjGvPdj5hMaTTPGQITm6CZEmM1TyYvI9ahIm4TtM8I/ow20VlBKgR8DAfN4EL44GPG51+vhRS96Ef7P//k/+Ln/9nP4gz/4AJ77vOfhl//HtXjr//yf+Imf+AnIL0H4rd/6LfiEuvKl+Bs3bkQYhmgR6LXb7Ty2cRwjIkSVkXYI7iTNGEsBfAL9BHhKX/KfEEuEfKIv8yV6hRQRKCJQRKCIQBGBIgJFBIoIFBF4ICNQ9PXtjYD+9povrD/cI6DUYBPN/SSUUtxkayitYbnhttzYy2NoxkgZ9fiWzWbCjb2CyjenUm+thYhSCqdeCkoNBFA5OMjbckOfUkggwP08+1MwcuKOfRiKZqEhELHWwHHEroFhnliCMC2G9C12lDawjgM5FaOUYnmMPgGKnMrrdLoEIV1CuZA+Kniepa5mX9lAFNi9kI4UnuuiUasjjmJ0uLnuEeSE/RCyuT567CjtphAQwT095DRXnxCwF0YICPnGJuVE1zRKhEIzGzcTZlgCmjHUCOFqBErW9bHUbOHo8ZNoTExh52MvQbnWIOTbinJVIKHGXQcOYOejHo2Ldj4aAg+1cdDrRxgbI+hrdzm+AJMTM9i//xChj0KFQC1LPKSJD4F6Oy54HM7b9ig0ahswd2KF3NQFEptDPs+tIvDrqBLuNQi85JHe+fkl9Al+KgRbWzZvwxRt97sRBPgpAibX+vnJPgsHDUK1sglQ96pwUouyS8BHmJcDPadEoOdD8oHkWecScAqcE1GJzgFd4ASwmc11SwSePnXqhHBpL4LHPlzWOcqiRL1aqYZxxm6sOo6SW4YAOM16l3UlwkatHI7PMAZ1+r2BALPO+XTQpf8pQVZCieOMAEvBp08e2xm2ScIUmn3I2CSvMk07mvYVrHHhOh6U0ljhXC0uLKNabTBGEWNXwfmEsm2up7nFRbQJkLWjMLFxHGHWw2JzHnIdElB3CfL8SgmVRh2NqQnMbJ7F+Mw0KmMN+JUyvMCH4zowspYJxGJC5xJhofyWxj6BT0ZoJ9BN048gKOXrUh7l7BH2yqO/WlvEcULh+Oi/od8Jx2qNQ5jLsgRQMGwXQHQdy3FZD452czHKAmwnkhH0KaWhtIb0p5RClgEpQRuYV0qxn5gx6Ocp+HKsQz6YIcFA2BDaGCjayIX3ruK9K+0N84ZQ0rBeS71SAN/IU8kAmrry8wUKvE+jQd/iRC4AGA+IPrPyVkrxUkn2nEqapfRd0weV+7OwsAB5VLZGQPumN70Zf3PT3+LwocP4qZ/6Kdx8882Qxwz//u//Hh/84Afx+c9/nuNM2ZbD4zgF4o2KVKQEpyLD2I3WSyxFR8qUGvQv14UUESgiUESgiEARgQdZBAp3iggUESgiUETgm4iA7DK+iWZFkyICyDepoxtFpVQeFs1UKZVvXpnkZcMPudZGQzafsjlXaqinhirrptLPUGRjr43CmujVPFMgJWigMF1aXkSzuUTo1kKvFyKKWE4wkRJkCPiQRzbDUI57Kfqqc7GEEI7jQNHWAARSGRmkr4CApVQqQWR6egq1WhVgXZzEkJN/luClXC5BK9qSGsKOxYVFzEzNoFyq4Ktf3Yvl5SampjegMT6BTBn4hHw7Lt4JS5Cydet2bNlyHjwvoM+9XBaXVhARdO29624cOXYSs5u3YnrDLJ7wxF14ynd+JyanpjBPcBTQr/nFBfptsGnzFgTlCi7YcTEW5psElTEULBYXVmC0j2plCk98/HeyzEfUV/C9GsJ+hlazj0pQh4abn0TzCMi09lAhvPR8j2PsQWLf7/dpawHzcydhtUG92kA1qCIgoCsRLJXof+D4OLjvbjQJAwW+GcIWHYNeGEg+SzJEjL1he0kVwVFIKGm1JWxizFPAIXiSx5krHFutWmVfGgnn0WO5oxg7x4VRCjrVcI1H3ysYb4wR3E1ijJBM2h0+fAQnTswR7AJyotH1fCQEIzSPUqXKtaIQBGXE9KfXj5HEinHvwwtKACMkvi0T2iWsRwZ4vo9yuYyVlRZarQ7zFRiuGUV/5ORctVIjLOxjgZDvyJHjGB+bYqyW2UcJDYK6E/Mn0GwvQznAcmcZK70WNp23GTt2XoztOy5AICCPa6jT62JuYR6HDh+i/yfoZ4ZqtYKNG2YgJ1JdQmV5DFO+tyiJ4/x7IC3XbcI1t7S8jHa3C3lZgnOfYw44Rmt9aGVhCfYcAZIwzHucUwfVSh3tVjfPu04A3ytDsR7QGIiFVqvCOTIiBHCaoiA6CoBCTHgd0x/pd3ifg6+E0ElrDW0MRUMxD00oqNhu8KbW4K2UAt/gJ2VQds9P1opSXpFxakTyC5zZSCkF6Vup0TY4Jy96kPsqPyskv2HDBrz85S/HP/7jP2Djho2E7ikExjabTSRJwnUT5KnEUxw2jJ+kX0+UUrmKUoM0v+CHUgpKKeaKdxGBh0MEijEUESgiUESgiEARgSICRQSKCAwjoIeZIi0i8I1GQEH+gJ+nhDtXyEtOjwyERIQFaijc0FtuULMshUCAXAQIUMhcqDV8K9rVa2Kti6EoQoYMBimBUBynCKNoVQjw0ogwLKbtiJvimDopaAS5LwQ0Gd3R2sBzA+SnlpIUYUhd2jHawnVcBAQ4DqGIoZ540e/181NIcjIvf4y30yakW2J7TdBSh+c5KJd8AjFfukKZcGZifCLfrG+a3YSDBw/i+NFj2DAzgHxLi8uQE3BJotDu9PGV2/fmv4zh8OFjWFxqYnxyGgLwLnnCd+Dplz0LjfEpJKnCXfsOoN3uwRBuxXECS6h0/vYLCAQyfOmLX8Z+1t994G7IY5ld6n31jr1wCNlS9uP7VWzdegH9c+j7CnXvxjZe1+uTQOqgTuC3cWo70tDDZH0W27dehLHGJARK7t9/AMsrS6jWypiamoDWyMde8jw4hHZbp2cxVRtHw69AHpvVjGW9RN2JSVQIwgxhgjUavV6HELHDueD8RH0CK0I8LhiJX6VSQplxk9NpUBnoaK6Xn9IkqFUs8wP251rC1QC1SoVAsQJXs0w5sJlBFqZICehKXCt1r4SxUgWbZjbAZZxWmisEvSu0q9m+zDnzAfo+TfBarzU4Hi8HWka78IMK+1boEz6m1AEs3dF5e4m7nIarsH/xN+OCylL6C76U5pxYzJ2cwzKhbKM+gaNHT+B7vud7cdHFF2OZYNf1XJyYP4n9hw/Alhxs3bENi81lfOn2r2Df/v2ICMY0153lOiyXy5iZnkGNcLXd6UB+m6p8b1pzZQVKKcYvo09Nxq3CdJnjAcdWIcSsIAgCGGu5blLId0IC1OetIIDbaAeO9eHI2uD4gqCMmPeGXPuMm0BW0bHWg8RDZRZGOfCcElzL+0Z7sIyp0RaWcE/SgRg4joVL8Gh4j8v35Mm9CWi47EvGpXn/a6WREfbFvG9FJxdeg7EUSRgDqUuSCKKnAHpPkTCLDrK8PKZextiLXelPaw1FEfvgSylpCeCMPC/P4VsGIVOVca5DfOEL/4kPfvAD2Lx5Fl/+yhc5DyGyLEaaJXjq074TP/zDV+IHfuA5eOlLX4xdu56EgPcAZ5LxEDsipw9FRixCI9RBLjjjJfVDOaOquCwiUESgiEARgSICRQRGIiD/hp/if6QrpaDU2eVNb3rTSKsHOnsEN75kF6699YHu9977O/KBl+KlHzhy70oP49rb3rTrQTv+R/rcPIyXHfTDeXDF2L69EeDfcbJLhWZGg3/hyV6Tm2/Jy0Z7ICxX4keWb1iTJCY06XETG/E6hUCCoWhloLjxF5G81g6GInv/gShCO7MqGmlKIeRLCSkyKCilufUHFOEClEJKf6BZLsLrjNdJQgiUZixmfzAANESkPOyHBBYG+QkyAjSjLBzCIkPfAOmbbbnxFtCUsafFpXksLswR/nUoPcKrPpIohtGG+QhyukrghQaQ0V5KIBERQDWX25DHQUulGhpjk5ic3ICJyRm4BC3NVgd3HzmKw8dOoElIt2nTNmzatBXnbbsAT3z8kzA1MYVWcwUnCI6+dvtX0Vlpw7MuJhsEbNUGrHYwf3IBW9huy+bzcP75FyH/Xjm3SkA0DwEnRuLD8WSMn2dLGK/O4OLtT8RYeTN0WkZrqY+IsKzd7nCUGWr1Cqr1Ksv6cKxGvVrBhqlpTFQa8AkPA9pRvRBlQqBA2RyHGa2gOfBur4VS2UOlHkA7GRxPwfUVNm6cAhkRxiZqCFhfKvsoVQLmfUTFyxEAABAASURBVDiuIfzoExQZGFchzqJcHN9BGIfodrqMc4qSW6dU2J8FFZB2Q6StLixjbHoRan4J9XIFmuuj1+thbn4BkgZ+gBLrHOMi8MqoVcfguWX660HmZYU2DOGWR9hVKVfhewFcx2OfCQQoydgswZa1BgIjtdaMTQgBTtY4cGi3ucw5Oj5Hez24tFUKyoxDGZ6cAK1VcOTEMdx16ADGpifwmEseh/GpSbgEpkoxvgR69WqDPrJNUGI7kTIaY+NcWxZLS0swRtGXBFzk0FAQ6LjcbBIAt+GXStD0z6E9bTRSwruEEkcpBPClhMX1sQkozlXK+0cbF47rQ07vJVGGHqGzhgOtXc63z/H4MMphP5ZiOGT2mIF9pxS1Khn7SWi/P4gDJ9clRNRsJ/3J+s+4/jPeB2S1sMrA5NY0PxVtKmglAhitYPK8gsaqjF4zr8CXfNAPrTQvBm/NtoPc4FMpURrkz/Wnom/ijuE99Od/8Wd45zvfgQ988H14z+/+DsbGK/jo7o/g+nf8Ku8BF3MLx/GTr/gJtNpL+LlX/wzB/0lC3AWA94KIAG8oxn9ElIBwimaARUZ1suFD0fz5haGc64AU/RcRKCJQRKCIQBGBB3EEbrzxRszNzeHNb37zWeUZz3gG3v72t38To7gN1+7axf+8OyXfDAy77U3Pw+2v2rPubwa/L04J6Nl1mh/X4rb70vBedY7glpvvwB0334L7jvcIKd9041n07xmrXW/61r08fQjs4yVn6/90zdOuDt6Il+46I2a3XovX4F340MtmT1P9Ri8ePHPzjXr+0NB/OHp5akf0cBxdMaZvawQUVG5fMVVKASLgi2mWpWQOIll+ekhOzmUpN6LciButIXDJGKbaMM9U8hTNaxGxJW0GkiAVILcqWtpTz1Cs40BOCg3FI8zwPBceU6U1rGPzvB8EeWqtzfsTGCC2jdGEF1ImfgzSbrdHUBfBaAeGgMRzAwR+GdZ4cKxL0FOC0RYpAWEYRnkqeYFGCcGFYRuxIRDNddz89JpAG4E9bYI4qyxmN2zGzNRGuDaAJQApl2uQ78mbGJ9CozGBC7ZfiBPH5rDvrv2YOzmPerWOZzz9MnQJ2+QU4MEDB7Bv751YODmHw3cfxHHCwBohVpok8Nin0Rp3H7gbJ06cxKFDR+ARUs3NLcLlWKx1GF4zePyU155fRpN+9cMetm3bAt930W6vYHlhgTArxPTEBDzjYaxcx0b6PN2Yzr8Dz4UDTi4MY5rEEZRABZ2hXHJRq3FcXgqnBHhlDb+iQRfgsAymD+gQvbgJ1wesk8ILFLTlPGc9KBPDDzQBhyWksgR+HspVn+09aFcjYx+lehnGMyyzCNifzzkXcR36xDUGwjxFcZWhrw4BoANXKSTyS1BabcScN4Ft5VIFckJtYmIatVojn99SUIFHZxv1cXiMj8xNvTYGox04joexxhjLfSwuLmGFcUu4LiuVCqFWCKUUsixDGIZcQyGstjhJwNdmn1s2byX0SgmmE8aoxDH66Ed9nDh5Mhd5FFN+UcLC/Dz237WP838cRw4fxjyvtdYcZwmO68LlWCcnJxH4PqR8YXGe/QK1WhUu515rw/lrs0zBcm6YgU/dWq0G8dNwfQpkFz+NMbmvCdeNCPiy1uEnuD66EBjoOh5c16MZw3INYxxoZfJrBc1UrYmmn2JTUhbyrfJ4xATe4EutimacjNYwWudjYPF9ehttcn2xr5SG2MuQQSnJrZpYzSt1qkwpdbrOquoDnagsQBq7jFoJd+8/gbvuPMJ7zME/f/qzsKqCo4cXcdfeI3BtDZ/9j9s5/3IPOth35zF84fN7YU0VyPxVMUz16ULLIKxdkzOvpW607IEOQNFfEYEiAkUEiggUEXgIRaDf7+fevuUtb8FbziLf/d3fzf/I7ULS7/u+78Ov/MqvoN/nv3Xzll/v43K8a88eyNesiHwzMOjSt+75psGenC573m/cAeDygR+/fjnwnCtwKb7RF8HcS3aNnFSbxVUf5rg+fBVmv1FTZ9W/fODjarxu2nED7n/Ah2/8teUqfGjPdafH7LLrsOet33gURzt/aM3NqOdF/lxGgDuDc9l90fdDOQJKDTbumQxC8YNQg58QiJcS5A2BnNEalpDNcd081cbkG20FRdgRrysCGnIbYocQzRJSDCXf2NOmogigGOrJb8+MCdekbRLH/Iu2k//lGhEsJCyX3yopf9n2+yGknegppXLAIjblUcbx8XE4hBtxnOZgo93potcNCW6yHOoJ6KlW6gA0N9o2P1lVJlQL/BKqlSqmp2fycvGj0WigVq3STkwbvRwCTk9uwKbZLdg4Pcu2VQKiJpYWV/LvZms222g2OzDKoa06vvfZ348yQZNPsNKoNyBg8OTxE/jyF76Iu762FytLSwQDMbZt2QrDWHYIkOr04Qv/+Z84b9s2lMtlzM/No0//w36ETrtL3xzU6w089jGXIOzHHFfKGEVwPR+HDt+NMO4RInmYmBjDeQR9sxumEPd6MKmCbzyk/QS+cuFmFmWCL/I8eIRNpXIJ9UYNjmPA6UWc9OCVDBwfMF6KMGkxE6HS8FBtBAiqFq4APTehjoK2KawHpgm0SaHdDMrJ2FYjqAaojtXy1CXI056GDRyk1FNuyvaG/ht4XF+loAT5bjuBUSnXjcN5cpVG1Q8wQbhVCwI4SgFJhl67h4zjqhHcyS8JkZOKRpyAZTQNVjgfQVCB1g5cN2A8q5ie3oCM0FBkamoG8ktGBH4pthgbH0PMdec4DjL2LTDNEoS1VlYY6wgzMzM5GJyd3YSAfk5OTeb3Q7PVxMHDByFrMiJ09DkXj7p4JzZwLY2PCUh0aTehjT4WCVzll7V02m041nItzXKuJmCsySFdmqWgK+j1+pDvlRTIWCqVuPYSjkNDXlImJzJ7nFfRl3si5j0i+nSC6zWCZoxkHEopro+QtqVM5+vHaMaH5SnvTbmHBhLn0DJOuKYYAynLpJ6ilGL8XIy+pK3oiojuaN3Z8hIfia/oi8h1RmWJPZP8LWUyhvxi5EMpNXJ17rIhfw7Jdz6Ck6S05rymjFuKlOsxzTJobSBTKPBUwHCf962Ux2xnjKVeCqU0VC4KSp0huOc1ilcRgSICD0AEii6KCBQRKCIA/nspzE/xyWm+/N9V30xQDt6Iaz9AWTtN91LceBCQU1ynney79docbkn5qUdybzvtNOCwXEDRaW3FL/Zzw0eZec67CBdX4dQIlJI2As/E/q5dAx/ysjW/hjBPwN7z8M6vAnf8xvMw0JWyXdj1khshJ/cGNni92vYevtCNb/Q9+7Lr8dq9N+SxYXQgjyYPTyDm416Nz5pdjvel6/mzWramJ5kz245eS351HIPxMeYjNk4b61o5dd504z19ZF8S03vEg74+lOeGwyre5ygC+hz1W3T7MIiA0txIyji4KQV32fnGmteSKl6DgENz8ykn2AQoiAhgi7n5F5HvF0u5k02pJyKbVwEK64ls5ociNoYidkYlikMCqwjyXV+yUc7rIl6HA6BH9xAjorsZtNFICR88wjNJBzYFUqTwPA/VWp0Arkag4aEfxgh7BBzEaGkMRIRcYS9mnYvALWOiMYXpyY2w2oE8MqoJgPq9MP+eNbFdLlcwPbWB0CXG3QeO4Cu3fw3yvXtjjUnMbtyKu/YdhLE+QtqV/P79h7C0tIIrf+iH8f3fezl8x8PXbr8Dd+/bj1azCasMQWATcydP4u79ByAwzyVUmp6agmsdzJ+cw8UXXoQ6gdbmzZsIJn1ceMEObN2yDaVSDYcPn8DE+DTLSxgfn8QUwdPsls2IkgjN1jKsBchjcezwIXiEENs3boYh8Jypj2GiUkO40sHK3CJqJcIyo+A4GlRDrV5GUPZyoYvQtFMbq6BCCWoBUkK8lV6TMxAiqPkwvkGkI/SyPpySi5mts6hNjaE2MY7xDdMIuZCa/S5i9uESIGrfgSHYM2UDr+Ei9RL04haMkTmz4HJj/HuEngnGqnXE3R5Sgq6I4FNzHUxVqxjjXCiORU5SLiwsEZgArhMQQJU4Bg9xnHHe2oQuiuC1Rdhi0FrpIfCqCHsJwn6KcqlG8FpDrdKAnLiMkxQrKy00CHR938/X1fLSMu0sYQvhK7ji9u/fj4mJiVw63S4OHjrIPghLfQ/PuOwyPO3Sp2HTplnMbtyIk5zXI0cOQ/5hWKHPAeMccg33COR6HFMO+Aie9+3bx7k8hEa9jjplfGwc7VYHAnbr9QbEFwG8GYBKpZJfC+zzCTtT+hwwbdDnEu0r6vi8FxxtkP9SFOYt87J+RddoDct7hm9AqC4SpFmMOAmRpBGgEiiOU+wYKgmMdwlcJVWapTI5uOdLfBstzfjzZCiDnw8pxAcpU0pBKw1NXxRtKvYIilIaigK+2JyfgMLgpZTi+jCQNjjHL+MkMLwHlImhtMQszFPJa5Zlij+n0GcU+9RLViXFmj7baB1zLDHAe0NxkKMigx69Vppq6+iIXi4oXkUEiggUESgiUESgiMC3GgH5N4ac7HvmM5+JN77xjfjMZz6Dj3zkI/fB7M14zRAUMb321kGTfb9xO65YPaG259e3453vuQ2zz7wCGHnM9baP34zLnz16OkyA2g3Y+Zd7COtEbsLOd18LeXhVTvfd41TgvtuRn9k7zcag/7XPj74Gg5N9g5JLX/kuvGvV/k2vvpgw7xrCtVlc9bbX4mKqXPzqm9j3h3DVFl6svW/DDXI6MIeI9OvX34Wrv8XHVQemZ7F9xx24fR8wfDRZTj/u2fMu4HUc92VX4PKP7s7HL/pHPrkbuPxZmCWce97eq+knfZEYv+p2XHNfvxuQ0O2l796Jm6SdyJknE+/NNn3B21b7/MvXYt+7B+Dz4Tk3EvFCzkUE+E//c9Ft0efDJQIZt6GZbPS50ZTNN+SawE42mJKXzb4xBg5p0XpirQPLOhGJidgQkc18svqooKTyl+ZQxJ7RBvcQY+FaF47jEtQ4MEYj17Hs33HyfgQcutrLYcGwj5iwMZETR4Q//X5IWJEijhOkhB8uoVqJMKhWqROKVVieYXFxGa12By3ClU6rCzm91Wn3sERQdPTwEbSarbwtSBk2TE/noCVhHwvzi2gRiillcP55OwhxNkPa+W6Axz328aiUqhhrTOBJT/gOPPbRl6BebSCjD//Ovzz+jf9IyNIEcnJLS6AYG0X73W4HrmNx94EDhDotNJeXccklj8Xy0hJ153HJ4x6XnwDbuGEDNGFIj6CrFFRRJfgS2NhoTHDGaJE+acbp8NFDcFxNuGnJDhI0KiWM16pYnj8BT4GAL4IiQB2rBmhUS4Q9YFzB2HgcpwfrKKRZgozroTE2hsb4OFyBXVBwCExdwiTlOUgJtCKrmbrQ5QCSXyFYPHDiBObabSz1+2hz7BnbKLYJteZ1jMgolMZr0IGhaIpCUHFRKvswrMuQMbUw2sBqizLblrgefK3hsE4ey804x4pA2Wgnn4+9K9AYAAAQAElEQVS5kwuYJOgcJ2gtlaqQ03rbz7uAIKwEz/MB+u65PgQEZqmibUugdpRt2/BYL79wpdftU0vDOg42E5JOErIGgY+xsQaOHTsKwzXeanFdECZPTkyy7Qo2zGzIId6x48fRXGniX/7lX3DnXXfha3fuhYC8KqGeVhryi1yWOa8J227gPEq5wGefMZTTquC4llh/4uQJLrkMF198MSHhJhjDGPFGFL3BLxRpos3YxlyLXDq57qA9COdSONZBn/DQsl3I+AvsTtmn2LFcG5JPuQazLIXi/HKB5HPN1mB4c7GOgUugR4UcXPZoT8YiJwPZIYYvzQbWWAzEDIvvkRptGFPq0Tf5GSFi6J+0HwqggFXJOK+yBiQmeREeXC9VOQ5UjkFVTwAUVTsJVZvLJSuxrHwCaUl0mK+cQFY+tiaiL5LShgikvnIS2RmS8nooWZn1ZwjkmjrS7sEVncKbIgJFBIoIFBEoIvDQjoAAvqc97Wn5IL761a/m6b1/XH7ao6bXXYbBa/TR2O07cbGUbrkKV+/YjVsOysVt2L33tbh6qC9F2IfbcQWetQbWZgm/bsbuVWCYq5z147aRE38EY2t6l6/69yEIsDvyyRvwmucPTuCNQj/c62s7dl5EBYLC/FTf9ktxKS/vv/cR7NtL7vm6gV+7dr0GNzMW+w5eiqtfvW91/PIdgNtzqHhk/77ToSjjOwpN79UvAlEIIDyL0r3avmhkbrZsx/az2Lhn8W0P4bm552iKkvUjcH+V6vvLUGHnkRWBTOgAMsgmX/KyvYZAPpZl3PyDBVJHtkAAkObwQODEmZISFgygAXUIrJJVyWh/uHmXVDb0Q5FrbTTuIYRXWT4N/OQ7IRzK+2OqWCengMSuAAJFB3Nhufgo9YY2Q4KfNE4J8ZL8Udp+2EdC0BcEAfygRIBVRaXayE9s1ctMa2Pw/RLk0d80yVAOKqgRnFUrFaQEDSW26RDqRLQD9jk2NonZ2c1oNldw9MhxlKhvjYPm0gr63Ri9dh9zx+fRXGxCESQdPHA3Dt19ACuEP4a+ViolTE9NYmpqAps3zeLxlzyOYKsEazUhUAtycjGMQsQEZcvLizjItncRFp04cQyVSpkAxwUygzhK0A8jXnssryOMYjiug1q9Sr/pR7eNiUZNzinCpBEqvkXJsmm/Dd+m2LRxAoGvoFVMmKMRBC6syzmxGTKdwjoODIGM65W5Ihz6Jj4pJIlCJ86wRMDUYuCbhEelqWnoag2R60FVqjC1BkJC1cV+hGaYoMX5WCBMFeDXRQJ/rILEpEhsQokB9um49KHkMp4BJJ6WfUvqaQcl2mqUyvCNQdLrIiW4crSG47iczwoAjYMHDyNkX/XaGGZmNnJMHur1Oqq1GnXKUNoAnD+PMK/RGMcYoahDu61WB61WmzHLoJSGrJXlpWVUymW2K0FzzlKOUeavVPJxlKDv8JEj2LZtWx7vacJfh7E6dOQwmisr2LJ1Kx7z2Mdi+/nbsXnzFkxMTOW2u/S5TZB7cn4OXY7BcCxu7j/74dhcx8nHs7i0mH/x85EjR9FsNjnHYV4elAJYAkbxRe4BY/Qq/GNKcOcSyAVc4y7nwGVea00Wl+UibQQIJlxTuaQxx6WhlWI954DrI10VWXeim3HtS7wc9in9ioD6WH2JD2J3KKvF90jknk15/6YjPyekTNoPBDSrBgLkKZ1iOvAdqy+l1Gru3CZX/tcL8byfugCSPv+nL4bIlf/1Yl5fjB/+mUfl8oKrH40X/Myj8fxXyfVOlg1lcP38q3dC5Id++kJc+dM7TpMfetVFOFOuZNmojNajeBURKCJQRKCIQBGBIgLfcgTk3zPynXvybxM5vScGpUzS+1Fw6bO3Y/cnjwC37sa+e4FM96nP7TtzaHjzx/Ozfbhuzx7Iabyztj14I675jTuA1RN496p7mpHZwffv/aWc7rsD7yQcvMdjqKfp39eLI9i392LszCnZ5asQcvVk3J4PQWCknHbcJ+M7eAt277jifoaK+Pa9HvJz8+0LTWH53iOg7726qC0iIBHI+JFyz3xKQGQjG3alZAlxI81rKlEnI4xIpFouKRkywo18gy6b9DMkI2gaitEuwYw3EMkrkz9+aplmBDwDyZAQRCVRxDRCRvCm0owgTAQw3MRbYyGQ0NA3S0hhCUIclmle///s/Qe4ZVd55wn/19rx5HRzrKQKigiEEchEGwZJttvYdPM1OHQ3/Xk88DyNp8Ezjx8bMMHTM23oNu7BdvsZehwQNtPgdvNZgiEbELGQQKmCKte9t2489+Sw4/d/97m3VCWVREkIpELn1HnP2nvFd/3X2qdq/Wrts7VWhHEOUgQtlm3AdSzILqiU6xLGZAlcbEAb7I1Gn3X3CPt6noc+QVOv10dyyy3byKZzGB+bRD5bhJY/SoPRCAIf0lfwvF5rYLPWQSY3CtstoVAaZeiiurnJNjRkd5f8ppqAtpCwDQSaO+Z3QIDPPMMlQqAjR45gbX0t0VSAYS6bgYCXgBr49Ev82bN7N2HfKOGNhSaBDh2A3I7bJnSqVzextLAAr9dDneBH4AwlwPj4KPL5DEwLaDU30GpsYH1tEZm0ibRrwbUtpAiycqksMoQ9lt+D16khndbI5lnI9JAqGEgXFLyohlA14WQIhEzAzbpQjgnf0mgEHmI3Bbc0ThCXx/j8AUxM70O5NAvHLtOHSayutgl/HWpTgheYcNwC4ZqMRQbKcGgW49hvZQGRhcg30e8pwlBaB7DTWaiMC6uQgVNI06csyqPUw3EAwiXFTmrLIeTKIJ0qJbv0bJhwBMZqDVdHrG+TYLQO0+pjdCRDqJbF+FgFo5USbNOEQw3KpQoMw4bjpDE7Ow+5Dde2bNaZhuymAxQhZpeg10dAEKYUWJ/B8QI2NzdQrzdQLBRYrsHxjFmXBctJoch6Z2d2Ynx8DpnMCPq+hY1mgMOnzmGN8NAm8HRTGV4XFn2xOTYOXPZNs4GQ8yAKQ87LDgyeO9JP+lsqcl5qAyGvm0DmcbcPxApaGTQNy7Dg2i7jgDTH55oDV8PmmHt+H9rUzCr+MZ9lwCT8MxgH1h/GhHmyy5VwNmC7Ma898KU0YNkm/TNhsV2b15yYAZVcmxF9UJB6NSh7YhGw9d8BGlqZ0JrGUEEjMcX8seRXSf6kHNsTuCcm/4AGX4r5eelAs13DYFmtEAOJxgySt1IqCZ/pj/ye4yjsOYHsroeR2Xn0EibxYkzbIcbj7VDy75DzgeV2H8NjbBfjnoQ903oM2x8qMFRgqMBQgaECV4oCH/nIRyA7886ePXtJl//3//1/R4//3r5k4tMV+bJbsfMzX8RHP38St75y6lG17sR+bO/skySBX6/FrRft7pP4LZt9FW7dy2PZUfcuAXw8voz3vj1C02QnHEHfo/IfOXbyUTFyejc+Kre9zv4K7kgAn8T98Ca34v7RnrcQ4k0lOxT/RNp4dLXSx2Ofxke/9Gns3Lr9eGrHTgyA5lbmS+3G24JrWzmwdGqrX4x/ol1+l1X3dqVPFIrfV/DYPFHXnom051Kb+rnU2WFfn4oCskyOuVgehOCRWBxHXEwryJo5juMkVFxUa1rMZkICgECMEEBrDdMyL2EWLNM5b7Es5MkFyQwQEUoIENg2RTAxMHApr2gS0hP6IW2JRWxP3FNgPCFiHIXkZfSdcLHf76Pb7Sa7niTs9br8C7iLdqfNsANPQFm3QygTQNFfh9AlRaAils3lpVps1KqQ3VV9Qr6IpKHVbEMAmoKCVop19Fk+ZH19HgeYmJxCOkvIYqXRaPtY3aghZt2FcpnwaAQmIYzs+jpHiFckjJmanIQAPamz2Wri+InjrMfDtddeh507duD06VPQWrEfHYIYW1qF/J7aAw88yHYjKKUIqXq49557US6WCKYqkNt4s5kM/QPTugRXFeaLsLKyxL7XoQ0fbkpjdDTHMikYOkAu66BUyCImoHIIdwwiGNeIUcy79JlwJ+7BTmukczZMN+YxoOwQ2gastIOQPtbaTdSpZ2l8AuWJaSgrg2Y3RqSzSGdHCZaKaBNg+X2NXicmXPRR3+yiUeuhttlGdaNBUOah1e4SOm5ibbXKsdSwrRRWljkO9R5cJ5+Yx7nhFnlcyCFFswn6IgNw0ik4hKGxodEhpNWGjRzHA+B5q4UsgV0pk4bfbaJYcND3auj162i21tl2DZ12HWDfS6UCDG0wvg1OKwQyNyNwDCsoFAqoC8QlRJU56Hs+yyj6GkFAme97SVgqFVlnB6dOnUatVoeAvkp5lGN7PcclwImTZ7Bjx17s2n01RkZmkM6N4NobfwpuroCeHyFNmCy3Cs/OzLHPLqFdCGmrzX5sEhZ32h1YpsW6emg1W8m8kPMe52qLeQJeVJZlI5VKQyaz7/uEXxH1tBGxUzKPpL6A15BHn/teD81OE812i8DVI/j02Q8PoVxvNEmX/hoEf5ZtscoY7W4L7V4bci3J9SYmv7cZ8jsgTto3YVoWDNOE0po6bZtCQB8C6iogUsaHk5TpassG+ZTSLGtBs7xhamitoRTz0AxtwiBQ5CH7FYADwDcHiTXIWynmk4Nn2N5/Wwfvu629ZS2GLbz/9nZi77tNzps8HsT9wc9JfIfnXVoH77u1zfwXmJw/2m5rMs/F9v7bpb5L2zMsx7D5oQJDBYYKDBUYKvBsUeAJ/XjPe96Df/2v/zUkfNGLXsT/mF5N8kdcY3zyk59Mjn/nd34H/+Sf/JPk+PI/PnPRb+794B1tt+DWPX+EPzp26wW33263Jjvk3oLDr7sJgwdL/AIO/+b7k91ql3xoAyT/p/Bb2xDpppvwhLfaEs695TbgSPLQDNb9WtmJt9X2VhoEFLKe7d8O3ErF4aQM/XrdH+EIXpvcHruddvnhxVr9yZ5P4eB7b0mK3/LeT+HWz/zCVr/ZzvkHWUzhVa89iT/6452PQM6XvR+f2vMnj+T9s/34w0f/BqD0B287n+e3j+3E9q3Rd/zmYfwC+5hofL6dxA3gcureyrod/GSMzXZvhuEzrYB+ph0Ytn/lKiDrZbGYAER6YRqaC2yaloW0LKxjQMVcuAcQmPCDLIGEUMkfSMVQwJbJwn3bbEIK23IIJmgEGiYX9mKGYeLCV0hgEG2Z1C0wzTSsJIvUZTs2NH1VNIOQIiSAEHDnE27IziDHdpAvFAlWsnAcF/lMAeVyJYnrEwZWCXRqtRoEYpj0o0igNjE+jhyBTKlURnWzjlNnzsJ20+gTBlYmJlGojKAyNkFgE6DeaBKWxCiVy1ivbuC799yD8YkJjE9OoFqtYm5+Drv37CEU6sFh+xHllNt/Gyx38uSp5FbSlJuhfzkCnQ7bLaLX8yFxJ44fRzqVwv59ezE5PpYcr6+v4f77v4fllQUCmw5B5TqOPnw/zi2fhGn7rEdBIFex4CJPcOdYMeKoA/mhf8PVKI0UkMo6cAjwQM0UNUtlsxibmkaO/e0RphrUzGGcQKnJqTnYSY/IKwAAEABJREFUdgaLCyto1Dtw7DRajS7WVqpYObeO6noN6yvrMJWJTqODVq0Fx3CgIw2TfyxFaBQgeXhJHCnUNhtYYf4GoWoQAqtrG/Qnh3ypAosAs0l4m6+UUZkcQ7ZcgJlxUJSHc5RLyBYLyBVysGwDNqHe9PQUxsdlLNPYs2cHypUi4w1sbKxwvvZhEGb2vBaCoAeAOtCy2RyPFSLC7IDASh6KIbfBjo2NYnx0LIFkFY7lOM8bjQbkH3z9fg/r6xsoFstJ2VQqk4xTJpPHkSMP46EHj6BQrGBqeh5H+b+dR48eT27Xnp6chewOnZ2cRyFbQqkwQqAX82rQyLCv6XQaPIHiODiOA/FRfOr3+4RrfQLgLn0PkEq5HNcMw1Qyp+Tpzx4BpEMNBP5Jfil37twSLMtCqUStOH4lzmXZWVqkdorQrB/48Al7oRQUr/OY7XJIwGHg3LHpUw5lwsoC4anNa2HbpM5tA5S4iSd+Mc8TZxjUEUsmfijFWhXk2o14gWitYWgD8r3DJMhLKeahyfHQhgoMFRgq8MMpMCw9VGCowHNJAdM0k+7Kjr1f/uVfTh7CcO7cOf4bchxKKRj8N9IDDzyAD33oQ/iP//E/4rOf/WwSD762y/Lwcd63JLfCDh4CMbid9A6BTARLd2xBq6Tgo87lAQwHL3iQw9Sv3YH3n9+dd3Gd2/FSJqk7qfDCDwF8g7Yf8eP9uIVZpMzBg4NjnibvQdwg//t/7Vdwx9btr5J4UdrLtupN/LzYp0fXKWV/sD26joO4uD9b7R0c+PZofR7dpmh2vr+Jj+IB2zh/DFzYnzve+36cHxMCvIvLXlzucupm7Xj/VlvSzsV9EV/EHtWnpG+D8ZAyj+7TIG7Q/x/v2IivQ3u2KDCEe8+WkXiW+8HlMaBw0UspTh/GCTiTxTSX2kznJ+OU1tD8S09M/uIz+ZffJc00IH/5iUk+bbAczdAMLzBWfMGbbRC2gKaZR8omZhhQzEWemITSdnJOP0AgI+fSBrMkbznWhgFD68TAUkop+SSoCRGSIPW7fUKoKtqtDiFJGq6bStJtgpBysUgIlodL8JbLZQlQXMhv18lTgFudLrKFAnwCL9lBtpOQzs1kcWZxCafPLqLB+pRpIyQh6QcRfLZ13fNugECUjVoVfhjAdh0CrDU0CPOOEPq0Wl0I5FLQkFtD5VhgV73WhGU69MuA3Coc+AGHQ+GhBx7EJqGh7N5bXVlmekzI2kUU99FsrrPuM6g1z7GtGs6tHMfi8jG4qYgALABUF4blIwibSGc17LQBK6XhZh2YroWO10NM7bTrosv/tdxkf6vSJ54XCLqm5nei3u7j1Nll1Bo9bBLqrazVsLK2iVq9nVi90aYvBuOqhJt1NJod+lTF2nqN/mwQQlZRr3fhBwoxAWDAdnqEqp1ejzoFyW68tWoNa/UGGh2OU7uNcxurqLZriAgms5Us+vChCCbttA1Wgb7fg9fvIpWy0e210G43EBNRBYwvFnPIsH/NVhVB1INpAUHgQWkFy7IJWbuI6IPsjFtcXEAhn+e8MSC73hqNOmampyG76I4efTj5TUPDMAkMHRQJyk6dOoNMJgfbSmGDOjSogSLAbDa7mJ/fjV7Xx56r9qPJMV6nRnGo8Z1vfBdryxuEnSZWl9axeGaZoPQcVldWYWgN+T3HMqGqtCsgLksoVyHclDla5NzM5XIYHR3lXHFgcKwkfWxkDBJKP9rUS+BerVajDm3ODZ99JGRtNtEjJOxwTAVkpjJpFEoFpHMZgO3GSkOxbzGPAwK1bs9Du9dHs91Nysn3wbYFBOY+Qajn+xAAF0ZhEko6JyTnGd+KShgGtr8fYo4IL1ckeSCvmB+MjSOOhz8w1hvHCszKNI0gjDg2MZQ2oA2DcRe/lVIX1Hdx2o/kbFjpUIGhAkMFhgoMFRgqcMUr8K/+1b/Ce9/7Xuzduxff+MY38O/+3b9L+vSbv/mbePe73413vetd/Leejb/5m79JzOW/gyVOyrz5zW9O8g4/hgoMFRgq8ONSQP+4Ghq2c+UroJLV+KAfSikIWOPnYIEdg4trLtwJP2S3HOKY624a42WRLpDgUiZpMcuIhVywb5vAB1zwSvJJnbSAIGzbfD9IoIRPeCC3ACopwzYllJ1JCTDggt+gWaZJEOdAdhIZBAC2bRPmZAm0UkmcS5iWzWQSaFMsFJHNZGEZFhzbRVp23xH01WS33iZhSLNNSNRHn6Cp1WoSQtVRIySp1TcRxCFMx0ZEjaZnZ7HB+DRBi08AkS9VCEoqGJ2YQiqTRzZfTs61ZaPeaiGVTRNyNbC0vISHHjqEGsGem0rTxyz11TC0TXOovYV8vgg2hYybRehHyKSykB2MAnBCAhXRoNPugAMBzbEzDZY3QKDYRbtTJeiqo+9V0fPWCdCqiNCAF9ZgWH0EURNesIlcwUSx7CKVtxCbESIdIYgDgh62lXKhCDZrnR56EWBn87CoWZfAp9n3cXphDdVaF3aqADddRKhs1NseoVzIsIt1QslVwrn1TbYVAj32oUmNqR7a/RCbzR5avRDVRh+rGw0CvBbbjqAtCz7nivwmYp1AqcH2zxJ4RRzfeq+DjeYmPOUDAvVyNpycCzNlQduaOlI/A9QQhFwppLPsg4qQI7gyTYV8IYM0QWAQdqlNJwGAnXaLoM9Cmn0zOG9S7PfIyAjHI0ImnYbs1pNbWuv1ehIHvjhNeRzDMEwUCyUY2uRc8Qn9IkxMzMA2UzCoR4Hjf/LEGaTTeYyNTqJSGcc119yAcR7HPnD2xAK6BKNpO41itgQI6KS+HYK5DYLbarWK5eVldAni5BpJpzNIpVKJ2bbNMM2608jn8hDfu3IbOjX2vABKKZj0T2udHEeEZ1KHwDi5/nzfg0eY6jEUvVkBFGG8mIyBNm2YlgOT14dhuUyzAW0CChiYgmGa0IYBaJWE0pahDZ6qZF7K3JQ2I/YpomgRfZA8WvJrjcHxdmjAJHE1WaeYpAGaTRnU0oIcg8Av4vcJT86/lVLnj4cHQwW2FVhZWcGhQ4dwzz334Lvf/e7QhhoM58BwDlwRc0C+s+S7S77Dtr/PhuGPToGpqSm8853vxKc+9SkubWLILbi/+7u/iz/90z+F7OaT23T/9m//Npk7999/Pz7xiU8kt+5KmcnJyR+dY8OahwoMFbgiFfhRO61/1A0M6//JVEAW5ErJolkh5h8kx+xrLGv2GOoxC/PtBfqlQoOLeIMLd/O8GYQIsni/lAm0cAjPxCQ9JhAQiwgH6MHWW9EllRxLmkBDnwBQTIBFj1CuT3DBv6nlTYjTQ4eApNvtQsCYwMaAgEwgQrFQSG6dlbZCgkWBl0Hgo9luotNtES56bCcmKEwT1BXRIlBrtNqoNZtoEMLM79qFn375K3DdDTdidGwCmlAkCGMUiiUIBOx5Piqjo6iMjMIjtArZn4nJCUzPTrPOTAJoRpkmu/IsM4VycQRT41PIZYsolUZQLJZhWynCxgCzsztgOymY2mR6DgJ6xB+yExi2BYMASyGANgJkMgYBVBvN1irLBHDcmL5voN5cR6dXI0jrITY8QjkPdkojhAdtKxTKRRQrZfT6HvvvIZ0tYHJ2DkUCr1XCz7NLy4STawSXJSjTRc+LYNA/PzSwVm2iSjDaj0L4AJYJp3pRgDa17jAuJpCKHRPKNhHR18gAAhWiSWjX7sfosK71Wot+2Yi1BctJg3wX9UYHTYK+UCkYKQfVVh0nFk+hz1Y8+h2aIfvDfjia/TThOAZstmFamr4pWLZOzikI+1TH2vpiAvfctIOe32VcGyMjFfa5j43NDaysLkPgWjKH2GbMa6DJ8TYMA+VSmfpqnFs6B60Mzi+NqclZjk8EDi/hcRGKfywCsSLHUoBenaBzZXWVc8mHZVnJbkABcs+7/nmYmZxG1skgR4hbyOQJsjQgEItzSGnNudtHo1Fn2QC2ZSPgHK1uVFGvsR8EGAHHaXWZY0wQl8nkUOK8SxNKZrJZlDmOGUJLMct0kGW6gqbPgNYGBOzJdSHwMgwimIaV+K85v2L6EBBY9whye2zD90PIPFPsc2L0Ta4VgW0Rx5ZO48KXUjGUjiDhhfGa5TTb1kmo6cfADEPDTMCeRT8MllOQP/wgsA4hL6VUkh8XvJRSF5wND5/rCvT7/QTqdTodfl/O4sYbb8QLXvCCoQ01GM6B4Ry4IuaAfGfN8j+O5TtMIJ98pz3Xv9d/HP3ft29f8rvYcRzj/e9//0VNvu51r4PHNYWMye23335R2lM8eY4Wm8KvvPdXMPUc7f2w20MFng4F9NNRybCOn2QFZGEsdnEfY54qpcB3smZXPL/wncSDsXxHXPFfbBGiSIwwgLRDFv5iCrGUSCxmGQFxl7KA8GLbTNNCJp1NTG5TRFKan2xX/gJWigegi/zLWCkNpVRiUr9HKEE3CEQckKfRYjAbvQDBjpfcqih/WQu0EVBjsa1SuQz5XbJcNg/HtCFPHM3lsgRDFhrNBs6dW4btpghNRrDnqr0YHZ+ASajynYPfxZkzCwQwIQFPjDFCvs3NOs6cPYtUOoWzC4soEx6dPH0Sq2urCUSiu8w3Sqg0ijwB44EDV+NVr3w1bn7RS/Gyn/5ZvOiFP439+65HsTBGKFNGvwd02yFedsvPYnbqKlSK03CtAqandqAyOo5SpYLxiRGCkYDw6Cx6vSr9DihOh/9gOYlabYPAag2nTh9Du1dHpmDBSsXEYx0Ctj5C5SNbyBCSBYSAbWhtwUllkcqWECkbqxtNPHxiEe1ugFSmCGgHykgR6HWw2ezj3HoVzX4X9X4bndiHU8oCaQtG1kGXGM7ImggsH572aER/BIl2JkUfXITQNBN+pNHluPUJkpoEqGtrG1hbq1LXCM1WDys8rzVbWCIoqxJ4LRLCtbwucpUCkh18bA92zNb66MdduFkbJsGe73to1GqQW277vX7yj7T1jXUsLJ1FWx4s0apheWWBfe8zv8HQR71ZS9KXV85xTpQREbb1ez6ahJcew1FqLr4FXoiYfo+Ux5FycjC1i1te8kqk3Dza9LnX9eh7G6dPnyGo9CHg8PCRQ9gxP49et4dmvYWU7WJ2cgalfAlT4zMEiKNwCTYpMufNCKZm5xArhc1Gk6ArhsS7jotOqwMda+QyuSTc4BhUCWDFZMffqTOnIcchIV2bIDrlpgk+Hbicw47N8YNiv0LO2RCygBB9NggOM+kMioUiigSFuVwe8luChmGyn4AAv5jlAsJAidOEdIY2GKM415jCwDA0DJNmKGgDAEEfEyGvgLRW4HlA4OsnQD7g+AYcEx9dwnexPmFiyO+BiBeuXMuWZUHaSL5X2BepZ9vke2DbtuOG4XNXgRMnTqDM7/GdO3ciS8CtFCfkc1eOYc+vaAWGzj8XFVBKJd9d8h0m32XynfZc1GHY56ECQwWGCgwVeKwC+rFRw5ihAo9WQBY/MlU0lEpW4lyHKygl5xoCxACFi18qiQb1MXoAABAASURBVJHPOFYEDoQzEcM4RsgFeRiHkIW54rHeMhIEIAwSk7W+ZdoQMxkqtrttslCPCP/EAi7w+55PGOcTAITQ9AlQAIGGAIuYbZqGTVjhwjTNpL5MOgu5xTLlZmDAguZn2skkt7VOjE/CsVNIEXKME8wZhoG27AgjMKhWa8nv70kbKdfF2CihWy6HgO13Ox0UCOCmZ2ZQIPBod7pYXV2H+LhIcFdj2c3NGuFEHzMzcwQqVaQI9Xbs2EGgEyCddiFAZ5SAT/5HNuXYyHHh2e20WaaNTQKZf/zHr+Hzn/8y1teaOHFsBYtnapiZ2Idsehy9jiYfyaJTj/HVz98DKxrHWGE/Jkr7EQcOGvUO4WMLp049zPKnEEd1VDdOwetvot9rIiREWVleI5xcQZcwrNmrYWHtBCKrjdjuwSF4K47moQWEBT4ahEiOlUYqU0AvNAgnG+h1Uxgf34d0ZgydXoxmO8D6Rh/dnoNNQsfS5ATssgGjYgMjWfTSMZyJDKICYI9yHIox8tMWdl47hspsHnnmSVNfphIijSOTLcIwHY5lmn1VSFkusg7hn2HBMl3CrgxBbYZwrYd0uohUqoDSyDjS+TwyhRwyI0VEWQsh+xJmAeRiRHbEPhnokYx2Or3k4R1Z+m9ZRcSxAdu20ek24Yc0aqatPvpBk3CzQX+cxLSOIWPrullcc/UNiCMDpcIIdszuIpTLwPciOFaaadejkB3D8lITRw8vIeWUqVmAEydOY3RsHLJ7s1qr4tTCSWpXh2K9r3j5y3DLi2/B3j37MU5YGHoxGpseLJVBuThG8DtOH/JY4fyo93qAZSbn2UwetY06TGUh8mPILb31ah1FaiG3EWezOeTzRZRLFeSosYKifi58gjWXmso5GJfmdZDPZJG2XWQI/HLpDFK2A6mrUWugRyAYBwEsrZDPplEqFllfideaDcuyEfHaV7zCFK9Ln/+rHUcRDOblGwoxLUoMPN42pcA4BaUUTMOEJeN7kdkwlJmky7Wo1CCvfC+E/M8CJgBsE1BQSkFrzbmQSo6VUnhGX40Gwv/8n+G95jXwXvKSJ2Xd178ea1/7Gq/Rc0/Ozl2cf3l5mddIExHH4hnV4hloXG5jc12X31Pjz0DrwyaHCgwVGCrw9CowPj4O+U6T77ant+ZhbUMFhgoMFRgqcCUqoK9Ep4c+P9MKDBbISikumMUXJR8XmebqXRbVEhpcoJumxQU/jYt0k5AtMYKzCxfnSinoLQNfsvgUi6MYssjfNkOb2DZmSxapMReqsrgnO4SYOBZHQEgoJw+5kFDi+z0P5IrwvZBgxWM62KYNBZMwIkXoVocAwyCIEmADphQI7QRU2I4Dk/2QWx5lt1ONcCMkXBS/yuVK4tPa2jrW1zdgEUimUxmImSyTSqUhO53yuTzOnDqNDCGJS3AU+B6ymTRGKhXIeb1eR22zihMnT+CBB+7DxvoaTpw4joePHkXEtjYJCTvtPnwCGzI2HD9+BpXKJMZGp1Em7FGRhUa1hdr6JuqEO81aiwAvRKvVZn+q7G8AbSjYjgXHsQlF+4yL0Ov7CKlhz+uj1W1jvbaBs4sLOHriGBaWl7BeryFWGueWV6DZn2yukECkxmYLG0sbgG8AoQlTpdCsd9lWE7VWB53QRzv00IMHt+zCLpiI0j5S4ybycxlU9hRQviqH6etHcNXNM/iZX7oJt77hFrzkf7gBlbkcQABo5giJCBU9RPBUjF4Uokct+vS3SxjFoUKbYG6z2uRcMDlX0oSZPYSBJhgN2McI51bWECqAVAjaNVBvN7BWW8fZlUUcP0uY1u2wdnYhAsFlC61mBw4hr09wC6akUjbnRR9agwDRSnb+pN0MRspjGB+bRqU0zvxZ1OttTE3OcXzzkHG68XkvwI753Qj8CAtnlmATkmXTeRTyZY7bKHLZAuR27BYh2dLSIq7atweFUh4223voyCH8w1134pvf+haWqXudQHXfVftx1c69nMMKvY6P2kaDx0DKScPWFhQ7GfRDNDYbnA9lOKaLOACCfoCJsUlEvB7ahNWyIzAgCGs2m+ix781Wk3OkRd1qhL09atZn2GVal2EPPsFcSK0jlokY5jOc23I9KINgOITX66Pb7rDPXciO2JhwHTB4bZnUzILB696yHI6NxTgNpRQUh0MplZyb/C4wTYPXlwGD3w+JMU4rzXzqsSbltAGDZQzmk+8JnxeEPLBj8AWA86/B90J8/vyZPAj/9m8R/vVfg2I/aTcMQjrre9970uUeXUD0aLVa/E+L9qOTfuLPq9Uq5CEzP/EdHXZwqMBQgeeMAvKdJt9tz5kODzv6OAqcxIc/pFB+z9X48MLjZHkuRx98E8p/eddzWYFh358jCugn0c9h1qECFymgFBfdNIlUSklw3mSxLbAoMQIF2VHzGCOkkd17stjctogELjGCm6RsEoYET49YJOW2TBpMAACpi1IKStEYKWBRoJqYIiCwTBsC+1w3BaUMGAlscGGZDjyCPtl1ZZsplIojBDM5aG0QhMSEHU0CmzprBEFMNoE64+OTCSjJpHOQXYVQmmCjh3NL55DJZBMrFGTnF7C4eI6QKYJAvzqBy/GHj0N2/bW5uBaI1+t2ERCcCNQUaFirbhIiBVyAjmB+fg7jE2NQdFzgh9wSqbXJRXkX64SIij5OTE2jSYh2/XU3opQvIWWlsH/PXkyOllHMpWCbmmaikC+yHkVo46PrBRAgFkHDMGw4hFTaMNHpdUCV4RHINQmbmp0OIVgHS6tr2CQEWt3Y5DgAtpNCOpsnxNzE5irj2j6ydgYm//Q6fTQbbawzb5UADSkNnQNCp49U2cLcvmnsf8EuXPuSXXjhz16LW25/AW75+Rfg5p9/Pm7+uRsxd10ZpTlgfE8OO66bxsSecZTnRpEayUFlbCiXlnIREOh41L3PkYmoA5RJ3xRBE6AiG9lUAY1aF91OANtOw2eHBbrKDr1Wq4Fao4bl1RVs1KrJgzrWCFSbHIue73M++NTMJqgirGJci31vNhtIp9lH6p/L5An1COYyRZgqlbSXSRcJ08YItmKCtiwcJ4tez0dts8l6eowPyHM60Cw/NzePeq2OKjUyDZtzrgyH0C8MA0LRKscmgJNyML97JyampjAxPUWwCmxwbjx87ATBYxsp9inlZDA2Mg6v6yNtOigSGpbo00hhBDMTM0gT+JXyRfpVBmc80m4aWY5bKpXC+MQ40gwLhQJK5SKKxQIhY4Vzl3lyWbgEdw7hs2tbcCyLeliwOEdMai0W9Kk8r2uJSzlu4r/JMYjCmPM35rWmYGgLpmHTHFiEjDbnplxvgE6uLbnmJX8YxQgJDS9lEec+EOPRFvF7Ioll2Yh5lFLQ/A5Ivgt4jGfpK/xv/w0k0E/NO/aZ4j61spcoJbdhXyL6JzpKbunOEEz/RHdy2LmhAkMFnlMKyHeafLc9pzr9E9PZu/Ab71EEco/YzXeefEq9+9xf7sI78QHc++6H8NZlgizW+xsHL7+qz/2l+PAmfO6xRa6omMfrx+ce/Bhw6o5nXf9O33l1Mv4XjvugDzIeYk/vmAzqfmydjxf/4xn8R10H5yHs48U/Oa+ea9+P+snJM8z9XFdAFuSigVIKBhf7ShlQSkHWnYqLdqU0FOO43k7iJFSKKbLwFjM0tITbpngu6TSlmG/LZBePbdkYmIULy4CvZGHPUBohSmAQQykF+SPAABHojdStYRFIOJYDxAqGthAzxSb40AR8YaQQ+DHbcVmWQM+P0Ki3EQcKI+URZLkQNJRG2nUJS1IICQL77R5CP0TQ99Fk3lajgzwhikPgMlIeZd4MgU4HURCgWMhjYnwce3btxtTkJKYJawICpE6rneyGsgipBPSdPX0GAvkyBC5twqSVc+cQhxEsapzN5TA7O0fgN4Z+t896Q8IiD6vVOo6fWSK4Al8Gdu/ah107rsLOuR30PYtyIUXglwZ7hQL74VgW2UCESEmMSdAXwSEQMmwHAQcwNoFaq4Zmr4kAEbr0v8m+Nlo9grANLJxbBkwblbFJKEIb8jI41HF8bIrAsY96s4uFlXU0+wGMbAZG0QZyPlJjEWauKaIwb+LGVx3Ay26/Ds+/ZR4HbhrD9P48xvbQ9paRn88hzBSxWIvhjpSw63n7se+nrsXeF+7HVS/Yh73Pvwb5qVEgk0ZInfocv4BQK7YcRIaJdrdHaNZEn0CvutqCiTRM5fI8RLk0jn4vSADb+sYGBPJ15ff/Wk363USt0UC33+PcAFLpNNLUq9fvU68ASitqxWOOm2OmYGonqbNe7aG20YOl6LdnAaENW2XQaviob/ZgmzksLa4lGrVkvP0AnW4HnH4EdRuIOL4ry8ucb/UEpoEv2U1Xq9cJWJmX/pxePIv7H3wQqxtVaI7f/M6d2CQYDIIYjc0WzMhkLx0UrRyyBI39agfoRug3PfTbPudUBNmF2OCckn577JNAtFqthnqjTjDcgDyMo92mbt02x7HFedkD5MKlbYN0OVf0T+ZkTKCmwD8xEPA68Psegl6f5QIEvD4CzpuIkyPgteQTJPc9n/oF0BwvlyC5QAidyxVgGg7iWIPNMM2A1mIaht4yXhuGxDHUhgHDMGGaVmIW56EWIVle8RpWEtJAv2Iatl7yfSWmlNqKeWYD87eWYL67/ZTNeIX/tHVAdHnaKrtCKpI+K/XsmAtXiGRDN4cKXKYCw2zPlAJKKch32zPV/rDdp0GBHXei+u4TeF8ROHpwF54MlNtu/dW/HqP6trdjfjviWRomEOk8vPnxOZno8+478OofX5M/sCXR4saDhy7Od/BNeMMp4PW3czzf/AHsxcfwhmdAr4ud+tGenb7zHfgEm5A+33vTAeDU7RDY+XjxzHrZ74WFBfz7f//vUeO657ILXeEZ9RXu/9D9Z1ABrTSUunChJMcKij6pJE3SNWQXnyz4H7EwgSbJeUggEPKcJtBB4EZiQYiQaQMLoS74g+RYPjF4EUzxXzZJOwIKgoh1EjB4hDEBgUrIuvoEEAIKGvUmPAEOBHNRBDhOigAvh3arA60MyC2LHvN6HuEIgcXIyAimCeQ0+9Nk2WatAZ9lN9Y3kvyFfAG5bB5am3SB/8BinTYhjE0wKbBCdmedPHESJ46fYHqMfXv3oU3QUymXYJkW0qk0LYW11VXk83lMTEzgmmuuxp49uwnwejh79iyWCfpk559JODIzM4tKuYKRkVFYbgrtnoeFhXM4c3ox+W21QraEkVIFL7vlp3Dra16JG6/n/wjlc9AgtHJctlGEabnosFyj00NTbtEkkImURhiHsFMWvKCPOmFPj9r1CZE2NutYXa8SfvkojYwRovXRaHXRoj5OOotmp4sNedprdRMdGUfbRjPyYOQ1xnYVsefGScxdU0JpzkCZ/+qozACjkyZyZeqfH5hvAGRl6MQWlusKxxZ8bHQBs2Alv8G3+/ppXPuiq/GiV74M17/ohZjcuRt5QkYzV0KDfbGp47Xv4JO1AAAQAElEQVTX30CNNaqrNcSeht+Jsba8SW03Ud1oQmvWTUBZJSir1qroBR46BHx9v08tLShDw7QtyPzzOH8mOe5y+7RBsFQplyFzSHOOWIR7hWwZs1M7MTk6DxWlaA507GBqYh62kYFtZZByC3DdHMdnCRMEu7s5pgLujhw9iue/4PnQbE/mj+wMXFg4g1tueQmyhKLTMzMEeDUcOXoE2jQwv3MHdu3Zk/wu3+kzC7BsF8ViGS5hcq/ZR32tgV6tg9pSFU5kwYltBAScOqaokUZM+JXmOEk/BCgWCwX0el2USvxXZBzBdkz6a8AwVWJyzZmGHBuJj1rrQagYagOIgVanBZ/zwyZYTfEakl2BGY6BmEv/BL5ZpgmTZvFaMGkBQWCf1063y2uLADgMWdE2kOM1LIsTxkj1tBhyLt8dcv2KyfdF3+vz+vXYtg9O18QXZobmd4Kmf0oM8m2Bi15KqYvOn6kTvSvCD2Moxc+U609Pu8NahgoMFRgqMFRgqMBQgUsosBNvveWNF8WfvpP/hn+PSnZ2ld9zNT68sJW88EHcfD6e6YQ/AorK73nTxTvTHnzTVlmVwJJB6bsu3i3IsoP4iz8vbvtR9W5lvTjPtn8nk9uDb77zgxe0M0gTH99AcCXwpkz/E4hJmJX4vdUngTrA5fh4OXm2HGUgbSft8BhJm+o8RB30Y+Djpdveauu8VoM+btc3qJvjwD5txz2mnkePDfv7zlMH8L7bBeCJU5ewmQO4ntF7Rw7wc/u95cuHPojTSdTFviRRycdWvsQn+nbe9yTxiT+eQJ+kr3/5wWSMZQzFknFManycNtnXi+bred+TQpi//SHC7Rh/fhMwf8ObsXcQ/bjxW8mXFcxwTfWqV70KH/rQh9BoNC6rzJWeSV/pHRj6/8wooJSC0jSlHnHg/OH5A4CHSiko9SgjMFBKJ4t/ueX0ETNhGiYMQ0Op7TIal/OSxb1hGLAUyysDButXXPYDClKngDzDsAgyHEKXFDKZXBIKeDDYpvgwNjqK8bExxjtoNps4ffoUlpeX0e324LguKoR9tuNAfkNPdncJgJCHKQQEiHOzc6jX6kne2maNAKXPelLI5fLMn8KxYw/ji1/4AiqVUnL7pQBEASmVSgU//dKXEuzksLGxAdkZJXEHrj6A0dER+pllD0DgswkBlpuNOsbGxyDwySGwGxubQLPewplTC8hn8jCVgeWlM8ikLbzgBVfh5p96AfZftQeu7WB+fifmduzC1MwcZuZ2QFsWYm0gggHbtaBNQJma54BP+tkngBFrt3tQ1K5JCHp28RzqrTayBEy9MEKN2rQIYpFyYeSy8B0T+akRzOwdR37SxMz+AnZeV0FmPIBKe3CzYGvA5gZw/GgDB7+zia999Rw+/7mTuOuzx/Cte5dw6EQD9x2u4Vvfq+Lb9zVw7KyHc5s+7HwK07t24aprr8PY7E7ETg4Wx7HT76HeaKFUrCCfLUCFBryWD0Qm5NbcZrNDXYEywahF4KS0hnZs2CknMZI5Qss2Ot0uAvZbM49PGBUrQACV7Hxr8C8FRc8FZk1PzABsI58pI5sqw7WyTLEgv4OnlUWtM2zXh/z+nmFa6Pseur0eiqUi1qvrWFxaxOzcLKamp1AqFTA1NYHPfe6zqNfrsCwTAhNvvvnFEPhbrzfw4AMPcR6uwuA8zbK/9VoLjpVGKV/BRGUCBbeICoGjQ7CXd/OYnZxDjqDXMlPUowREMQLC7h59gIphWRbnZxe8RNDrt9Fq11GrbSAg2K3VN9D3uuh225AHxXS7ncR3n2McEHqKlfJltu8g8HwIDPcZBgKJqR1I20IC9sH8DgnpQ0ScR1EIBH6Mfs8nIA84HgpaGdCcfyzCdwy5ni40xXES/cUM04BFLZNjQ8ppKKXAj4vL8gxbL6UUkxXb0Bi+hgoMFRgqMFRgqMBQgaECz04FCGnu/hhdO4AbJhgQiLzh4CHIbqbqu2N8fMchvPOTH8RpMN8n34GjIBh6c4wq4dD7fuY2Fnjs+xO15+Ped5/Y2hH4ewn4+9xf3o5PFD/AeJaVnWGnbj8Puc7XQLgjO8r23nSC0OVOvB4fwxseBWTwuP4Najl68B2A7D67XYAlff/CXXj1r0tdTE92Kg5gDs/4Zv0fkT7xkO/L8fFy8rCqJ/2+dL234Z/uYFXbt/Uu/B3+ugbsven9eDW1eoNAOhmLRGv2hSBtsOtsa4wY//HbmZdVnH/PvB3ffPdDeKuM9flIHtx0B2T32ifuVASzHCtq9c3bdzJh+73lS+0j+AeBvRf6sp2F4aX7wYSn433qHfjrPZwbMn9Y3yfulnkJPF6bn/uCjO0b8XHO4+q778THb3k75lnuUu/T3/9IMrd/9YYL+ww8Xvyl6nh03Eu5xn4uAb4rdcXz6HEbnv8YFJBF93YzcqyUwnYIUhClBgtppS4OtVYwjC1ThCpiGISyIyckIApoIQFAGIIwQCGOODWVASSmEcdEBlumNM+hIFBAa5NpGkqZABQMw4BJcGESkJgMDcIQTSgl6b4XsIyGT0ABaDiOy7ZC9AmGBETUCFZ6hB9evw/bNFEoZGGznoigIvC7hH3VBIKEoQ835RIm1RHRsXK5nEAHxfYty4bF9qIIcJ00yqURgg1AAJ/s2pMdeblsFk2CIqlb4MnRo0cI9daxurqMc8vncOz4McKfJRj0vVgqJbu+rtq3F9ffcAME9snuPvmNlTxB2v69e2FRDx1E0LIbqtlHmtBp78gUXEKUYLOPfdNzmK2MYX50Bjsn5hnOYvfULuzfcRV2EFLlCSsdI0TGsWAToGiOl2laMNgPAXz5Qpn9GMP4yCyqG4Q+PY2QEAnaBpwMFjY20Qz7aMVtqHyEwkwW5bkspveWMX1VCXY+TIDe7j0zKORskJni3Dpw5HgN33tgGfcfWsepBQ+bzRSa3TwOn2jiwYeruOfBRRw5tcHwNL78zfvxze8dwncfOomHF84gVcpi73X7MLdnF1LFAiLHxka7jTrHshv4iHUMbWh0uxF8z0S7odDif9hkUqPUKwtDuYhhwCTwbLabnBM+pN8yruCrkC/Ctl3kskU4dpqzxUSlMAoHLjJmHqXMCMaKU8hYBTg6i5xTJuArolKaIvTKIZsuQimL9cbYvfsqGIaJpXPLSKVS2HvVVRzvNYK8dQJdA57XwcmTx+H7/SR+YeEsFhcW8cB992Pp7BIQAHMcw/HyJOYn2F9kkFUZTOZGkNNppOQ3BtmfVGAhH7tA08dYmvAtMOlXHpbhQCsDiv2SuR3xWpNdez1qZVAjMZPzXSmFDOemzevCcVOQ0KI+RjIXTCilwMscJs8Dn07FgMl+WTRDa2hqbsjc0QbbU0l+fkJDsWVmls8ohlwbYjEriyUtBj8j8tWYhoExhjUC9DUiOBcDm9SxwfpMjpwBpTQUzzTDOJZ6Q8T8AomlcsTJH02/sPWSPFuHw2CowFCBoQJDBYYKDBUYKvDsUICArfyeXXhnTWAQgc8MtmAGMIA8KrlVE7V7cPQ8zLkTb2U+3PT2QXiJnrw+gSg7t3YEfgz/9eBd+K+yc672DtwoO7o+8g6CFOC+lYt/5y/5fTq8Ee9LoNJt+F25VXIbJm21M4Atl/BvKx0EiL97E08IwN5XZPgD3tsQ85u3H3oiH7dqubx+bGV+EsHj1/vqn/kA9kI03B6bAxAANdCK8PIjijBuF8eQzdUOAeM38mAr/i8P4dU3XQyrmPg477vwB4S65xM5Nx7ZGTeIHfhyCH/9/ZNb82TgyyBVPh+/H5L6w9vW3CCgfJ9Az6TCx29zsPPwY3gD59zNdx6gFkmBx3ycvvNq3Mi+771pa25v5Xi8+K3kywoE8L3iFa9IdvC1Wq3LKnOlZtJXquNDv3+8ClxqYay4tOaamo4QtvEgkoU4F9ZhFHIBHyE5Z5ziMttQgEE4oGk8BbiwR6SgFI0LcEObST3gYh2xHJtQsU6MpIYQDudNMY9STBNgwVDKqOTYgOwqEl/pDhT/gHmT2/cY0jVoggfF+Eq5gsmJCQick51JdAMhoV+DgE92IvV7XfheH9lMCumUjXI5D9e14KYsOGmLQKafgBqlFVzXReD5BH9tFPIFdDodOARD+XyJeTKwCUjWVtextrYGNo2lxcVkZ9bISAW7du1gmRweJuDTrEt2cQl89Hwfh44cgTxA4SzzLywuwSRo7Hsezp1bSiDgxvoaJsdHYRsaHsFW3OrDr7dhdkOUlQOnGyDtR5gqOGguVzFVHCcIcpBWKcxUpjCWrWA8V0Ex5WDH1AhStkEQpKg5QGIKgxBHLJXKEspVGO9CqywMIwdtZFCttbG4VoOVL6I0M4YoHcIqhZg9UEFh2sTcvgLG5/PIV2yksprjD8KqDh58qI6jZ2IsbSjCuAwa/TQ2OzbWGhrtIAM442hHWR6nUeuZaIUp5jNx7GwVDzx8GvcePozv3HcPFlYXMTo5gj3XHoCZzyG0TRjpFDT7Y3GcDMckGzLgEe6Fvotex4TftxEFNofBRUgI6jgpgIPvOBYs6hsGIeTBGS7hVjqdRT5X5PhmkXJoNo39r+THkXWKmJ/aDZMwbawwgfnpPZgc24FsegRhYKDV7KNQKKPT7aNa3YRp2sgSnCmlEPP6aLdbOH3qGM6efZhzIYeZ6Uns3LkDIeEUOFFdy4Zj2Ni1Yzd9DqEIuwOCyrALlNwKxrNjQDuES4A3X5lG3sxgtjSB6ewoSmYOmdhB0c7BDDUsbQNQkLnj+R76hNfS1xTnrbTHEYdSCnIt+IR2PjWQvEobcNMZmPTFddOwOacNgjyXGqczWcZb7EtEjUndVAzTUImxKshcNg0DFqGhRV0tzlFDaRis0+S8slinhKZhs4yVzA0W3woVDDDveRucJzH8bjBoGiZ91lBazIBmqLVi/YrxnL6I5YPHKknDT/BLxlB2F8vvivwEd3PYtaECQwWGClymAsNsQwWuMAV23IlqsgvqUAJsHvFeYF8M2bk3sDvw6kcSn/qRtPfuR+q9eGfYk6n2R+SfuHA5Pl5OHqnrydql6p35JfxqkTDzwQ/iH44dAopvxs/NbFf8xq1daVuaym8f3nRHMm4fF/hFQPfI7brbZS4dDnb8PVKflP/E1s648yW2fDl67PfwB4/x5Xwu4FL9uCD5R3J4iTYHt92ewPuKSH5TsvzoXaDiyME3bYG9E7hoPj5evJR5ihZxnfUUi14RxfQV4eXQyWelAoqL6W3H5NiyLFxk9uDc4CJ/sPjWkNDQBhfhNMYbNC7Hk2q2w+SEH4OF+6CMY9vYtphgUCuTICRODCCYCGNYhAZKsZbEuLbn+h58SSBtam1ALmif4EzghezUa5PeewRmLcKWdCaNYrFIIOdC8tRqNawToHU6Xawsr0MeyNDteAx9uCkXtmMhk82g1+tAaUB2RbkEJvQgaafO8p1Oh3DJS55O2iNUOfTQQ8QOMWz2R35L71vf/BbWVteglMKJEyfovlqf5AAAEABJREFUNDA7OwPT1KhurMMPPALLEFLXgw8+iHqjAdt14DG+0ajhm9+4G1MT45ifmYWKY1TX11Hd2IDvhdTLJWBKgSwJpVIFI+VxuE4GxVwFhnISYFUpj2DH3DzTSigXcpCno46UihgdGYVjuYmZ2sZYZYJ1xjzPwDRc+gQ0Wz2cq9bQYAO+E2D26jGM7XYxcRWh1DUFeFEd6YxCvmSj5wH/+NXj+OrXjuPgg2v49rFVPHiugRPVFjYIgJFPwyi60CMujFEHZiUDXcojzOTQhANkRhEbBTTbCqurHRw+egLf+/69WFo6zjHLYufuXcgU8oiom3JskIEh5HwwXTuBWgLZUmkCQMKudKbIMbBgWxlEQYwsQVUul8dIpcJ+l5EjhBuhXsVsEa6dRqU4isnxGdhmmrCvgjLPM6k8cvQtk0pD8zpYJ7gV3QuFAgzDhAA027IxMjICg35Yto0OgfG5lUUYFnDgmj1Y31hDvxeh0Wij3ZI5pPDim2/Gy1/6cuzZvQfjY+Ocd2soFsuYnJymz0CpXEImn0ObddUaTaxtVKlJB5u1OjabLay1msmDUJY5DzrdHudNA2vLq6htbqLZrCP0fTTqm6DLyRyMohitVhcBIbDrpKlVgHy+wH4WYFsOQo5NzOtNrpc253K324XYyvpKMhflduMgDOCHPiFfyPwhIp7LRBZdNIkdpzaQfCB5xXEEAYlxHGPb5JpR0HiMKcaJSZqE2ybnzD0oByjFIxoPoAAoxU++tZbyanCOZ/4VndD4YQyb6jGdkFu5//iP/xjvete7HpM2jHgCBYZJQwWGCgwVGCowVODZosDM2/Hxmw4QftyODy9g67fHDm3diitOnsSH77wLmDmA63l69OAgn9we+xt3XrzzjsnJewCFWC653feN+Kc33YbB7aW3P3Ir7sEPJu0lBbY+Xn3NG3n0MbwzqfeuwU6yi2DWE/jHkj/wXTuE04+b6XJ8vJw8j9vA+YRPPEg9sdW/JPaJ6t2Jn9tzADj1jmR33uuTXZHAtlZv+EupSyq5i+N0Eqfv/CA+x1N5kMfHBfDx+PLf9+Io54D8bl+y0/IxBbd8qX0Mn6gBe/f8EuYvyvNE/bgo4xOePFafJ8r++G1+jlqcxk689W0DwPeYWg6+CeU7P5bcgv5osHfJ+MdU8IMjvvrVr+KLX/wi3va2t3Gdk//BBa7gHPoK9n3o+rNAAbXlQ0xIILt+ZBeJ7H4KgpAAaNsC+IGfmKRDComxrJxHJOiy249LfSYpyLpcFv1BELCOgQkM2DYyARjaZGlFhqCguNBP4oSa8AyJydRW2H4JZPN9D47jIJfLEWg0CeW6KJfLhHlpZDKZJG6jugGTMGZyagpjo+P8AiiC7IqQZpzxNky2YWgLHQK/yckpGIaGUgqaEMEwDSyvLBNYAK7jokJYJMDx9Okz2KxWMVKuEAhlMT87BwFIs7OzGB8fI3RpJn7ccsst9M9Gh6CxSEjkEFLJwxbk1l3DNJN2qoQ0awQ3pVIJmXQKChG+e/AgMqkUdu/ejQr7o5SCUgb706V+wIkTqzANByk3i3ymTKsg6xaQsjIwmS/jpmATSJWLeZTyGUyMjTJPFjb7WcgUUSmNoZAfQSpVIOBDYp12QHDUQZdj14wJ+eoLyI/b2Hv9BK662sX4jAVlBJDf6Ov1AG0Cmw1a08bCRoCzdQ+enUVqdBLuSAWpSgFmzoWRNVCaSTF0GVdG7GRQmJiFUxjD6PRVyBanEakMAVOEVruLBx74Hu578HvIFXO46sBeFEbKiAiVQ8I0j+B4kzDUoo5F6hKzrz1CrBAWHDcPl+2n2aepiZkE8CkowrYeTG3wSCGbzmG0PAaBofl0CZXCOHIEo6Mj0wS5EeFXCvPz89jYWEetViNUreLs6bOYmZ7B5MQkZOea2NmzCwSSaxgbG0vmycLiWVQ5z/bu3YdatYGUm4Hvh1g+t4KD37kH99zzfTz00CH2r43nv+Am3Hbb7fD8AJbtIAIwPTeDF978IpQ5TuWxEYSIkSXY7EUBuoRsaULaiZlpzO/ciauu2gu5HTxPYDk5Pk4fRuHYNud1HulUCjOEwnNzOzBBeDg2NpnM9XQqi1q9CdOyYHBepJhPrj3DNBKYrbTGSGUUpUoJec4Zw9IgWYYXeggiH4apYVNzm/BbkyLKtWGyniiOeG1ID8BXzGuXAX2XzyjiTGZSRIsJEy8ypiXnEtIGeVhc8vJ7R74rWLFUMzAlQcy+RIiYWSkFpZREPuMWvCeDH8bCL1tJH3xC2k35LiBUXlxcxJkzZ/h9xgstSR1+DBUYKjBUYKjAUIGhAleaAvO334n3FQn0PnI1Poy345vye3Xbt9DKbbvr0qPb8Odbu/zeKbeCfuQduE+iH2MH8L499+BGKVcDwckdeDXzvPrXT7ANYPt23/KdH2Hso9433QH53Td5cm/5PbfjE3gjPi670S7MRhh5af8uzPTo49u2bvEd3BY8eHjGo/MQmF2Gj5fVj8dWPYhh/z4uwC3ZUXc7cNMHsHeQgieqd/72D+D1Sb43EpQmByw70ApJXQqi118nSR9JbkMtv0clt1Qnv8+XxD/xxyNzYFDXJbVnFY/4ciC5PZhRF72fqB8XZbzUyRPoc6ns23GP2+b6YLzL23NxC4xulxvc2nzBnKRmsrvvjgc/lmQ5P1e34h8fDCfZH/PxXAJ70nmuyiQY2g+hwHOiqFLqogWyUoNzpQYhE6mDgmFYBBgmDC1mwOCiXmuGW6a1BksMjGXlXMxgukmAZRIgSGgTLDgEBHIs6bKA3zapWyf1WzC22gNrDMOYn+aWEdAotpUYWyRkyBDgCTDUPI4JGnq9LmRnnm1bMLSGtCVQTh6cIA/EMLZ9N2y0Wh3CIBeyIy7lpLB75x6cOb2AjfUqpF2HcZptGcqAwbDdaqPb7pB5xNhJAJTLZJFNpXH9gWtx/MjDCL2A9TmwCWwmpyZRKhcJ+eoEfzMYHRlhHwDZuSWQT9G3HgmZSU2UoVEsFRNoITsOBZoI2FtZWYFSCpl0BpPjE4RPAY3YJwR9rNPviICxgfVVHncVck4ReYKtnJtFKVfAOEHkBCHb9MQ4/UzBpa7lXBGTo1PYs2MvoU4ZjpUjiCoQIsQIfOplpKFs6pyOURh3MTKVRmnEBrvGtur0UaPXj7G83MPKGrBeD9CLMzAyI0hXJhFYKQTaBDjuXcKKfuCh2elgo+Zjo17HwtIKVjcaWFltoOezHSeLXHkGYxO7YdH/KDLQ7/dw6swJPHD4PvTCPgHgJIqT40hRw44CJudmYadTSb1BBCjDwfjUDkxOzGNiZAbl4hh1ihAFChPjE7hqz26CqwpSHM8CdXFMFxm265pZjBQnCfTytCxmZ3bCY0fbBIxxDMZZyKbSsAgU+50ehFmdPnUaCwR7sjNSdgjWNurU0IVtOggJGUFQNT+3AyEdm5/fybQUAE1YpzC3cxfKo2OItUKR41IhGNxsNtDud5keo8NwhHDPchxkC3lkaDnOofIE+6NiSN5qbRNnz57FyRMn2Mc+52OXDCwmZA947rHdgPNTod3qYm2titNnFjhm4Hitotf1CLB7HGcfcj34HvMTlHkcpyAMCPGC5AEktWYN/aCPvt9DGAUgl6PFHJc+AWwXAqGCLUgP6iRaASr5ww8g+VBJuzH1ENPKxEWmLejETAAGFHRiWmkkxjNF0wA/xRTAI7nGwZdScg4oNQjxDL5iXsNPuXnxn9fKOuH+X/zFX+B973tfslvv3//7f5+M0Wte85qnXPWw4FCBoQJDBYYKDBUYKvDjVuA2/Pm7Y1R//bathnfirW/juTxoYYZRhCyD23EljradT8CalNsy2e0kO8Sq7x4APCTlHsJbb78D2+XlSaSske/tNlhfUp752NZF5ZlrfusJpoPyW/Uy/qJ30s52PQwT/7bqPw8Dt86TNJx/AqrUK34PfI3xiH/SwlaZxD/Wu62HJJ23S+d5dD/OZ3/UwSCf1M22b3/74OEW1AG4dL2D4lvjNdB5EMXPi7WKCWV3XtTP831l3se8t8Yy0SJJfHT7j6M9DuCGIgvs+ACS317k4cXvR9dz6XHeLjPQ45G2BueP1WcQ/6h8jx7rR43boMygLtHi4rEGgeojaZKeGOt8069fOn5+2+nLCOUna7Z37BWLxcsoceVnkfXQld+LYQ+eUQViWbEnC3d+bHkScyWfRPNjcMxPOX6Uyc69MAoJBmjhlgUhAYRPMOBx0U86ldQVIY7FYigCNBaBIgQANOS3/bQ2knSlFMB38hEnnwloMZguu3gENmitmTdGSEghF7omJFAsZDAUOJZNZ+H1AjTqLcIPTRhjI2WnCG5spN0UBAC2mi20223ILsBMJkMYIjeCAoPdSSEcx0QqZSfw8OTJE+yLTxh4Bsmtt2zLIZRptVpYWlxK6nj44Ydx/PjxxMrlElzXIfPSKBWLKBHc5PM5jI6OYs9uwieCq8pYBdOz0+h7fUImjxqEkNuCs+kUCoUCIV8WuWyefQQBogvEmuc5kL+gVe+hUWuj3ezA0ibStkNwVcJouYyZyQlMEhpNT01hZmqW8SNwzDQ215to1rswlAN5+uz6eh2NZg/aYF9THvbum8bEeB6VgkZzrYv1hS4aqwR7Z9o4c2odx0/U0CPEahMCgWUM7aOQdZBPO9B+AJtgJ6Vs2KGF9dOr2FhYYfkqAvoYEqA1Nzex0Wqi4/lwMyXCxhH2XbHvKrkl9eSZ4zizdAaBEcPOZZChhkXCugBAj2WCGIg4VxzCzFhZnG8mTCMNQzswTRfFUgWjBGjFUgnFXA45x4VjWDBiA0Zk8jiFlJMD+SN1jtCiXzF91pxXFcI307Qgx71un2DLA6cs6zWTcR8bG0eR49jr9WFZNrQyOHd6WFvdgO+FHNcJxll4wfNfiN2790Juiy1VRnCOwNYgDPrCl7+MFkH0VQf2QdsWltdXsLS6gmqzjrVaFWfOLWBhZQlrm+to9FpwsylMzExxfsxiZmYmgZUT4+PIZtJIp1y4rKNNLQUOyy22uVwR6XSOvrlsuwhDm8hwTpuGiTShdIrAOJfLw+WctehPoVhg9yLqGUIZgNKAYWkoQyGMA46LR/gXMg/TlIJSNK0gL6UUz3mUhHJMg4bBNrU2IKaUAfU4JumPmMkxNGEQqGqp/4I62QKvcfkEw5j1aiilBhHP4Gf3l34JMTV8Ki6Ek5PoXXcd/st/+S/4h3/4B8h3hvyjRcbxda97HX6JdT+VeodlhgoMFRgqMFTgR6XAsN6hAkMFnnkFTuJo7Zn34un04PSdt+Od7NPrr9kGw09n7T85dck66H/5X/4XyDrsJ6dXT9wT/cTJw9ShApehAIHdhblinvPNqJgrayQLcNu2CZkuYQQGDuFSYjy2CVVsAVuWCcUFu8XQdiycN4IJrYwEWikYMAhgBKzIrYOmaUIalCW8UjHhAttXKgnltmAmokTo02w2kcRGMeGKR8gTaGwAABAASURBVDDXg6EMZNJZeD0PIUmQS5iXdjNwrBSkvSiMkSLYS6cy2KxuotPtwut7sOl7EAQQSNLv99Fo1AkmPQKnDdQIXmZmp7Bnzx70CXYc9m/p3DnI77C12y2Iv7OzM8kDMiKCTTHx7ezCWcYtolQqYm5+Ftdfdy3tuuTW3dXVVaxtrOPE6ZPo9jp43g03JPoKOJKdgv1ejz5biT+ys2xlpYXqRg3NRgtNAkmLYKGYL8DQJjrNNjzCKDFba6TYlyKBYI4wp1woEQqNIpcuwjUzSJlZamSzT014fogOdaJ86AdNZPMK8/NlmFR66WQLB7/6AB781hksHmthcyUgUEwhIiDLsN1Gt4Vuvw0NH0YcokUt+/U2bF+hzDmSiSx0VuoIa104XgSDGmvpE8ez12ugTn17/RCaYE7pNEwrw7pBULZCMHoU7U4LlYkxpKidpxQ6HJuIfev7PlqEhBGBXBgogqosCrkKctkyxsemILdY5wsF1qsR9HuQ+5ktZSBtppBmGyZsxIGGqR2Oe4BMJs85ZDAbfWS+gJoohnK7drfTTeZHiaBQK50AXZmfAl1JxDA6Mg4FA74fIdkxd2oBp0+dxbGHTwBURnbNLS2t4CU//XI02h0c/N69+MZ3vo3PfvEL+Pq3v4UHjxwm0FuEH0cYn57AyOQoxqZGUR4vI1vMoh95OHL8KFbWViCwWebU8vI5bG5uYGV5GfXaJv32aQHnawuddm/Ln5B5agg5FwU8CzTqc5xl3hsEfR4hqcxz2cknO/ja3Q71bqPv95M5H0Z+0p4yNCxep2Ka2iuloJQCOD8GJofx4JABz6BZ/7ZJWxcbr3M9MKmPlQ1q4peMAHvxV75zpJ7Hs6Tc4yX+GOO7/+yfofq3f4uNT37ySVvtP/0nrBSLOHr0KOdfBu985zvxqU99Ch//+MfxL//lvySYzf8YezJs6mlVYFjZUIGhAkMFhgoMFRgq8PQrsPBB3Lx9O+jtdyS3Jj/9jfw4azyJD39InX/4xKN3wf04PblS2pI12JXi69Php346KhnW8dxUQC4WbRhc0A92xhg8VkolO2WUUlyDi4EQI0CPkECsT1jj+0ESJ/CpSyDW8froeB4hQUhwFDBvj7AgABQQRAHjPAKVfgLIPOaLkkV9DFnYa61gmJptRrAIAuM4AEhQYoIPHgwgACsKowjkJgDjDZaJw4BwCQRcLQKsLLQyoImnyqVRwj4fIQFQp+XBgEPolYZPsKG1BYE4AvQERrqEkCpWqNcbMNh2Lp/H7NwMMjkXxWIOtmvi7NkzWFpaxI75HZidmcWunTshMEJ+C61NCHSOsGVzs8r++lBaQxkKq2urWN/YwD33fBff/tY3k3BjfR1HDh1G8lIKa9UNnDx1CguLi5hn3dJRBc0/CqKRjI1NWLa6sk7QR/28gGEXSntQZoswxUefEKtcqsCxbPYrQEjY5BBqOrYL+d3EYr6EA/uuIewyYOtssrPPthzEmr46HC9dg5GKsffqXRifsjE2qrB0cgWHv3sGR757DicPrWPpdANLZ2t4+MgCioVxAogxkHMSfkU4dmQJ7WqMijMKo6PRPdeCTQBX4vjmCFMV4SOJHHKGxnw5j+fvGIcTtTmEPbQ6HYSxRo8A0IWForKweXoBC0cfRmdzEybHI7IMeBx3w7Eht67Krs3NtU3YgYWclYdjZlHMjMHROfZtDCCt9L0ex9LAxPQkOBTQ9MU1bUxUJuBaLizDgNxy3Wg0YVE3BQOym880nASURWHEaiKkUynUarXkWICf66RQKpYRc7402S/NcjbBoevkGD8KhxA5CEF42cLU1CyuOfBC/OOX78FJQr9mq52MN5Px6te+Fj//i7+ITD6Ddq+J1Y1lLK0u4NiZ43jwYULVo/fh9OJJjnGMjkBUS+N5Nz4Pe3bt5viMI51OI5vNQnOuCUwWWOcRTGrCNUObvFLYI9OEgGfXdRlq+L6HWn0zmT8BwZ+kCdB2OL8EWBvMrwwNGGB/Q86/Psv0OcYtNDsNjncb7XYDEeFfTKCLKGQ7oCk5TEzmL6iNWEAhti2kniGv2ZDlQl7bYewhin1aQC1DhgO94y1ICL5i8A/LKAVo9jNmolKKKc/et/hYrVYhO/GeyM6cOUN9PY4Lx4p9kt/be6L8UqfU/ezt+dCzoQJDBYYKDBUYKjBUYKjAj0iBrdte5VbPnwwQtnPr1u04uf33R6TasNorWAGuyK5g74euP1qBH/O54gIdXGQTnG21LAvJgXHRTVgSJQtrDa3MLbOgeJyYNgkbcgNL5WAYNmvRXLArhIQ7AWFTyMU9G4DiIt00DeYxmCeGNpQs4QkRvGQHUhD6hAgdQHFhj5BhBBDyIckVw2BZpUCIJlCAJIBvqUHRvygMCPS6BIgewz5hS5lwJoNKaSQBD9lMHvNzO1Dd2CTAaaJLsLRGADc1Oc2+aMiDMzrdLmSH1JGjRwjm1tBo1lAs5AlqJiEw5PSp0+xGDHmIggCWEydPIl8oQG61zRC2vPCmF+IFL3g+Jqem4BAampaZ9LHeqGGjup4Awjzru/baa3HttddgfGI8uf12cXGBPijMz83DgIZir30C0Hqjzr6GqIyMsI2xJGy2W4Q0G2i2q4COYNsW6rU6+9yFQ1ADwhXTsLGxXkXKzUBznE6dOoc40kBoIvBB2Bqi1W3BcDUyJRejkyUUK1lq7+HsmRoOfuteLBLwdeoBVs5t4tTxRTx038NoVNvYXK9jemIKKdPBxtIa0kYKhqfQXm3jzKFjePj79+PBb34bG6fOIG604RDyjBJGORyfs0cPY+3MaRicU23CMZN1KMOBMlzkOT7KCxFyDM6ePIbVlUW0u01kClmECqhSiy6hXTqdQSaVYSeAZq2NdQF9ZgqzU/OYHJvE3t1XoZjLE9qZhFFNFHI5FLK5ga6RQnWtyjnSR5NgT+o6ceIUGvUW58sILPqzc8cujpmJlJuCQJUpjuXE+ESyy+r4iROoEfYJ3JayN1z/POoK9HsBp6jBsaxwzgM24WqlMorl5Sp++iWvxP/4P74Fb/j//HO85Kdvwc//wi/A5tw4euwopmam4BOW1Vs11JpV1FtVQIeM66FaW8PC0hl0e+0EsB0+cggnT55ifzeg+CcMYvh9H6VSGZOcw3KNplJpzM7OolgsYoJza2Skwr4oCBxzUy5s00I2k8FoZSS5Bi3OT9OyIBZyfGQnn8d5FxHCWZbBflhwCFUTo8+ua8MghNe8brWhYWgxIwm10ni8V5xczzGnpljEcGBQEYvwIkbMHikaTx/zVudjlHrk+Hzks+jg61//On73d38X73rXu57Q/viP/xj1ej2x//Sf/tMT5pW6fud3fgff+MY3nkU9HboyVGCowFCBoQJDBYYKDBUYKvA0KjCsaqjAeQUef1V1PsvwYKjApRU4v16OySe4yL50LhASWTAM5xHTPKbJLY5+PyRoEOOinRDJZL4sYU0mnYNtObAMC1obyeJdIEQUhYR/AeuKWW+Mwe49DdM0EMesg5Z4wzBGCLk9F3xZlsVPJCBQ/BaTfGK9fo+AMZW0M2gjguM4yQ4ZpTTrBWT3lVIKmWwG6UwGIyOjSfq5c8uENvWk7nK5gkqZoIdwo8861zfWYFkmRiqVpD7ZYfOVr/wjfTWT3VPVjSqBTgj5PQDpR5vQcPfuXRCY0ul2kEAQApFMJp38HtyOHTsgOxBrtRpmp6eQSjnodgnGzp6B67rI5bIEMGlYLANCEbkVeZ1tNNttyO6nXCFHEFeCZVvosX7LNuGynwKj+t0+9U4RXoWwLBeiv2nY7KOPFmFau9kktKwTHNWITGM4aRcWbWJ6hFogAYlHj57E8YfPEGxtYnVtJdmFtL62gaAXotPsYHVhCe16DVnLQiYCQkKKqFXHyYfuw/rCGWwsniPAW0KvSuBYraGzvo7uBssTzinPx/LiGrptH6GnoZQD284ik6sgkykQ8vrw/D42N9dwbvkMgrCLQimLVC6d+Jqirzb7ajspKMNCmZBqfsc8x2YEU5NTsCSuUITckpwRLQkCBZIKsIoJmDepo6E1x8RIxkx+O9FIdrsZyfxw7BSKhQpe9FM3E9BOY2xsjIBuhWkxbILTfD4Ph/VmCHIFnjYaLezZs5dtzxIij2I8uTV4BjsJCKuEyPv27WNbGv+/T/0D61mG7PiU3Zyf/LtP4uHjD+Pr3/w63LSN2fkpjI1XMDk5ilI5nxyPjBY5R50E7vnUpFIpco7NcnxdyO5MEFTyMoLHa29lZZVzqINms5HM0SAIEnAkD5qp12oQSCwamKbJ/H0kmvQY+j5hbwCfoVIahqYZmnPbSiwMQ7bfRb/fJ/jtoccyUndECC8WRgF1pElIk+vw8g3Ji1c/i8TJ8UUfW1FKqfPRSqlkLM5HPMsO/vN//s84d+4cNQmf0DMZB/nPBDE5fqLMIcdAHrTz53/+50+UbZg2VGCowFCBoQLPCQWGnRwqMFRgqMBQgZ90BfRPegeH/ftRKsDFMxfNAsTimCtqHiuloNTFxhU44ihOTCBWRFgiJrvyLMOFbaRgmy5UZCDwgF4nhNeLEAaapggkgJhr3qQOQjvAJ0oUEzjgI2AhARA9ArWI1CJGRB9ithcyzU+OlZLFPdD32AAG/oFxEeszCeNCNuBHHjq9Nnp+D37kI53LwHJtwGBZ5i2US+ixvAA2TZhRq9WRy+bg2A7DPEzTInBLIZ3OErZMwfcC1Jmn1+0h5aZRKpRYlYGx0TGkU2nIK0NQGNMHATaHDj2E06dPYXJiHNdcczVKI2Vcc/112Hv1ARQqRbR7HXzn29/CwpnTqBN82WzPdVx0Wm1U1zcoEiDnsjPMTacRa4UONakR3CyvraLebkLR7263S1jZgdYGdVSEY1lk6HM6lUOv60Mri/5l4dLnRq2NKFawUgRDzN1st+CFQfKAh5Bj7qZNQiaw/yn6tYzFhQ20Wl2EhDgBgVyz1kK35SHoBoj7HuorC6g4IfZUHOyqGBh1epgp28ipkGaAswE2HFix5jAHqK0uY3P1HLIch4iwwut5HFeOLedQ8sAH+ii6K2UAUYTA97CxsQLPa6FQTCFTSMF0TXQJubpM63L8fJlL0PAJnDzCp42NdZapokUI6kmeZgtGBDimhUImB3ngiAWVPFU4ZN/7Xp9j60NeBgFfOp1GsVCAUgqLZxdQyhcxMTYJx3LQp78j5TG2ZnCMNpH8lmMqgxoBJgeIUG8CqVQWpuFwDPI4fPgYmtSvxTF98IEHceTIEXz/+9/HnXfdhS984QuEvKPYtXsHfa3h/vu/h0OHHyR0XaEto0awubpyDuvrK5z3fWgjRsg53Wo1oOiBqS3YVgqAAWl7dGQc83M7MEm46bop1tmGm0qhTR3kOmVGXod99DlfHAJKy7I4x03kC3nIsWFosMuIOQ8kr9YGgxgC9MRCXosOgarD6yPFejWvI8U5mRhzQsXQPDcMzTN+f3B+0THWFz2tUPGEAAAQAElEQVTKQp4PLKL+EWFgxLqlXbl+JZTSrOSR9wURSin6yWt4y89HMj17jjY3NyG7eN/xjnfgve99b2L/8//8P+O3f/u3n9Kx1CF1SZ0bBOTPnp4OPXnWKzB0cKjAUIGhAkMFrngFTt95NW6+8+QT9OMu/MZ73oTPPUGOYdJQgaECV54Csqq68rweevysUEDRC66buR6PufiOIeeMeuQtETRZfEeEZ4lxUR5ycS4mgE/DgmW4cK00CvkK8tkyMm4BtpkmjrBZp2AVE0oZ0NIYgUAU+/CDLoKwD4M8wXFs2LZFQEJYJe2wjZiAT9rwgz7AY49AxvMDiAmcE3ghoU9Y0CKw6hP+KJNZdQyoCN1+F5ZrIdYRNmpVVOu15JZUARuFYgHkccjn8mzXRpfwbrNWwybzyAMzqtVNyMM2CrkCdhCeaMIUuZVznse33XY7GrUGFgiBXNdNQEq306VfHkrlIlZWlnHf/fdjeWUFjUYD69UNyNNQGwRz+VIev/ALP48+4cvK4hIqpSJ6vS5MrREQWhkUQ0GhRl9a3Q6arBeGiXQ2i5X1NXR6PfraYX4DDqGLoVkuCBHQYpbz/Yh6OiiVKvC8MLFyeRT1RgubBESxVoRleWTZf5OwJ1vII1dwcW65hrNnV/Dw0dMEsSY02wRBjVKaECxifzsJ3LNiIKVDZFUXz99Twc6KwtVzOUwVDYxlHaSgCfUMGDBhxBq2NjkPNMFun+aBzcM0ec75YyZAKEIm4yJLQCqAz2afFAFSrb4OZQSYmCpianYC/dBDrd0AO44e+xpECtqwYNk2vRTAZBBGBugR9IkujmXTA4X6xiaahLOKINFWmnAvz/aytAxkJ57oFjDNJRizbBvNeoPj2YGAOa0MKP6pVTlvCHn37tmHYqGMSrnCeVMgHHOwtrKBI4cextkziyzXxX3ff5BgLCSj1Dhx8hQhXxPTM9PocdyazSZmZmfw+tf/MmZmJnHrra9BZaTIsesTWHfR6jQ4phZ9czknLURxgMVzZwgt15DLZRONcpyPtuXCMh2Yhg1QB05w1Ol3g/XL7z9qzolyucz+FZAhtMxx7hja4FzwgC04JvM1CALIrj2f11TMeG1ojo1Js2AYBkMzgZshgWwQ+PTTR7gVDs49xnkICYEjXrOsHHLdJYYI2LKIYz3I7zO/D59jmZyznNQdse1ILkaOJBLjJ+M41VjH4Fgpdf44Zlpy8iz8ME0TExMTHN8ZFAoF/M3f/A3++q//GvJd9WSOM7weZDew1CV1Pgu7esW69Hd/93f4/d///cuy//7f//sV28+h40MFhgoMFRgq8ONXQIBc+T1X48MLT6XtuwjrFMp/eRcLn8Q/HDuEo8f+Dqd5dsn3wTvwCXwM//XgJVOfdOTn/pJtD2Hhk9ZtWGCowNOtgH66KxzW99xRQAltwWDhPOh1DKiBxSrmUjsemAoZ/1hThGhxECH0IkQES37XR+izPKGDig0Y2mJ1BlfoCgEhnCc79GimacC2TcIZBanDJ8Dz/QEoiLnQFyAQEfApFtWGgmYYEAqQEMHgeYw4QQexAiIu9tOZFFzXJmjw0Om2AM14BFhdW0bP6yGbz8GRnWusO8WFs9w+K7th5LevJBTfYgKKTCZNn0wykCgBMocOHcLx4ycwMTmBLCHJiZMn8LW778be/fswMzsLg4t52XFosD+FfB6yG8omJBJ4sbq2gna3jZWNVURGBDeXwtnFszh+4himpibQamxibXUZe6/ag7GxUaQJYhYXFtCo19iPACHHoUXw12i10CUcuua6a6CMmP5ZCZQRMCLQKMP+2I4LpY0E/sVKIZXOwfNDamvCTWcJjggQbQetbpfAsIUNeQAIoUs6n8X0XBr5Qgo+YWCn7SGKTEDAHPvR833qbSHr5mDwT4bwbd+OOezfUcZVswZuf9UO7J62sXsqj7nJCiYqo8jni3DcNGCZMFM2rLQD7WjkShmksxbHHcgwzORsuCmD/QGBGOEo4aZAkNjvoduuY3NzFQK80vkUJmYmUCgVkMvnkc3lWI/0L2Affc4NA+OTYyjLb8xxHJShUSJYKdMKzJvjmI5UyjCoi9zKLLqFnFvNVpO+2NBKI5VKI53KQhEJWpaDbqeHyckpzM3NY3ZuFj51OHb8GOdWh+N3grC0ntyCuba+zrx9zheNZqNDCFfA3Ow8Mpks9u8/gF//F/8Sz7/phZidn8M8dbv1tlvx6c98Bl/96ldx9OhRvOAFL8DP/Myr8Lzn3YCbX3QzDlx9INkV6hIaVyoj2Lf3AMYJi9qEz+dWVjlHMpiZmsWenXswUhpFnZC5QbDX6XQgu0t5KUAgYsyDZrNBuNxEl2PeJkz2qW+Kc0zxmu9wXjkcS5smc1ZrDaVUYqKP7NqTOZyMB+sSENgjXJd5blkGEpPrl2NsiVF3qAicOI8xw9AcY3NgSV4TJvMbhgHFNCiW4vdLnBjr4Ln4qJSCpl/SF6UUNeb3CgClmAHP/pdo9lS9NE3zqRYdlnsCBZaWlgjXX4/3vOc9l2Wve93rIGWeoMph0lCBoQJDBYYKDBX4ESiwc/DQhbe9HfOPV/tNd6D67hg/GQ+ZeLxODuOfAQWGTT7DCuhnuP1h81eoArJw33Y9IvTiEhvy4/cSigkA2baI4CsiLNu2WAXMGxCwhQgiAUIBwsAHl+CwTYUUQVuagMIyLFiGTXNh6RRSdhau5TJvAJ+wwCfIkV188iCBmLVBFu6ED0oW9Yhh2SxvGzBMDaUBzbpd14FpmdCGJmSw4LAd2WnVaDQgrzRB39j4CHr9LoGij5h9k7q7PbmNVUP6JFCjVC7BJGQYHx/D7Ow08gRB5VIRszMz2LVzF6YId6anp+EHAVZWVuhNnICWq6+5JtmV5xCM9AhOPEITrQ3c+Lwb8YqXvQI33PA8jBMG5gmjrJSDqblpHLjuamQI0lbX13Dm7BnYjuzMCtFq1glzKgnQq9dq1I7xIb0lHO30QipiEsYR3LANub1T+sam4NgWDB4YhokwjBAEYQK6TMtCkyDn9JkFgigP69VNLK+uEIwVYdHfbr/H9CbavRbq7U2s15ZRb3qEgQ6ajT66nZh151ApjSEKYowVR5BzMrCVhZS2UUzlsXOqhOv2FTFRdjmWwAtunMCOnWVURmwUyjb7TgjHsDBiIluKkC54yFdijM9kkCto2Kk+RsZtOGmf0NUgTPTQ7rTZrgPHtQBLA4ShTfrX7TVRqOQQEfxQEpi2hT5hbd/rcBwDThcNk7Cpw/I1QlHRIaR+7WYHG2tVpJ0Uep0uVqhByDkMVq0UIEAvDKJkd2a7TX27fQSEoTKOuUw+qXdxaREtgtWlxSUsnVumRhmUK5UE3F13/Q1s10x2ZzEz53JA8JZlH1KQOqamJpnfwhe+9Blscgxuu+3ncMtLfxoHv/td9HoCA4EHHngI//jlr+Kb3/w2jj18HPd8915869vfwcMPH+O8aOPc0jJOnzpLwNlDoVhiWyXQcyyeXcTRQ0ewvLCEsO9jenQCY/kKSpkCxosjCDs+tA8U0gU4hgNFUOtQh8rIKMFrnv5p+ppGj3PBk2uQcyvgHI+imPMo4KUfJ9eVzfkikDGVSsG2HdimhZD5fF7nYh5hvIQhoX1Ai2PFay0pjjj5EyEm8AvCPny/O7CgB4H0YbJrL+DYh4gRsl8RBt9BEY9jmmJFDPiO45gSq8R4esW8S6USfvM3fzOxubm5JJTzyznO8bvoiunoFeTof/kv/yWZR2tra7jjjjsSz+VBKK94xSvwCpocS+Tf/u3fQvIopfB//9//t0QNbajAUIGhAkMFLlJgeLKtwGDHm0L5PVfjD9a3YwfhI2mS/qbH3kK78EHc/B5Jo/3l4O+lQcmT+PCHGPehD+J0EnHXYFffdl6JP/gmtqnwGweTDBjsGmSZJM/VW7sHB/XcfOcHLyhPPy5sV+oaVJF8/tdkB5/U8+g6TmLQH5Znzku3x4The6jAUIEfSgH9Q5UeFn7OKaCUSvosi+aYR1GyvOankiX5YE0t8XHEOAFjtJAL8JBwTyxKQEtE4BIh1iFTfMQC+5jue21Ckg4Q9eE6JhzbJhRwYRkpwhhFYKQQCz/gGl7cUDomJFHQJn3iTFYGYQ8hAZOTxX4QeFCM9xiGLChgxydgCPwgATMhwRbdQyqVhtYahmkQXKSwvLyETqeJbq+NeqNGSNNgvIsYEbrdDmRnUo0wTcDO5mYV586dw8LiIpZop0+dxgrPa5s1AomQ5dIwTZOwJk04UsD83A6MEpTIzqs4DBERJpVLFZw4cQp3f/3rDE9idHwc0/NzmCA0LIxWkCnmUCBM3LF7N0iWqEWEdMpFnW2fOXkSM1PTKBPgKIIY102h3fUI6yyCHR999lV+Gw/UQcCkAhAQsGxubCBk+32f+kOBwwXRKWCc46YRs4A2rATUtNnnbs9LdvZ5EfMbAUerA8Px4aYNZDNA4FnIZyfpxyT7ZCDj5mCH1NRHcqutAKPWWg3HHlxEg/94WV9uoVptQJnA/muLOHD9NEamTKSKIfsbYnLOxs79GRy4sYjJeY3CiI9U1sPYpInJOQuVUYV80UzGV/plcOwENlFqQPloE+7FDBVBX8hZ1u11sbbBhjWg6X8Ueex/BKUUAawPw1AQupRO5ZByM+xPgH6vx7wamnWHBE3iq5Z8zOo4LorUPJvNcYwzaBMCBoSkoqPMKblVeJKAd2pqhtDR5XzqobbZ4KJ/Aw8++CBmZ2fYvg9Nf5TScJw0KpVRzpmAMHAJ9z3wHRw6fC++/Z3v4B/uvAuf+/znUeV4v+QlL8FNN70IB/ZfS1BYAGAgJrks5kqYn96BqckZTE5MY26Wx9OzHD+H8yWG51GTVpv9NFDI5ZHPZBETSrqRhu0pFAjPjW6EEbcIyzdQcorIp4vIpPNw7RT6BIFNQlDZsVirV0GXAaWg2AHLsmCZJk8V5KWUok8x51SUmMyzJF4raKaJgS8JtTaoO9/RtsX0UQ2M17fidwS0BxlT8HtCcRyYE4PvnwhyTALJ+RoyjueJnoyGglJKDqC3fJQyScQV8NFsNvFnf/ZniZ05cyYJ5fxyjjc3N6+AHl55Lgrcu/322zEyMoIvf/nLvGYdvPCFLzzfETl2CLW/9KUvJXluvfVWfOQjHzmffumDJXz0jW/CR89enLr0V2/C733l4rincnb3u24a1HP2o3jTTb+Huy9VyVd+Dze965Ipl8r944kTn974USxddmuX1vGyiz9NGdfX1/GLv/iL/I6+6SKTOEl7mpq57Gq+8pWvPCv8uGyHhxmHCjzXFCBge8MpdnrHnai++wPAqUM82XonaQfwvjfHTDuB9xU/hjckt9xupeMkPvzJd+AoBnnuHbkXn9hOelT4ub+8PUl7/e2s680fwPtueTvmL8xDWPeGg4eQpL87xsd3HMI7P/lBDMAgcPTgOwApe/sbWYp+8O+2X6VfH9/B09o78AdbgBD4GO4b9zeZrgAAEABJREFUOYEq29gL1vGFu5hh8D56cBeSvsrpD2hPsgxtqMBQgaemAJdCT63gsNRQAVk0az1YQA/UiCELbbEIXNwThkkYE64kAI+L8xikcwxBk7gQfaZ2GduFH3UIWjro9ZuEHF1YlpEsoCzThmtloWBxoW7D1A4hgcVjk62AkCSgEeEQTEWkK3EUIxZXCA4UTXx0HJv1mTSDZrKsZhs+Ov0OwYdHCBFDEwbErFF27Zls23YsghsXcRRiksAt5RJyEJxl01lMTU7TpjA2Np48FEFgyvj4FGZn5lAsFtH3PFSrVayurBCuhIjiEI5rQxkKfuhjbn4WYFujhHenTp1ExDYEnBw7eRzff+A+nDp7Bsurq7Dp9/yOOayurcCxTfR6HTQam+jR7z6hW42QriFPkzU0pgiMmozzqQHYb5MAykmnwY7Rhwg+fQoIN2OKIxYxX6/fRzcxL/G55/WS/LV6HR3CrYBQNOI41ho1eH4PMc9BQOu4FpyUhVTaYDwg8Mh1XdgEshH1l98h9AgOfb+PXqdFmNpjngArK1V8+YuH8PnPPIAvfPZe3H/fInUA9u7L4MYXXIXp2Qx27M5iai7GDc8fxS0v3YtX/sxNmJnNY9/VI9h/zTgmpzLYsWsCrmuch63aMGBwnoSEVYAJP4jYrx4M2cmnYgRhgB5hlucFnCuA46TgptLodHtMC7FZbxDkthiXguOmYVoOYmXAtF1oy4bhOvCpm6ENymkQdvU5Dk3qAdTrTZ77aLW7MEyLddWxSMArv2O3Z+9VqBAG5Ao59m0GYxNjVBMI4whFAtt0OgXZ/ZlKudisVTkPAqxvrLB9A5XREUApxm9i7/6r8FM3vwinCHpOn1mAQ99lB+BVe/fjqn0HMMp5qAyT+ekzQ6UUjxVk96DMwz7HodFqoN1tUZs+NfDYb4/VK8JMgr7YgKZu/X5InQJ0Wn04VgpaWQj8GD3CXUNbSBMKam1CawOKfyQ0Cfba7TY16HMO9SHwOOAcl9D3PUSc+0DMMprGdljWMAahxEech7jgFXH+RIyLqHdMnWIex8lxDKUU+CFv1huz1hjnPznOUp9SgzzgS8oppThOMc+unLdcp0/VWxmPp1p2WO7SCnzta1/DSf5Hypvf/OYkw5cJ917+8pdDtJY5JibHL3vZyxLwJ5n+1b/6V0mZu+9+InA2hVe9Fvj0l5akyJbdjT/545249WVbp09HMPsruOPg+3HL01HXj6OOl70fBz/2K5j6cbT1NLYh4Pfv//7vIVBNYK+YHEucpD2NTf3AqqTdf/tv/y3/UzGf/Hbnf/gP/wELCwv41//6X+MHgUb5qYb/6X/6n/BXf/VXP7CdYYahAkMFnroCp1fuZWHCuZ+5jeFt+N2bDjAcvD/34Md4cAjv/IhC+T278M4aT2uHsA3cgEP4vsTt+ADeOgPM3/4BvJ5ZHvu+C/91CyAmt+DOvB1vveniXKe//xEcZdQn7pS21ADC1e5J4hgNFD+A35UyN71p0MZWm6++RmBfkmPr44143+07AbbxPgF/p+7A+Qd2sI573x0TVN6BvT+ova3ahsFQgaECT14B/eSLDEsMFQCUUlyoa4Y0bL22Ftey2BbAJwttsSDw4BMMiXl+l5CnNzC/Ax80gXpxB7H2CD76CMIevKCLKAoSWCSwJZXKwTAcWGaKYEIhCGJCh4hhxPOYJmFEfwz6ZUEbFjKZHM81oAB50WWeA0or1mXAsiw4poNioQibEE1ueZRdfRYhEQgTmoQhsgtGduudPn2KwKMDDcKWag31WoP/QK7i7NlFyK67xYVzWFutotPpEXD4mJ2dxe7du5HL5TExMYFslgCFKGKzXsUDD92Pu7/+NSwuLaBW2yRUqhH2BNh/9X7cdPMLMT07g+uedz1uetELCbF2YnV9lf8oP8O6W9jcrKJWr0H0jQkELUIS2Wm4trGOeruJXKWMKcJAAVE9gpV6s4VYaaQI+br9XlJWIJ/HNJ/wLQhCBISiPuti1xJdBNTkCwW4hHUuoZM2FMSg4wQMNVt1jl+XY9oH2Qu0BrShE9C2sVFlmkdtbbSaTcQEO37QS/xeXFzCqZOL+P49J3DPtxfwrbuP4Euf/za++90TWFjsot5c55i38LKXXY/X/9NX4IU/tQujowYO7J/ENddWcM3109RklpCvwPGKCK5qhE5dRHRCGQaUYSMmALbdPAzLQdIfW0N2eIbsp2GaMLSJkHOn3e6h3SbAIrDNF4pcABVZD3BueRWbhHWNVodw00PPD2k+vJDtdbosGxF+dSGgVysDfUKvkGmyuIdSeODQQ7AdB/JAlLOLC6yji+mZWc6VDchvNDoCFamrOLdjxzznyTQ8Xhurq+cw0DHGvn178NKX/TRe/ZrX4HW/9Dr8k9f9Ivbt34/TBHuLS0v4znfvwb3fvw9f+/rX8cBDD+H79z+AxeVlaMMgfEvTUsjlczBMzTjN8fUZKgSRR33CxAS+hQRwdJlzM8/+pBkWUCmPUfNJAscZpJwcMtQyoF6GtqCVCV6kDA00OLZRSLUJM72+h2wuB7me5LZ3i2BczGQYcfzBq1rma0CwfN5kRynnnEEQaZoWLnwFBLGJSX45Zr6A3wVi27sAQceVIrRjbyLWHycW84w1Kdqj3kopKfKo2GfvaalUwu/8zu/gt3/7tzE1NYV/8S/+Bf75P//n0Jwkv/qrv3rRsZxLnu38OY7Fs7dnV6Znf/EXf5Hsxvv5n/95LPNae/jhh/GKV7ziMZ2ROPkJBMkjeQXoSNnHZLwgYuqVtwKf+SKWtuO+8ml85rZbMQBxd+P3btreBfam8zv87n7X7+Gjf/WmR3Zlnd95d2H+38Ont+sE4y/YCSc7+m7aqvf3Pn8+EyA75rbib7rETj/ZUfimvzrv6SD/+ba362Fb5+vY9plx7/ooPvrGm877nOxMlPYuLC87DN/4USxJuBUvbW77epFPkme7nTf+CQ5vN08lL2znIn+387Ds7/3VRy/Q9veo0Fai+LRd7wUaLP3V7+GjX/ko3iRp4uNW9icT/P7v//75/v/iL/4i/15YT4oLRHukjzclcFDyyvUvkG07TYCdFBA4J+W346W8xF9oX/ziF/n3Wh4f/vCHceDAAf69+jJsA7677roraUPKb9cpdbzqVa/Cvffei7e//e34zne+gz/+4z+GxMnvB19Y9/B4qMBQgR+XAm/Ex98dE4ht2RP9ht4P7RIh45u32knavAOvfpw69448AiEfJ8tlRF9+e5dR2TDLUIFLKfCcjNPPyV4PO/2UFYgJvbYLK6W42JRFswL4jqMYki4W8ThiXjFtaBhcxIuZBCwXmmvbsF0DpqUATThnRvCjLuSWWHkQRLfXJ9TqIQoVoYJNuKJhmakEPAjwS7s52FYKFiGd66SZx4ShTcSRgueFCIII7VYXzVYTcjttvVFnXSEEEoQEPib9sWwbkNt56XNMYJFOpTE2Mo5CpoDRSgWlYglez0fEujKpbHKbYjab56J7GrOzOzAzM4+xsUlotuv7EQLWcfr0QvIwjWp1k9Crh2NcDH7zW9/A57/4OZw6cxIjYxXs2bcbAp58r4df+KVfRJFx7CZ27b0KAbWT2yBTmTSOnThBYOhBQNvo2Bihmof5uTn22Uz6Ib/lZhBOrjZqWNhYwxr7SmoJJ5OBYv8E8rV7XURasY4UcpksBE6BgybjZJg20ukMbOqgCQ8kDAn8Ot0OBMYoBcKbFAqFLFIpGzGBTRj5AEICsZjjEyKmdr1uj3VYBJo59rmDKKIWCdjtoFZfJ8BbwOpqHbWqj43VgHpm0GlrPHj/cZw8toSjh05gbXkDzVoTuRQwXnaBoI8FgtWVc+sYGUmzboC8kf3uIiQA1optEFKRP8EmjDKsDCLtQlku7HQK7CqgIoSEQ4r97fd9jrUBw3CRzRThOll4/RDZbBGpVJ4+a8QwAMOGthzEiueK5xxbpQ10upybBLg+6xG4JXNCMU82l0WkCLscC+fWVmDTSY9g6nv33Ydjx0+wnTRWzq2g2WiiQXi4uLSIkydPEJJtwiaATKcdxHGAHTtmsbKyiL/5m4/hC5//PD7/+S/gIBdZn/3sZ5HmXLjlpS/FLxL47dqzG4VKGflyCbv378WBG67D6PgIKApkl+exE0dxduEUuv0mAWMTpq2ogY8YAZQRw03bnAsWAfNZNDhvuuxXyPntuhnYZhrra3VsbjRgao53qBF4MbqEoRGFdt00r78UMpk0bNPiPLRhE6ZHnDNint+njiHnaZ994tyII4YR+2nDMAxYlgWXgNNiWZlnMk9EQ62NJD1F4JpYKgXXduFYNs1hWzbkJWMp3zFKKTkFWH+EwZ+YYczzmHM0Oea5NhTbNKANzfwx7cp4C6QTyLe2toY///M/x3/8j/8R73rXu/CHf/iHFx1/5CMfgeTZzn9l9O7K8bLX6+H/+X/+H37fT+G9731vAj7Ee7m9XgDMqVOncIomxxInae94xzvwB3/wB5D/2JGyUofEX9JmX4Vb8Wl88ewg9e7Pfwav/dlbeCK3mv4J9v+3gzh4kPbfmOt//SjRFZPwGZb4w0H8wU/ht479SQL+7n7X24D/wLyS/yCh4V2S91FGePU2fGir7EG2/ZlBBgKvN/3ZfnwqKcs6/tt+/MkWYBtkAKZ+7S3YeQGIfMTX7RxP4PNdRI3/B+uV+v/bb+Hkn7EvL7sVr2X89t7GpS8xz2tfhQt37E392h3nfT34H4A/SeAi2/lfP41bt7X5P/bj5NGBD3e/6xdw+De32mFbbzn224k2g9RHPk/+8WHcyvREW9b7NunrE2pwEn/0Z8AfSpmnsKtQIJrYX//1XydgbXJyEv/n//l/QsDZXxAeb+/yE0gv0E08/dKXvoQXv/jFyc67fD7Pvxf+BvIQr3e+852SjM985jP4N//m3yQQTupOIvkhO+/kt3737duH+fl5xgzeo6OjCfA7wX9TDGIe++nyu1nqlPYk/CIhocDBx+YcxgwV+ElR4Jnrx/z4jWz8EN75Bfmyvgt/cPAQzwfvwa64j11wK+5d+PCdJweJyecB3FDkwal3JL+Pd/rOd+ATPH3s+8BWvtvxGwcl9S78xkW39wLzN7wZyW2052/FPcm2xCfJ/2TsY3in+LjwQbzzFMvteNMlAeHT1x7bGL6HCgwVuEgBWe1cFDE8GSpwOQoopZKFuFKcQjzGE70IzgDmE4sN5hwcx1CQHTpeEMAnoAm5IA8JhOSWRVmIG5aG0ioBAS4X/FkCNYcAD4QvzIYoBCECjSG5QnIeR4pQIQJijYCgTSsTKQIL107Dsh0IULAZXmiy20x+P69HkCih7/mQ32gT8BDQtz7jozAiBOonu9HS/Mdvv+uxN4QVsCHgQ7E910kR9M1iYmKK4CNLmOEwzCAmqCsWi7jqqj24nhDmhuddh127d2BzcwNnzpzC/gP78IUvfQHf+NY38dChQ7j7G1/HyVOnMDYxgSLhTaUdwz8AABAASURBVC6bQ7vTguweDAjLQkKj9Y117CbgkV18vpzXqlirb6JFUHhqcQEwCTgJMwzbQj/w0fdpngfZcSX/8LcZnyL8sh0BJooglGPghwgIPIuEmesbG6jVGpDfDqzXamRGPvsRwidsc10LpEj0qYEojhDzTGkNw2KbybEBGZ/t3YqdbhuyU9BLbonVHFMbIQGobWXwgue9GLvmryXAq6G6EqBVBb711YfwzX88g3YNmJuaw/zMLArZLMcUhGMxtVlHt9NmPaDGBiz2xXIcmNRfW2lo04XtuFBK0RvmsQyCvDQc5nEIi9KZPI/TkF2Wm9U66/IScCVzJkVYnMkWUCiVoS1H0BD7Z0BrC+l0DpZlE3IWILcdN+p1tqE53wLqEjCPgkHdbcdGwMnpUt8+NZ+bm+e1YmL37j0QcNxpdzgnU9jkmC0snkG9sUkI6WLHzjksnVtIgJvn9RmXZV9PYKNaxYGrrwH5KTY2NyFPQN6zdy+uf97zMDU7hybre5gA8cSp0wR7q5DfltQacFyTZQLILdy9fguFYob+KfrqISRIhAJkHtjUxeOclzEJCe8s04FDYJ5yCSxDoJArIsO+K2g4dorFDIS8tjwCzm6nC7k+ZFeigD2Zm1KnaRoYyC+z4xGLqIvve/CoixxrXt+hXLwKnF8xQqZL2rYFnNsROx5xQsl1ZBgGDGUwbwRJizk6mvNcszG+wWqQhPxIjoHkXGsNOcfwNVTgSSpw+vRptFot3EdQL0/K/djHPpbUcMcddyRPzZV0sUulPfDAA5DfT1xY4HdyUupSH1MX3Jp7Nz5912u3bsk9icNHj+CPXnfTYLfX6/4IR44exmBptw+3vnJqq7Ip7Nwjh0v8T5LtsnJ+C26VO73k8AJbOnVyCx4OIm/52dcODk4eBi4Ea7M7sfMC8DbIxDr3fHoLRF7o6yAV9O5xfd57K141u5VP6k4Ob8Fb/s1JfPorcrKEL35mJ97ya9v9kjgaYaTArsT+7RaIlHaIJR+pj4B0L/NiCSePXagBEm0uvu1Z8tHO747k8TZkfCINmO21v/krF4FHRl32WyCZPLhLdtq+7GUvS3bGCYDbfhCLgLR0Oo1f/uVf5t816aTemZkZ3HbbbRC4JmUk8syZM5Ddob/0S7/E//AaSdIln9Qv6UMbKjBU4ApS4KY78PEd9PfU7Si/5x244aY38mTrzbR75TbdJE0x/Xb89VbSINiJt/7yB5BAuY8o3Lj+ZryvOEi5+JP53nYnXs/IwW23t+MxEHDm7fim/J5e7R248T3S1i68c50Fnuy7+AH86voulD/yDhzFG/HxX7/EX0JS59PVntQ1tKECQwUuUkBfdDY8GSpwmQoopQgzNBhA8Q+e4KVgQMVmYuAxeDwwxmsT2hiESktIUwIlYsjvy7XbTQgYkkW/Uhpc6wPQiSmpS4xOKKWgWd4kfLEJcDKZHCRfRNgn7ECOtdJQYlzoawICxVDOBQykCWIcQg4WIsCxYLAulxBPM38cRZDbDRUhHQggO+0Wsuk8bDMDUxMkmSnEbGdjo5osApuNFkxCHvmf71wuB4ESsrPm+/d9H9/61jf4j/pv4e67v0JYdwJz89OYnp7E6voawUYEm2DIJ1Dcf/WBZFH4ta9+DRvr6ygXi1CIMTU1AW0o1Jt1yMJgkv/73+11YLs2tGVCbscNmG+dEKhHgOKk6JsCIQ8xCBmL7FZUSsGR/FpBdqJ5BH8hAUpAsGcaFksr5HNFamDCJVRVSiEgkImiAAIXHdsAhwweQWK3R7hDMOS4DnL5PITjxtAwLYd+mhAd+iwrkEva6XY89gNcvFjJjkiT+t1/73F846uHcP89izhxpIazx7p46J51fONLizj9cBvtehcNgsbNagv9foR2q09NwbngQ2vAYl8sjpXppmGnMsjlSiiVKshm0mA0fVBsM4ZAJA4ly9j03+I42/QjC4dQ0PNC1mkwrwtok3WmIX2wCYYl9AgmZYxFD8MwYdsW605BGxrFQgGZTAaVSiUBuNdddx0E7Mm4y04JWYxZlgW53bnVaiZlZRepT92BGErFCEIvgb3V6jqKpSJkt0W5XMKOnTtwLetrNNs4dOgIlNbo9Xs4dOQo7nvgwSSuVm8iVgpuKo2R0TGMjo7CcSzOp4Agj1ohQLNVQzaXZr4I3X5nEK8ikElDYLrDcU5Rv26rh/pmA+B8ti0XFk1rE5LmE+iFhH+24XA+jsAybdiEqDbnrCxKRReHx5ZlsE9ADNbP6yU+b9JXDYPXhklT7ItkNAwDMQdGAB740ozfNlaCiMBP0rZNymhtwOD8ZbeZHiHcKj/IEyf1if5RTB84t+X7I5Lrl/X/KN8/TN0Br3u5nVNA0IUmc+UNb3gDfuM3fuOSJmmS58Iycix1SZ0/jE/DsoDsfpJ59fKXvxxiMq++9KUvYdvkXHZCbZ/LDiq5tiWvmJTds2fPE0p5fkfcRbfkssje33pkJ53sGHsW/G7eLT+7Ewkse7SvdDd5P0mf5bbkk5+/Gzj7RXx6z61btyMnNTHuo7hoN+F/2AKRW8lXWiAQTnbbJbsFOZ5/+qd/Cot/Nzzd/ZDv4/Hx8QQCCnjerl/+HSKAcdeuXdtRw3CowFCBZ1iBV/96jOq7xR7CW2+/g8cMZwZOzd/+EM8lbWDflN+zGyQNPgWSJWWZ/utvx1vfJqEANQF6PD5/G+9t+PPtfBIKdCM8lHaT3+GT2rbOJS4xyYNL13Pej60yUkfSD7b31vP9uQOvlnofU0cSCWyVTdra9mkraRgMFRgq8NQV0E+96LDkc00BWcRs93n7WNbLssCWcy6pkYQSuZ2RocmFuEMgImYrAybUlnH6RcwQKmiloZRCyD9MJBYIuGj3uWjvoe81kxCEEYalIYv0KFZsS9OkrMnyxiCei3zNeqIwguzEk0WWLHBlJ5DAFVloBYQqCkC33UGv00Gy48gPIHGG1oRWHiSfzX90S5xFEOHaNgFOGsVcHikCREtZcAwbLo8dy6IfERwCrgnCNovgR/4B3W61sbq6St9DTExNEtTsxAtecBOuv/56vPo1r8Ztt9+G6667BrJ7q7FZxSYh3tzkNH72FT+D2sYm+u0e46qorVehYmB9bQVrq0voEHjWqszPMoqajIyUEzgUUzuDoERgpgDGWq3OXoKQK4OQ/TMIQmP2pRb00Qg8dCMfXQK6VruNTqcPxbHxCLl8ArRUKos4MtBu+TC1A9/rI+r1ERBcBp0eAjlmnN9nniZgEQwVKiWYBG0hNXQLRUSiCwFQFBtwkh2XoB9tjkuV52Gi/de+/C185+77sLawjtZGHa1qEytn1/HQfYv41teO40ufOYy7v3AK93xnBQe/u4AHHzyD0ZFJ6jmDTDmPrtUF3Aja1rDps7RrlLMojDrIZUOYIdCkljIPDK0BBcjDQZyUm0A0ue3ZclzCrojjm4fWNgzTRiwZlYbJedujNhoaKeYLqY8cG4YNxXQNRd4bcKw6qJTK6He6ybwq5gvJb+x5BJ8uwVm/76HN+Sa/xdjtdmDSF4PzFHxJUKmUUa2uIUXIvGv3HszOz2Fmbhb/9J/9crKDL5PJ48UvvgVTnB979uzFdddeh53zuzA7O4+5uZ2Er0Cj3sIa58rC0jlU6zXEnBt+2Een36R1oE3Ffnqgy+jRnx6vA3n4SiqdhmlqNFo19P0O00NoI2adfURBxJ4b1LIA106BnI065WBoi/0GIgJhsX63xxOwTISAADBguZiAUCkTj5iRlFOcDxGvewH1AYFhHANaU1VDMVTMDxpDAKblwDJTUDAQMZ+AyEAgM00ZGorlEnDHCpPvBcT87hADj1iAb6VZmtdFHEeQtmJ+iOFZ9KoQDMvC+wMf+ADk1tsLTW4FFQggt+ZeyiRN8lxYRo6lLqlTbu19FnX1indFdui98pWvxLZ9+ctfhnynb5/LDiv5rbIn19FbcOueT+O3/+wzF+yq24n9+CP8SbKrDZfxmsLOPZ/BYBecZF/CyWMSXmxTO3biMwLTtqKXTg32AmLnflz0239nT+LkhbvbtvLjZbcmt+Z+9PMn8Vv/31u2Y7fCJ+szi8ltycc+jY9+6dPYmdyOzLjHed/9+e2de9LOp7d2EErmkzic3JY79SgNkGhw6/ldjpJ3yy7clbgNKi9Xg60qnkwgv10n0F1uxZVy8rt5Avp27NgB+feCzJkO/z3yyU9+kv9pc0iyXNLm5uYS4Px3f/d3yW/2ye/nSb1S/4UFBPrL+Vvf+takPvlNPXnAxszWbkBsvWTHn/gi9W1FnQ8EWp8/GR4MFRgqMFRgqMBQgaECT1WBH1s5/WNradjQFa3ApRbDSqmtPjHkIpqraVlRb8U9EsQEbTEhgJis0DXzDkxBEQBwzc1yCnKbned7CYDw/D4ETPhRF57fQqdbJ5BoA0K5IC8FEPApGFDKgOYiP+YCX/yUHVrdXg8x/yioJE0bGhZhk+zQS8JUCi5hjfwPt02AkE6leU6QYFlgkeR3aWwCPd/zCKQIGgkrWvUmgRQhRhij02yhWashQ0jEpum7j3qjnsA8nyAtxfpmZmYxOjoCOorllXO4//778JnP/L/46le/mvzmzte+9hXcc893cfTIYbSbDezZuQv79lyFs6dO4dSxExgfGcMLbrgRpjbog4dCPpeAvX17dye3d/p+DydPHQf5EwHPNMqVIgFRlTCP+QiZPPouYFPgizw0xKBOPseiQ6rSor4dAj6lFYeExnGIaIg1NjfrOHduBbITsdloA0qzCzHS1KMkt0aznqDbR626iWVCuVLRJbjqIZXJIJUjKKImJvXNlMsQ0GfYLqAN+ARKqZSNXrcFgyDH6wbJ7+x1mz5iL0ZEf3vNOuvdwOLpZQK+U/j+d0/h+OEqls/0ceLwBo49tIRvfuW7eOB7h1GpjGL3vh0ojmSh7Qijk6MojpWRGy8hk7cwMZaH8gCPcM4nZAvZ97HxMYyMVuARcMrDTXr9Hvu5jgbHc7PWQIfgcoMwsEYNbMuBY7kQ7Ur5EjS1MdgPzwtgGgY0j+WWaYG/MkZnT53GucUl1DdrnBdpFAiCNwlh5dZVcFIFnBfNZhNjY6OwOGghr4lCoQCZgwsLZ5HOpAg9HXzjG9/kPPkMPve5/xeHjzxEbZs4ypXrl7705eTWQNkZtEZofJrz5ATnybGjxzlmDbRaXTZjEHxOY+fu3YSCGThpG4VynvExyiMVTHFhVyyWMDU1C0WIWR4ZhTI4vCqC73fR7bWoAetq1xCR5PW6XWilOe+6BHkxe2EgJLzrcvxDXhNaKbi2A9HFtmzqYsEy5dyCyfq1NrFtvh+yjRAB+x3z2jWogeOkIPAzikNEnJdB4CMgnQ7kmKFPraVcxPyK17qUMRLtFQTm0SGAPmDrFW+FSitGD0z8F+PZVuogiOPt3IPzZ/JTduXJThvp29Plh9QlO3ul7qerzmE9l1ZAbtv99V//dXzpS1+CvATWSPhkTHbBLHcMAAAQAElEQVTEHcFv4S0vw9ZrCr/ysQ8B/3brtlx5kIP8LtxW6qWCW957Yf7fxuE9+x6b7WXvx4fwtsGtvqzzt4/tRJJr9ldwx28exi8wLrkF9nWH8Zb3PhreSXW34C2v/TT+6NgFt9lKdGJP3mdgCq967Un80aWeEEyf3rLnj8779Ok9v4Wd2+38H7fi09u3LN/0aUA2qzDtlvd+Cvv/7BHN/mTPH+JXZpnw6Dfzf3q7r/8W+JD0le1dngaPruwHnwv0lVtv/+Ef/iHR/rWvfW3y74XteHmAhRzLAzCeqLYU/2593/vel2SROgQKSr1SNonc+pBbebfrkluBJd8Mv///r//r/4I86EXy/9zP/RzEH6nnNa95DXK5XFJaykq6pMlckL9zkoThx1CBoQI/YgWG1Q8VGCowVOCHU0D/cMWHpZ/LCiil2P14YDxUSmF7Uc3I82+lzh/igsNHIreOZLecWAz5E/EzYAoX/fDheW0u5vswLQXD1DBkgU84oBRr5CI9RgRtKGQyacg/fk3TJDRwkUqnklB2YAnUM02LECFCcjsqYVJI4ON5ffT7fXiET13CDEUve4SDQRBA/DG0SfoBgguCCqWhlcn2Y/hBB7XGBlwClCIBytjEKGRXUTqVSX6TbWlpiZDsXPI7fY7jYIaw7/k3Ph8/+7Ovwf79B5K6BVBMTEzghVxk3HDtNXj46FECokXEhBs+fTr+8DGE9DOgbayvEow18fDDhyF9ld1Wtm3gxIljWFtfITjpwbJMwqoqdOKzYv4uGvU6wWA+6QNFRUC40u32CI26iEU/aAAmfI+axwoBIZRiTCrlIJtzMTZeYZhhP13YtugXo9/uo77ewPfvvT/hrZlMFvliAflSAW4uDYMQz0eAXLmITKkI2TGYq4zQzzq67RjNzQC2kUchXUZE6BMRtkVhG4bVgzbaUGjD69WxsbqC48eO4eh9R7FyaAPVY00sE/Ktn9yEX/Owb3YnnnfdPszOl1EedQiybPpboNZTGC2nsHxuE+1WjwDKZb991OuEVgjR97potRscpxYc1yKErXA8Ao6pD1CPbsfjJzXpB5Cfp/MY9roezERXwPP9RFub46pYQiDY5to68ukMVpeXqaWHnTt2JpCvT61lp12OsE8gwN6r9kIAtMOypmHRh14Ckwv5POQW7JB6jI6MsPw8x1PjNCGe5J+dmUI+l6FfMdZX13DNgatx84tuxnXXXovrrrkWB66+Brl8gXNuGYcPHYYAw06nnSwgO+0OvvOdg8nTgFfWqjhzdgml8jg2ODeW18/Bi/qwUiahaAqmrXkNOTAMBZkeAh9tgt1KpQIB4qFAPXoBKHACIQYQkdALLBM/z19PnLMRr69tS7kpOK7Ua0CuK5/pcr0JhBY4qLSGUhqajWoJk3O2AcbTAMW2xMAQyUvaTg5+wIdSrEfsB+R7ppJf/OIX49/9u3+XPLBBduE9XSYPdbjlllueqW49p9qVHViveMUrkj4rxfmWHD2JD0K3g495UMMteP/Bg9i+jfPgewdject778CFwOqR8wvz34H3M9/7E1jI+AvqvuW9j9R5x3vfjzu26oX4cL6992PQ2mP7MMXvtn0X/j7fRVnY1vk62E5SN+MuaB+s+f0XnA8emnFBewLZknLMeYGv7/+1X8H7t3+TT/Kcb+f9SV8HmghgZLtbaXds57/IRzm59QJtL2j7cTQQHwdaStknNvnO/NM//VOIyfF27l/7tV97ZCzpn5xLmoTbYyw76QSu/f7v/z7+/u//PgFxkkfOt+sb4d8PkrZdRspLnkeb1CP1beeTMgL2tvNJndtpb3nLW/Df//t/h5SR9AvTBPRJ3NCGCgwVGCowVGCowFCBZ7cC+tnt3tC7Z4sCSj12saK5+IYsuC9aYUs+xVjF5TgX6nIkC3XDgEngJmUke2KEckop8A1ZrkuawXwSar0VryIoHSNWIYLQQ0AIJHnEmIOQJIJPGBUQiEQECQGPe4RiPuGLx7Db6SJknKE1BD7EhBABwRlPknYNrWEappwSZhiwTIsAJZ/sVApZp8AM8UfixeIoRq/fJQTqERF5qLc30fO7COIQqxtryORy8EIfAn0EhkxPz6BYLKJcLsNNuag16jhGWAW+9lx1Fa6++gB27SYESrs4efI4jj18FALodszPJXDm1KkTBCo24WMX8nt7/T7hF30WiOkSvjmOyfwKzWaNwLKFdruJbDYNASZsAg6hjOO4BFE99qmDXs+DdF/BgO+FCEMFsj72X8IYWhsJEE1nXFAKIlMPHiHm2uYqWt0W8xKAEYKGBIEq0Fg8uYjD9xNqZVLIEvClsymYhEROzsXY7BjG5yaRKuZgEGRdfc312Lf/Whg6haCv4PdCTI1PEYC5nCshISF969XgdWkMg34TEaFu2G3Cb9UR1jexeXYBLUK0tYUFHDt0H1bOHcf0dAEvffnzcN3z5jE9W8TYRAFX7dlFfwB5YIZtsS/sjIy9YSqOjYF02uGiqUTI12GfwT47BE8W410UCkXCJ0W9+qjXWmg2OqhtNtGXJyZz/C3WpehxwHklt3hHEkeoanDOegTFNo9XV1YImlOYnZ1Bn/Pwvu9/H0AMGY/qxgb27NkN2allWhYKhTwBXyfZdem4Lq6/7jpcc/V+TIxVkHFtFHNpXLNvL8YqJYwQnk5PjsHrd3D8+FGOZxtnzpwmxFzCxsY6xzEmtCtjYnISlZEK6y7QisgS+lVGxggxx1GujGJ8cgptXhv1egORiuHHPjr9Nny5jbfXZloLQeRDGeC86lAD5uP1JfBOQSGdSkN0YKekW1RDw+Dc0VpTTwOGSdMGlFJbWWL62uOc8xMfDa2hDQOSXzJIKPPeZDk5T4zfD4Zhsh2b+UzWpdmWIpyPEUYR527I44hjFVHZOClyyQ9xQYy5WMElszzTkUopyHfEzMwMni6TeqROpZLOP9Nd/IlpX0CKgI9te8UrXvET07fL68gSPvpnJy94oMfllXou5JJd+bLT7SfNPvvZzz4Xhm/Yx6ECQwWGCgwVGCpwxSvA1dIV34dhB35MCij1yCJRKQWDi3OlFJfMFyyseahiBdl5w0+ICXQTKBBzsQ55SSjGkoPTOFmoCziLuWiPCeBiRIhVUhlAwAcdJSBG4JW5tXNP2hfT2oA2DJiWndQTsQ4BiTbPTUKElOsmwM7QOoEBpAusk37TB3l4hWJ5h/BJaxOyu8ojADOURp+haViEPJ1BX+lOAgfoV6tTh51ifSrAyvoyFH0aGRuF3NnqBQEEMG7vShK4o9m2Ngzs3LWT8GkcJ0+fxqHDh/H9++/D8RPHcM+9sqtqET2ClRSBjjYUGo0aUgSCvV4XfuBDdp3lCA8D1i/wcnJynJDDQ6O5mYR9Ah/QH9NS7B9YV4/Wh+wWq1ZlNx+BijLB4nCdDLui2ccAXfaT3Ib5uoA2EkDoeR3CnS7jNhDBg521YTkmTMtETJhlEA6asYnWZhv3f/d+pCwg5aaQyjgwHA0n7+Cq6/Zi54Gd2HvNXuQKBdTqTUxPzTJfBn4/RpPnpqFx7YH9GK0UkHYNuDRT+Yjkt98IFVXQRkCte/UVNNZOwmuuoldbYzc76LTWCEAfwsiYjZe+Ygd+6sW7MD2XR7niIp0xsbIMHDlyHI6TRrFQwtjoGESztPhogpDPRD6fgUc4C/ay1+ug3tikJj4M7SCOjcTk2DJdgqkQXQKxgNBXs/+ZdIb1FsFLALZlIZPNQMZL5m+1uo5Dhx6CgOQ8wdrE+GQy9+RW3HqtRl2bBHT9ZFfn7NwMdTUwOjbKeZpFdbOKRq0Kx9KEoB3Czha+efc/4jTnyT9+6Qv4ype/iKXF0zhz6jj7fwZjYxXINRJFISLOadMwILtFRPNiqZwAPYF5na4H183QzzxW1zd4PXlslwOnFRTHIdJATJAOgxOdYcjrUK5be+u2W5Nz2CUojtmGUooaaWilYSgDpjZh0BQUr8GAFlI7XsPMy6gkn2YbRmIGlGJjGLykPs/34Hk+ApJmaXPbfAGojJN6tTJgGBYMAj9pU9MfrRUklHQ8zkspptIAheFrqMAPq8DOnTvx7ne/+7z9sPVdSeWX/upNuOmmX8CnX/uHGOySu5K8/9H7+tKXvvSinXnbu+Ku9FBu2f3RqzdsYajAUIGhAkMFhgoMFfhhFdA/uIJhjqECl1ZA1stikAU8syiloJQCP3C5LwFxURRDjEghKSZVQMWsJqLFjJOQAeLkvNfvQeBWRIgXJ2WjBJyIH0oW+6xAKcW8CoZhEBgECUwR2Nb3+uj1+4ACawPk9lyWTs4NQzG/RqNRh0CDHgFXjBDZXJqAyILn9xNz0w7sjI1TC6fRj/pI5TJoE8CFANx0mn2JMDszg9nZWcIUl2236FpMmOPhgQcexEMPPZTEyxPr6CbOnDnLMiEELvW9NianR9HtNmBaEaBCNJstzM/NsXwfpVIR5XIRnU4Tp8+chGUbGBktw/O6sG0zqWN1dYUAJ8c0G7brwKEFYch8Y7AsB2EQU5OYwDAm4AnR6wY8Bzzfp6591Jt1dOlHTFAYEuwF6AMW84Z9RAStAmHiIIJBkhl7wImHz+DsySZShHvZfBZOyoIXdWESCNrZNEbGRzE5NUXYtsqFzz0Iwx796GGztoCjD9+HKO5ienocM8xjmxZi2VoYehxTAsagQR/X0O+v0ccqev0aGs0aavU6el4IM5VGoZRFOgtoM0jCyekyxxH42te+jdWVdQK0DjrtLmTMLdtEqZzD1PQYtcwlY+t5PYRxgCgK2LZPvRvUIaAufWoSoN3tUqsInW6PY+AzT4Rup5OAvXwhR3/qWN9YR7PVRIHjky8UkMvn4Xke0qkUNjc3sbq2ioiwrMt54rN/G4StbtrF3v17cezEcXQIFjdrG5wbD+LB++/HZnUDAefqiePHkmPZzffKV7wc/+yf/TJe85qfwQ03XIvdV+2ANiLq0kcmk0Kr08BadRVnl87i1OlTnFdnCI5PYGFxERsbVczOzbK/WSTXQd+D70UEudSm20z671PzXtCHTx1CjjMI+AzC3F63A7m1uLZZgzyARgEs61FjE4aMFyMixgmkE4v4fcAoKKXon4ZlmrAdGzGv1ZAUWSwiiIyT6zeClDG0wfrENK81zllnYDJfteaciDXzKc6dmKFm3QNAqJQca0DhEq9BpGKioTU/L5FlGDVU4DIVMDmP//Ef/xFKcUY9yqSK97znPUmaHMuuPskrZeT8J8Xk1lQBVY9/q+sV0tPZX3nkVuQrxOWhm0MFhgoMFfjxKjBsbajAUIErUQF9JTo99PmZUCBmoxebYowihGOA5PiCT4m7HDNNA9vG9RIE6sWEIBEX/wFhQxD6SCwYhPJkzJhpmhDPMExYlg2LgEEWUUopAqEIgez2ocWEB9owILfwyQ4ggwDBZn7Z6WMTHli2zfaAIAjQJ7hzXJcAp0MgZkEetuCmHLAIBOq1uy2kCGNSmRSqtU1CduKv5wAAEABJREFULmB21zyWVpaxsr4G03YREkC8/OWvwsToJM4treA73z5ImPcA5El2p0+fxkOHHsTy8rkE9h0+fCgBPvPzO/CiF/0UZEdexH5FcUjolEd1cw27du/Az/zMKzE9M43FhbOEHvRrs0pwc4IgqU4w04BAPt/vEuQZ9LNL8BESfNUIqFoQGBUTtHi+B9Hg9JkzqDca7G9ESCIWMwTBWUBoFaJYLMC0TAKyFNLsZ5/1KsKjerMKkjwYjpHAK/mNQLktM+j58NoBuvU+7vnO95IdXOmMS/00gqiHlbVzaLZrEGgpUHJsbBymYdG3Ovu3DKVD9Pot5pPfCwzohwfZ4VYujcAwTJ730eu2EVCT2EACnSKloS0HimOeyeUwMTGDfN5lPsDUPlwzxtRIBb26j3u+eR/am10YgYatTUSEl1oDXuChR1AJG+hzjk3NTmN0bCzpv8X+C6R0CSrT6QzGxyfguGloLuwBFo4VZ7mC1+snsC4iNK0TBkMrxLQzCwvscwsR557DOdZstQiRYxgsb9lskP5XRkdhEbiGTHGpc4TBn6VziwSPRfwP/8Nr8LM/+yqcOXsa2WwG+/ZehQ3OsS98/rO446N/hW9842u493sHcerUMSwunsaJkw8jjH32q0/tLYLUSexhmQPXXI0ZAubxiQlcf/116HTaOMf5VyIc3r17V3Jr8OzcDIqlArL5DBSvxSyhpMV5Hyv2hz0dpa+aPheLRbjsT0Q459oOYWmHcyfkXApBZseeIDGlNeQas5nHsm2IDrJztd1uQa5tbSiIGWxL5pqYYRhJPtEyCuOkziCQuiN6oGGaNiyOuWO7cFinVhryPSC7WUOCUikX04mYc12L3wwV6A9DBrwmYiiWgURKxNCGCjwFBeT3C9/97kd27F3O8f/2v/1vT6GlYZGhAleQAkNXhwoMFRgqMFRgqMBQgWeNAlytPmt8GTryrFQgplcRTcKLjetoaK6YtSyaZXGdZGMeWVQzYKHkrZlBM7Ms9MWSyK2PSIBWFHBxHyAmxJF0WaRzac6amUl2ENG45OdJhIh5AgKVmG2EBA29bp/5NFw7RV80bNNKdkvZlgWlFGFfCLlN0eK5WK/ThcA93/MTQCBQUACKwKRao4ZWuwnZ6WYS8sgOpxahRDqbQouQqd5potXvIk0AUm+1sb6xiVnCuZHRMYKOmFACOP7wGQR9RcA3jd2792LfvgO45pprMD8/i+ff+DzcfPOLcB1Bi9y+Y2gD99xzD1ZWVnD11ddg3/79hHk/gxbr7nR66BMgye+p2bYBZsWOHbPo9VooFLKYm58CVAg3ZaHdabD9HgGIQqtdR6tVJ8jpJDu0KiMjhIAdyC6yVCoFpRVi6tnr9aiLCYOwLfBjNBottNrtBBD1CQN7Xp/AJ4tOr0H05MHzO0yvo9tvsw5Abs+0tIvR3BjSKoOl00s4eugw4YtFQJWFYQZ44N5vYvnsieQW0sXFM9A6RmWkjInJCaQyadbdZ30Bls5tYGm5ip6n6EcPjpPF1MwujE/tQm5kDio1QhuHyswgMEroBhZy+QL9NxD1QiydXSVk7MEi0N01Mg6j4eFLf/9lhBsaE84EskghZ9gosE2tI8LCAOlSGuv9BlaaBLUy1tRadrcFnBdyi6mpLYScYwFhk8m5A23AMC0gUog41wWWOo5FkNdErVHDanUNchus5dqQtFqtxjEJ2RcnyS91uOkUSux/p9fFKuGtH7PvK0uYnJ6EtjRedMvNyHJsNzbXcd8D9yOby6LNuXDPPfei1WphanIS8lAN2zKQSbswDQXXsZDJuPQNhME7kc3LmHVw5OhRPPjgQ1hbWyPs9vCNr9+NQ0ce5PkKgeBZgsOTOHnqCIKwS/9CWOybTXC2Uauj70Xo9SN4XpDMI8PUWF1dRa3WgE+NO7yGZIdimnqmMynEBJkmywtM9qif7E4UkzkmaUopGNoAxUPMPotFkU99vC3zEQnQj5mDFsea+cQM+i5++PTFo/V5PfuwqVWGID7tpJJrXq7nbbNMUxgiFP+wEijOdzYMpSRGy+EzakqpZ7T9CxsXzS48/1Ee/yTU/aIXvQiyI+/J2E/91E/9JHR92IehAkMFhgoMFRgqMFRgqMBQgStAgWd+tXMFiDR08dIKyDpVFs8KXJEzS7JsHRzy7Mm/tWHANA1oLsjFFMOkDQXIuSxGDa0JTwIIYDGY37YtQg7NRX9I8CDAIGJegwDAhkUoE9M3z/eRgAbCGoP1g69YgfVE4KofHmGWH3g8VNCGJshYAVjOcky4aQcGYUqhVEAmn+GxCct1MDI6SghI6NdsJe3GhJQGAcUD930P6+vLWFw6iw0Cn3pjA03Cts3NKs4unMV9990HebjCkSNHyR5iyJPrZGfTl7/8Zdzz3Xvwta/djX/88leQzeTQ73v0ZRXLy0vIEjAusc5ev0N/e9jc3MDoaBl+0EOtXmVb62h3m3AI+xJ453UJbgL2IkqAmvQ75pnJvhiENQMz6AN1ICTttHvwvRAeYVnazSCXzcIiKCkUC2yjD9kdaJiAQ3hlOxby+TwyqXTysJLID1En6Dzy4INoVtcxOzGGndNjmJssIvYbsI2AEMqA73mERT3EyqGWEzCdAkK48CMT7V4IZblIF0bQCy2sb3ow3VHM7LoRO656ITLl3ciNHEBxYi/KUztRmZ7CNGHn5NwUodcoJsdctpfDNGHmsftOY+HhVTjIIehGsLVFCARMTIzCshUsS8G0AM1QaQ3DsNBp9tBrcw5EMpfA/hWov4+IcyadzSGKYkBRL6URQyFFUCe3GlvUQnYVkvlhhePd9XpQpoZL+OaHPpqExRNT7Ct139jY4LxYRJ3zIU9dM5xPuWKOfV1n1QpHjx0l6FzkOLbQ6XYIfu9FtVbD3n37sHPXLpQJBuUhCft4Pjc7g7GxMYyPjXIeVFCrbWJ55RwarSbWqxuQ3XgjI6Mol8toEVDnCAorpTL7bSDHdg2CQYHGbeaXW27ZKaTTWQi0rVRGUK5UUKCPQEQAF0ARzFq81jT1kuvF41jKvO31e9CmCcu2YUpo2XBs57wZjNs2XPDSWsEwjMRMauM4LLNlUo/JAUrMsmBtmcm6ZMIGgQ+f13TMMdGK9WiaoWGyPskrdYOvWDrFkMMFxTxy+ExbOp1+pl04336KsP/8yfBgqMBQgaECQwWGCgwVGCowVGCowFCBK1oBfWV5P/T2WaWAArYX0kqpR1yLHzl8Mkdye10YhglIiaKIYSRr+aQKpRSUUuAHTG0yUAl0CIIAEaGa1hoWgYDWBiIu+j3PJ9DrI/ADSCUsmYAEzXxSRqBORHAjACAgmFO8Evr9LrNGyGTThBUmBCLIDqS+34cyFQTcpLMZQp8+ZJdXTB+T+gnH+p0Wuq0aDO3DcmKkMgZMMyaUc6GNGHIr5M6dOyC/s/e85z0PU1NThIDrbC9GuVxBPpeH4p92q836PbQYZrNZ9tFHvb6ZALZWq0FANYZCIY9Opw2oCDVJI5yMERIkNRBEHts3kCXAieKAoGcdAiaVAaYF1CakLt3zpgBYBDLpVCZ5yAV5FJr1NtZXCSXlFl5CFEMD3U4TjkPd2ZcUwVXEjC7PwTYCAYnUrlmt4uShQ6ivrODArh345V94JW599S2YmypjpJSHbVsEkyF6HtAPHcK9Ipx0iaBvBAEMrG82USVkS+fHUBqdh50eR6NjMk4hMkcQ2+PIlGcxPr8bIzNTmNk9h8n5SRSLCikTyLpAkbp3qxGUl4IZpwl5U7AJjUR/GYfA7xLcudS4hxQh7e6du9Blm90m50o3ZncMREGM06fOQG4R7fV9at2D0maCipTBUCnYrgttmWgQnLV7HYDzIyIAMx0LNcI7+c06l0C2UC6gwXEL4xDpjAsoXhwEa+JPj7rZaZtzxcXI6AgEAu7aswuSt0loPDe3g5q7BLdV3HPvPbj/gQfw6c98Bt///vdw8uQpzp81wsAlHDlyBOdWlpIdhJPTExgdGyHQrXDuZQmBN9FiXdVaFQHHTG6R7vf7Sf+bzSZ6nS6aHOfq5ibkN/WajVZSpt1ts78R+oSVQcTRIRTvE+RJ+YBwre/1mR7Dsm2EvH58xgW8doMwIHjzzlvIuG3DBa+I1+h2vDxkxCMs3Lbz8Swb8xq9oBjkulVKQ2uZuTEiXvu8wBHRBzG5tqVuSQW2PpWCVhqSjx/P6FuuaTGtxZ9nxhWlFDKZTDI/nhkPhq0OFRgqMFRgqMBQgaECQwUuV4FhvqECQwUuV4FnboVxuR4O8z1rFVDQUFw0y/pbQqUUFM/FZDHNJThzaAIscPEdbRnhBh55yeL9vDFa6ooFGzAb3+Ah4kjRwPJMIVCTBb0s5A2CPMuyEwjT6RJY9T3I7h7ZwSO7UjLpNBzCBzkXi1lWKcV6IsRxlOTN5rJwCWr6Utay4BD4QPKw4dGxUYKxIkzGa7YV07n1jQ0YhgFpu9PqIO24cEyNXrcBr9/A2uppLC09TCjXhDz8YWHhJJYWz+DYw4exuLAAebDCiZMnEBKKze2Yh9IaR48+DAUN2Wm196q9mBgf43mMqYlJ2PRf4IkAj127d6PT7aBW22S8iYUFAqjIx/zOGTgpCyGPbQK3VMYmXOkRpPVQJ9RxCJzcFHWK/QTwyK4nrRREI6U5ZkACgAJPkVGl4XcjRF4EI1awCbMM5rFtA27KgUcgpQ2mE8fJDkFDsTABoEltgzbh3OICTj34IE48cD9MAp9rr0qjkk9Bx33s3jWNkfEC7IwJkjd41MAQ3whMp+Z34KprrsPzX/QSvOSVr0SBGoS2RmmyggmWy46lkZ/k+JR9FCcVpnZksHPPKCYnrATsZTRArgcnBlxtsu0AjgIK+XwCMfKFHIKgR5CaRbdXQ6O2gT7HT343sNvsot8JoCMbVpRCSPjYbHY4nhHiULPPIcfDQLfbh+UwD2Hh6MQEas0GzrC/bc69ZqcBmBGmCRt3XTUPJ2Ph1JnjeOjwA8jl04CK4KRszM5PY3S0hGXCuJhzrFAsIkdYu7axijNnz2J1fR05+qwNA4vnltDr9bBnz1W4/fafx4t+6mb88i+/HvKgFpmLva4HTmNYNuudnsPoyBga9QZkd5/sElxaWuQ8CGAQessclt/Tszm/Zb5PTk5Cxr9QKiGVSUPSRyfG6WMKMeeGk04BHPce4Z5PQdK5FMpjJRQrReSLeXgEyj3CPpmX2WwOShmckw54iUAbxnkztIahByZ5t036rlm/mEpCDa0H5lDfbTO0AcQYmARsQP4TIOJ8k0jRAVC8pqVGhgTtSF6ayYqmoZQBpQbfQwDj8My9pI+5XA7j4+OQMXgmTH4zMy9zTOtnTohhy0MFhgoMFXi6FRjWN1RgqMBQgaECQwWe4woM/3X/HJ8AP0z3lVJcKisuoGlbFSklxwOTw60jKKW2bCvjVmAQBGybADjTNDAITViGBSOBS5plxQaFtCzUeRhxoc9qYRG+ZTM5QlQXuU8AABAASURBVJwcYYaPVruNer2Odqu1tXMP5BSaEDCCbTlIpzMDCMHFrYKCgJUE8hFoBGEIORbA0mD55ZWVBMi1CdVyuTxyXJg3my1CQweZFKENIUN1Y41AqIupyRGMjxVQGcnANAO20YehI8SEbgYBhuf1Ib+BJhji3LllyG4p23YgQE8gxfrqGnzPw0hlBC95yYshv/8nWkib8ptnCaxhuh94oNuwHQuZjAvFNpSOeW6gWlvDenUN55YXCYY6kN1acnuwSQCpVAyL+qZTLqS9PsFRj2DK6/fh9wOCPJeQKyTUs9ifGB7hUYrgKEf4kyXcWVlZhDYAi6BPbhPOF7PIZl1QWbis16ZTATVbP7uIc8dP4nvf+jbuv+csYWETG+tL9GsJV+2fw96rZ1GeSCNfdqDsGM1eC61uD5uNFnySnPsOP4SN9iZUOkZPtaDTHnbsH8Pua0ex97oJXP/8HXjxi3difjaNVg1YOwM0VoDOBtDdBNDjlOxFhHsWgekIpqan6WcGNv0WsHaa0M11jATKbhKmeYR2JkxMjc1grDwFQzmolMcIaFlVL+AYOlheXoMyLERKo9XrIuZ4RkpBbtHO5HPYe2AvrrvhGmQI8qbnpjE+OQ6T7bkpGxEhZqNZw8zsFCamxlCtrkMecDFNv2SMDx0+hHQmg7n5OczPz+PQ4cNYWV3Bdddeh9GxcXz3nnvw/372s7jn3u/hwYceIqCsYN++/azjeuw/cADTU9NwCJkNw+C8swiXz8Hh+fj4BEYqozAME4Zp8ZpoQHaErq6toccxb3e62KzV0CfYrjGsVjfRJbDzCGVlx2qj1UC9UcN6fQ0Ly2cTW6fvTcbn8lk4BIUx6WKXc0gemMHLEZZlwTLN/z97fwJuWVbXd+PftdaeznzuWHWrqruruptBkOkVlaQjDvFVGoeoSUQFfR8zPFGSR3gckmiIIsHwGBKDvIr+E2P8Aw3qowbQ0BgRBGkFQWSmmx5qvnWnc8+85+H9/va559at6iroxm66qtjnnt9Ze6/xt75r7XPv+ty1zynNYghqNDc5n5umjgULiHHIYbTeN4mbmxTXTNNGQ1Nz8FGI8UWg98V8CloyA2xOQx5KKQkYL+eKc748rV4qBSoFKgUqBSoFKgUqBSoFKgUqBSoFbjgFZNVzw3Wq6tCXRgGlFBfS6tLGVMG1eg6BTZAkzjDDhbkRwEDTxuzlnwXzxfnDwrwgFCm4IKcxq9aai3sDbQzrVgR1GWLCMp9gISCkklv6siyFUgqGeRxCKdd1CXQIGwgcDNtOkwy+77NcTJhSx8rKCqTebnsBBdvLCPYETgj82CEA6ff7kF1uWZZjwOPxdAzyCIKiFqQNqT9LEhitCFUUAdYGzp17CP3hBgajbdTrNsHSKmTX2JEjR7B2ZK0EMrJb59ixo5DdR73eDnq9HrqdLmTHVUTocv78ebznT/8Ud7/znYSJTcgXcgjgW1xcRJNw8TChzdLSUtk3AX3ymXxhPIUyOeTLGMIoACVAq90g/KsRcCZYZV8dx2bfQ0Shj8AnUBuP4U+miKMERQaMBzz2E0KvOupOA57tYToYA+x/liVQhIhTf4go8mFshTgNIfCq2axBE/IUBI86zWHTwt0R/ur9H8T73/0+RFMfx29ZA1SAwegsjt7cxDd963PwjK86gRNPXsPSahfaNjAEUluDHp70lbfj+f/383DLU1Zw29OX8ayvOYbbn97BU5+xjKc/Yw1rBIO9zQk++RHq9Id/hT/87Y/h7Xdt4n//7jbe+7/PYv2hbRxZOo6l9hoBsUOdLI5bRtC3iN7uFo4dPYwij6GR0XKCzAi7Wz0MtgcY933OLY001fDcJizjUrOUvlscxwVMOH8sAtmM/d3YJqAd7EITnO5wHB86/RD+8oN/gQ/c8wH0CA09zytvcZVbWSeTId73/vfiox/9CMb+GFu9LazRD9u2CPRuLuetjPuZM2fw5Cc9BWtrR/HQydN44MGHcOjwGm45fhy2axM0b+MTn/wEPvaxj+GTn/wk7v3sZ3Hq1CnssL0ZpBsiDCPOmzbnbsb5eJ59ydmnAoDifGgy0HDdGmzbQa1Wh0PdHcfjfG0QHC7i8GFCQc6XGmF3u9smIFzE6upKGd9sNzn2FqdEDgF03W63LGMZi/MimhnnQUSTaxIHHgev8ZxQXK6rmWWQ/HNLWHZuUofcAizXhVyLB6rjYUHLkXPyFjQJ2UUoBch1ykQeq9K01mUocZVVClQK7CnwsX8LiO2dVkGlQKVApUClQKVApUClwOOnQFXz462AfrwbqOq/3hVQ7MDVTZbXBZPnoVKKcK+gsdjeU1kGYjDMyBlXaKYTFJEIMYfmotswNFyQa4YWQYQC1/4lQEjzlCHJE1MECOQEcGwCruvQXDTqdQKKGutQSJOUQCNh2RysjM+C5ymBA0GOtgg8OgQaLmpeHZo/juuixvIsjCRLCUFoDAXySX9kl5HtOLAdBzl7JMBAdvAldM4muBlNpwRcKZRWsNjHTqcNj/ECxdI4QxhE2N7agc98cgvt1uYGtrY2MCZUk92FLtvX2kDqlNscCzbQarUJUlbpowfZAZWlKSyCiZtuOobtne2ybwI71tfXy1tpZRdiRo3SjGAlnsD1CvapQJSMMBjtYEqIJ9BEdmlJW0pxDKglBaLPGnK7KLvGU4M8NShoMQFfErJd2EDO/FnB+BQO+6hLeJsgSaNyl1eSxGi3mqiz35oToWbVYOUG6SRDvJvjwuc28cDHHoCaZjjcbEMHPi6cfABb66dxaKWNpzz1Zjzj2bfhOV/zFMK7m3DLbauYhjsIkwGO33IYJ44fwW3Hj+Lptx9m+QZsP8XJv3kQf/72e/CRP/4YznxsHR//y4dwz/s+iz9/72fxgfd9GsGkwMLiISwfWkW9SbiZxgRXNdi2BQGcHfq70GzCy4Fwt498GmCFgNdAISIsjtj/NC54ZkFri/MnIdjrwnJdLC6vQG5fzQBqHEN2RqZZDD8Ywye0G48GSKKQUNGUOzuXFhbQJSDL85TzM4bI32638MxnPQOK18N4MsbJUw9ha3sTMt86nS7nLWWnb1OCxDrnpwAul/PdGIOjR4/g2NGbsMB6Zf5aBNddHjfYH8V50mi2WI/DOk9z3rpYJRhstFpwCPOa1L/RaJfXgbEc1Bst1OtNztk66o0mal4NApkttuNPJuxhDsUpkhLsJkmEnCEINRUnjMA3gYnj8ZSgOIDMLcuyeYkbkJmWl7aBgk2fLAVo5MjShPNmZjLXpT8zs2BbMt/3zK6hXm/B8xplvbLjVKyQOvKErac8ovF6yXlW0FMxeX8oynO+qhxQik+F6lEpcD0o8P73vx/f9E3fhM8S2F/JXwH43/Vd34U3vvGN+8k+3yN+9Ed/FFJW7LnPfS7EPl89+4XDDeCB35hZ1NuPvtqBtCt1i0lb87blfG6SR9Lm5xKKz+L71eq9WrzU/4Y3vIHvq/7VsnxR8VLvK1/5yvIfIl9UBVWhSoFKgcdfgaqFSoFKgUqBSoEvSgEu3b6oclWhLysFFHt7BePi+eDimmttcDXN5TX4kPwSKBSEPuRDBCE5BKLJ582JpUUGpQ20IkRRs9Boh4UsAgoXru3CKc1hHUVpGcskScK6CEsIbQR8ZGlWpmmCBNuyYds2BHoIbHBsB67jMZ3VFrqEfXGcEJTt4MKFC/DDAHILYkZoyBxl2e7iAiHOEjoLXTRbTXQZGgIPh4BlaWUZ43CK9Y0NWI4Np14r+xsEYbljyrZcaGUThLD/uSbgaeLY0WNYXl7C6qFlrKwsQTFpt9fD5uYmOt0OZCffbPdhgiiMCQVDArMWDh86hHqthtFwgMGgD0O4tsswpa+yc88lbPJojm3T9QyTaR9erQC0T77iYzjuQUBgk8BnOByVUMeybEIfGkGXbRvUai7kSwiSJCfYygjGEoYJsjhHnhSwjUP+p7C6sAyP7ShCk9GQQKxICBpTBMGU+QMsdLo4vLyKdq2JgmAsHsWI+zmyIbB7to9Pf+jjOPtZQr6JDzcv4A+GWD97EuPBFhw7xeKSi7Vjbdx8fBmrqy3qZtDwbKR+iOHmANPNGJ/5y7/GR//0Q/jMBz6DC5/ewujUFO60Bh3X4E8UF2sRfbFgUIdLMLTAsZpMR4TDCRyO1WQyKnVsNuroEmY1OO9cwktX5sU0gkoLAqgMsltPPmtPsSayLC4ug3IeiO6W48CteZDbUweDXQxHfda5w/mVErYOWT5GzDk17A8woeZZHLP8BO1Ok9aCzN9Ot43ReIT7H/gcpsEEN91yEyyORxiGrKeAMRZcwtKI81R2821wrj3w4IM4deokPvWpT0F29y0uLuHWEyfwjGc+A1/FBf1Rwt8uIZ/4SCKG1UOHAaMJOA9Bsz5Dk+swSTIkBM9xnKLbXUTMc20cSHyW5eV8M1pTAw1NaF0UKYo8K8fa9yecmz7naAB5uJx7ok+/P4RcU6nUBY06QaJruZw7hlqEyAiAC0Jzy7JQXp+WXc5lqV9MKcPqaPK1w7Q4Snn9aJBrs90cikBZDER6ArJzzu5CPvOR5wWvPjFWUOYF8xZijJfrTCklSaxjFpYn1UulwDWmgACnt771rZ/Xq3e+8504d+7cJXlOnz6NCUH80572NL4/nMJXf/VXl6DvPe95D77iK77ikrwPO/nsf+UlFc/s3l96WPLBCIFzU/6T6iMf+Qje9a53QeqX9F/7tV+DxIm96EUvKtt//vOfvx/3pje9CXfccQd//y1L9sfcvpgK5R8mAveWl68dn76YflRlKgUqBSoFKgUqBSoFKgUuV0BfHlGdVwo8UgX21s2z7AW4rtY0U5qG4YLagoIFzcW75rmYUTZs4+2Zy0V8jozwIMtzFKwDe4+c1CAltMu4wk9pDkFCvV5Dk1Cm2Wyi0WgQZNVgCN1ylo0JEGKCFE2goZRiXQUX+wVSAouUYEEzLs0SxmWQ21YL1p+z3TD0UW/UYDtWmRbFIRdLY2xvbxEWbUHSE0LEVqcF13NhbE1wsozVtVWCGR9+4MMhiFlYXIbj1NHfHSPwYwIrD1GUoNfbxdbWNuvbYbjF/FOcuPUE5LPSbr75JsjnlUVRXMI8WaRtsV2BPGICHz/5qU8iTiLIwurI0SPoLnTLPkvegoJtbG6U6dIHSozBuI+z62cQpVMUOsPYHyFmvyeEZNoQOnJEpn5QQtYJYc1oNAQI7BaWOqwXCKhHwPSYYCkkaEwI6jJCvt5mD0WaQ2CVpQokcusvyzUIusasw9IKy4uLaBBGugRJIIAs6Ldi2zpNMOnvYnt9HedOn8HJz96P8/edRP8sNXloA+ONIfrnmH5yC+v3n8dDn3wIO6d34G8FBIJn8YF3vR8f/rO/wqc+/BlcOHkBk94YnnFx9PARHDl8iFobahAiI4jqLLZQr3vl7befvfcTkFuJV1Zmt+PK7c8uQW9vpw+xnZ1dhByr0XCKfm+A3d4IuztjTCcSlt7+AAAQAElEQVQBut0FjEZjbGxsEoDWCN9s7PS2GerSQMDUH+5Sx4gQDCjyFAEX2SvUwKYWYm1CRCag3azjwvpZeISVAnmf/ZznIGX+1UOr5Vz70If+EtPpGAsLHci1IGNSo47Pec7/hb97x9/D1zzveSXA++qv/Rp8BRfxz3zWsyAA2xhTLuj/6sN/hU9/+tM4feY051zIcVSUP8VDDz2ECxfOw3Fttu2wDK9F8Y1zvcY5v0p4LDtNc45VHIXQRqHf3+Fc3SjD3d0dDOSzK6dyK3sC8jJorVECOm1x2ihogtGG20CNc9+xHOZRiAkOZU6HnNdaG5axYDEt57WYsS0x2fkX8loTi5KQMuUoeE2KeV4NLq81z/VYju0oBaUU+IKDj4IOFbwGCiknoI+hUorZFOsqyqxKqfJc0+8yonqpFLgGFfi93/s9yO+1Vqt1Re9kN99f/uVfPgzYffjDH8Ztt922D8/kXOCa7OYTYPiwyv73VwK/257Z/b92Mfm+/3cWJ2nvfPbF+L0jAWLyfiJ+fOYzn8Gtt97K99n6Xiqws7NT+n85UJS83/7t376fTw7e+MY3lgBSjqW+1772tWX57/qu7yp3HUoo9Un63KQv0ifZCXhwV6LU9YM/+IOYl5FzySMmx1Je6pJ0iZM6pC6BkhIvxxInaQfrld2HL3nJS0p/Lo+XvGKSR+qXPkgeiRNoKHGVVQpUClQKVApUClQKVAo8EQroJ6LRqs0bQwGtNLiUZme4mM4ZFAoC8GTBr2CguPBXjMnJBUpLATINQiKNIhMDipxL9NLKClBwsc71eVmvYv0A6+Y6XYCT3OaaJAkhXA6lFGTx7zgObNtGu9VGq90u47H3kLpYIc8KCKATqGdZhsBAg84hLzLEBFBRFDBbCtsxCAk5pv6YUDAu8wjs2ty6AIF+uwQfZ8+dLndrkVmgVnfR7rQJVGKCoCnyTGGhu4xGvYNOewHyRQe33HwLwyNYWlyAFrBiW/jQhz6Ij3/84zw3WFldZdkR2weO33IcLvszHo0QBSFS6SsB53A4gO9P8Zd/8ZcYDPpsL8RyuQOwIMRJYCzFviQokEIZEDtRcJPBrVsodE7ANyHgS7FN0Kgth1rkgDYETDlsAqeMJba2N2BsBYFh0ueIYCaOUpCLwigHOjdoeg0cWT2MnLAOhHY227IoZafZQDCdICdgbRB0dlpNrBJyeYRPYJyidWoeGux7RlAUDcaYbOxi68Fz2HroPE5+4nM49cn7cebTD+Lsp09i99Q2Hvjoffjwez6IC/edw3R9iPH5ITq6DSu20LSaUISOOxc2ce7MGTYRcuwbWFzqQnbIWaIHJ1yd43Po8BLHdIqQ0LLT6aBea2CNQDAg1MtSheXlNQLJLnVvwLEa8JwWPLfOxeYu+57DY38EwApslfErqNVgsFvOm1rdweJiF/WGV86X1UNLOH36IS5y67A5z8aEnvL5htvU1qu51D2CH0wIHndg2ZpzKijtq577HDRbNYwIZh2KurKyjJzAWikNPww5Vz7Bes/gLzj+J0+dwoOEdm32ZZsL6v7uAD41DXwf8uUohnPM4qCsr5/DwkIbAjoXCA2brQY0x0vmux9My12Dn/7Mp7BO+Ce7EAPCWpnfAnwHoz4mvAYEXCccO4FxURiV9Rf0y7ZsIOdcKU3DUhZc48LijyrYCK97yzjwnBps24XipEyTDLyMMX8YY1Fvd88cWBZLs16LFkURYloUR9QshbQvNtNkXgPbZ41Kzc+ldjGeMyj4PjI3pfYzMfGJfUofRry+ZdfuhQsXCF+/9LaxsVF+NID48sSqUbUuCghkEnD3Hd/xHXJ6Rfud3/kd/IN/8A/Q5D+25hl8XvNSTsCSxP3QD/1QuWNOdtbJ3BJgKPGX2B1vBUztkqhLTiTt777pkig5Ebgn/glI+6Vf+iW88IUvlOh9k12F8tmw+xE8kH7J54LecsstPLv4lN2FH/rQh8oIgZFf+7Vfy/fhZbztbW8r/f+e7/keCBQsM+y9yM7A7//+7y/Tf/d3fxeih/RfrqOf+ZmfKcvKTryDGgiMlDzve9/78JrXvKYsK1BP+rJXbRl3pXol/Vu+5VvK9F/91V/FH/3RH0Hqes973lPuXBSwJ8fSR+mDQD3xUUIpW1mlQKVApUClQKVApcC1rsCN6Z++MbtV9erxUkApBaVmpkkLNAw5GacRF/TIAUWYp7nIN1zkmzK0YGsXrq6hZjdKk3ObwEjM4qJeKQXDUGvNxXxSLvSV0jAEAEZbUGp2DOaTRb4hNBLwJfAhjmOkhE0CBGQ3kOzyy9K0hCPg4l8bqVvKa4IGg0ajBgEdrku44BpoXSBJQiRZTPdTNDt1dAhF2t0mWp0GFpcXShPoFTOfRXAkwGb9/Bn0eluI47Dc2bWyvIpOZ4FQIqUiNuFcUu4GWz9/HhsX1pGlEZaXFtAlaHnaVz4NT3rqkxDTb18+721lFf7Ex9kzZyGfeba8wHrCAMhyAhKHPhq4jovVlRXWP9spdurkg1AaOHJ0DbWGg93BDgHWhD7XoawCYTrByN9FkExwbuMcElJVr1GHS7jVbC9CWw4s12V6jMF4gEJl7H8CbQqRGQWBKzkObMsltANs46G33cfO1jZcy0AXKUc6QZ06ri4vostF54QwKyMs9ZjebTWwutDFQr0OK8ugCSoNx8VOc7i0OsFQPQWcIIUahajHwFp9AWaSwos02oWHBdTRzlwU/QTFIAVGOZQPRMMQ0ThC3fbg2BZKeNX0sMSxcl0bg+EujAXUGi7W2fc4DSFf+tEmdIzDBA/eL2Oyiwnr6O8K+CsQBDnhWkjJDQrO5WajiZQ+y26zlH5vb2+WIK8g3BtPBpxHLvzpiGNvw6UGmvNoSDh35NghAjsfdcI62Q25vLqE259yO47dfAQLy10cv/VmGLugPxwnnZfjde99n4ZSOWR+bW5fwEMc2z4hrtxeats222rCsmy0Wh0Ydkyuk8989rP0tcDS4hK67S5uPnYTbrv1BJaXFjFk2bW1VXS7bUzo4+kzJwkJpxiOB0ioRU4ILD43mjUsLBJOUrtF+iZQt9Vuosu4dqcFuU7k8wHrvGZc10GNoHNmNV7zinPCRc1twFI250gBCzYE6Dmcqxbnl5Z4Au8i19DKgtE0XruGprTCwYdonPJ6EFNKoWCiZVkQk/5eNIPZsYJSM2PW8qmNKeOkbBnBFwF8Sl3MJ+eMfsKe0+kUYl8MWHvLW95SfonK5c4Ph0NImoSXp13pXDSYTCYQu1J6FfelVUDA2N/5O38HK3x/v1LLsjNM5ozsDDuYLjBJIJ7cknswvl6vY21t7WDUxePuM4Cv+z2A1yMuf2hnliZ5LksTHwTISZu/8Ru/gV/5lV+BwC7JJqGAtMv9EEB362U7/CS/wD7pj3y8gMxB6ZdAsu/a27n3+te/XrJdYqdOndo/l/7JibTb5O+dg7rJbj2p7wUveEH5sReST3yT8Ep2tXol7/HjxyXYN2lPvshI6pbdkXIsiQIUBfQJZBWdJK6ySoFKgRtIgaorlQKVApUC15EC+jrytXL1GlOAS2Yu2vnK1TTZBFmagiYY0dj74bGRY4I+xaW/Kiyo3KDImLVc9IMHtCs8BeIlhCtZnpepAgRmi3qNLEuRZglymiJUUZowgJXKLY1cx0MbDUOopxmf51kJxJI0hgAE2b0XBj6PSZOQw7Y1IUYdtqUJPiLCgQIW47QGDEGeNoDr2bCYLseOYwiTWmh3G+h0W7Btq9xJF0YhwiBEo95k/AKhywrWDh/FzTcfR7vdBismfFoqdxjKLqj+bp8QqYDt2IRME8gjDAJcWF+HLNKXl5dRr9fg2DZ6W1t4ypOfhCNH1ggiY2xvb8PzXPrlQr4ddzgaoNluEBQ1oelzg2CpN9iCH08I+QKsHFqBohYxIRXYCa/RQkAoKsAvI9QjgyHuScq8aR7T1YLtJASUES1B6NMmEQwXhI5lo6CmNc9Bo2YBhIaKY0R50Ky5HO0CMi6GHVogTFtk35faHTQcB3bBiUIYWhBcWhwPj2Omgil05CPs93Duc/ch7PWgma78AMHuLnQUoaEtJKMpaoXNYw8dp4GFZptg0UOr3kCTOi0RMGZFjMGoh1a3Vo6P43CusJ3pZMxxcpClBcYjH/6Efcwt9sNC4KecHwXHoUlI12RY5zzIEIYhCk5qmQM250Nb+rG8xLHpc1E7wTnC3Ua7hkJnSLIIR286gk6nVY5DrlL4wQhhEpRwcXewg4B97PW3CdkmTJsiImTb7e9ga3uD4+xhY+M8dgj2ktgHpUKdQC2KYni1Go4T2lmujQ7B8NGbjnK+sv8L3XKMtDGccw3Io7/bw/r5s/Bci2OY4ey5kwTQm8iLBAIf2+0GLPbFDyaQW2F3CKd5QZbXynDUh4A/AdY1jqNAwel0UoIo0SIjoC04fhnBbBTGLGOzDU0Nc1icU3WvBsuIphxjzgJAATQWYV5T6q+UwvyhmKYUX/fMsB+G5cWAAtJWznklIc8kpowTPyRebL8u1iHHii9K8ZWNluX2Qq01lGL8PJ3hE/WcEu59sW2/9a1vvSrckzR533g0dQd8v3k0+au8j70CAoxk950ALdkVd57/DPrpn/5pCOyatyY7w9773vdCoJIcS975zrFnP/vZ5a63eV4JpU6BfsePH5fTh9vq1wHHvvPh8RInaQ9PKWME1MmB/G46dOgQpB05F+AnaRIv52KSJsDr8h1+kiZwTkCY7IaTeuT8f/7P/7m/u+7HfuzHJNsldrAvUrckSjkJ5yZgTXbyiT+ye1HqljTxTcIr2SOpd15O2pPdfKK9tPG2t71tX3vZsSf9kXGa+zcvV4WVApUCN4YCf/AHfwC51h+Jvf3tb78xOl31olKgUuC6U0Bfdx5XDl8TCsjiWRxRiotmLqLLY8ixIuBTMPKjNF81VMH4XIzHXPgbbcNoqzTsPwQK7J9AqpVFuW1ZsC0bspiXzwaTMBKQRgAkwESOM8I+RXhlaEWRQ85Tgqw4jlB+3h7jjdHgGp/1ZIxLIDuEfH8CgRqj8WB2G6KcD3cxmQyRy840DcKc3RKYXNg8T9AxxmDQYxlCJ1WUO60kn+d5BCoeFzsBQV+MzY1NnD93Hg8+eBLnzp6DP/UZHyGJE/T7fayurmJpaQmyKykgxJJvPjWEG8eOHSMg6pRg6czp09gl6HrwgfuxurwCAX9TQir5fCXLMrBsG5p9KgR7KMEhOUb0e5OwaBqM0ezUoAxTCe/kNssgCgiuHPYLBEZ1GJbvEwrGWYx6yyPY80FlaNmsXoKVJE6RRhniIEE4jTmummOpISBniaBpebGLmmNjd2cbWRKi027CdQwod3mbbkY4aykF17bQqtVKaxJK1ui/zfp1EqNBKmgYZgRJHudRi3ktjp3DdAmtLEdNG3icSZ6y0fGaWOkulbf9NhseAaMLAVc5wV6c+Dh8ZBmyM85xKAqR5ZNuv60EgP5ogvvv8wnPiAAAEABJREFUewCj/hij3QmQGUQhe5wAruw+s2rw2U+lLChoOIRpjmOBnS6PBXhNOT92CeQ2NteZd0KtEgjIi7MQu/0tLK10cebcQ8iREJ4FyPKEMG+Kz9z7adiuBafm8NzHmOMEgkPNvi8udbG9s1nmXVtbgesAu70LOPXQg/jUpz6Nz93/OYRxUO7+k1uoN7c20NvdQULNZDFttCYI2IZAga3NTRSEraSr2LhwvtSlu9BCQbh3fv1MCRKTNELKMY9Y52gy4DxSPI8g10BKWC7m+2PO7QgW51ed49ZutdFsNuG6LowxrK+gRizH+RwQVgmwSjnWTECRFwBTKRzEXIcjp20U8h7AmPmzYLaCL6WxjFyn0raYFOe0of8aNueDY7twHIeg24HF9wOjDdMMwIwK4KuYHKF8SJ3lwbX3Qh3Y8WvEr5zX2DXiypetGwKM5FZRgUVvetObcPTo0RJySbx8FpyAJNkZJulyLLe0CvySXXIf+9jHIJBsLp4sOOe71gT6ye6yedolIf+pgo0/uSSqPNl8L4Mrz0/5LD25xVbqF2s0GpD3HxaA7OgTv+R4bvJFHwfzzOPnofgvUFNCiZNbcwVuSt3/5//8H4m6xKQvAgsl/Xu/93vxohe9CKLRwUyyI1B26c3zzNO+/uu/HgJMJV40PQjfHkm983qkvW/8xm+EfIbgwbrmuwWlLnmflHzzMlVYKVApcGMosM5/vP+jf/SP8PM///OPyL77u78bUubG6H3Vi0qBSoHrSQF9PTlb+frEKSAL5oNWeqIAbbjYlxMhOlyRK4ayjlcEA9oYzEPbNhBAUgICrWHKBTpD5lOchXmelVDOsDwIzgzLSh7FRG10uah3CYbqNQ+1Oq3mEqhxwe9YBAAGZX4u/G1b4lyCCMlTYzlDUBEjiWMo1uuHY8htuFHsI01j+uSV7cqxgAQFkI2k6LRaBGo+CvqlGOlYFgGDhYDlxuMhUgKS4bCP9Y2zOE/b7feQErhYBDbddhuHD63ixPGbsbqyBJtlSXxw5tQZnD97Hn/23vczXEez3sTS4jIeeugkbrpp9uUa3Xa7vL1yaWGRQC3AsbWjaDca2OAfFnILsgC+ldUVwqOYkGgMGZMTJ26l1wox+6MtRfA0hWGbAmyUTqFpjmuwtblVQqg4G6PdraPRqgO6QGFl8DoG57fOYRr66A8HSNMMwSTA1oUtZAR8RcJFX66RpwUs42A4mCCYJnCMhcPLi1hot+jvFGSNZX9rjRr6gz7GhD8xIaFtOVhaWC5tZWkV7fYimo0u81vw7Dra9Q6QKKhUowhzyLFV2KgxbZF5a65HqOhxauQMHY6bDcvKkaQjtrHNfl1gfxwCrHPsew7bBmqeBSMOpTkygrsiyBCPIii2g1RjOgwJXmOcPrOOXn/AOWRhsNuDTMFzZ06XoeyGyzl4jXYDFzbW2addah8iySJYtoKxC0yjPh4882msbz6AY7csY6e/jt3hNrymi6XVJXiNOrZ6Ozi0dhiWY2Pl0GHORcP+N/HQAw/iMGGvUcC506ewu7NFGOmyjzbWDi1hZWUB2qLmhJUZx1F5ClEaoLe7jdOnHuI4JTi8toZbj9+K22iHVw4h9Dm3CbY7HN+CsG9MeD31R5z3ASzOjxohY91z0Gk1wEuL/SzQaTYhPhxaXUabx+KTQ1+TNCnnk89xDIIAAaF6xGtJawAqg2F9AlflmhIrCNd5mXGcmMw3AuEIaVwgiXLOGw+GcweF5rxVvO4AOXY5th798TwbYoaOpJzLUp/M+SiK2G6EkGHGeZhxDuYcU8Xi+8aDQmChACuGGor9UmyngFKqNFSPSoFrWAEBaLLbQ0KBY3LL6hx+idsCjQQECuwTsCY7xwQoSZqYwD2BgGJyLHFXtK0/B5IxYDWAO94CfNV/BYwHRD1g92+uWEQipU6pW0x8kDixn/qpn4L4LMdzk3OJn59fHor/AjMln6RJP6ResTe/+c2Qc+nvS1/6UkgoeebtC+SblxNYJ3VJuuQTfaQOySP5JU7SRSuJl3SJO1hO8kmalJnXK+2LSb0SN++LHEs+yT+vS7SQczE5ljKVVQpUCtxYCvzmb/5m+XfE9vY27rrrrrJzf/EXf4Fv+IZvKE2OJfK3f/u3y7trlFKQHckSV1mlQKVApcAXVuCxy6Efu6qqmr6cFJCFtFKqXEDnAlAA5FzYF6rggt+CEkKyZ7ZrwXZtIpIcGWFDwfySDxKy3OVPBQVNemAsU9aTc8GepinKRX7gI7iCyRcmhAIewoj54tJSggnZ7afFDwXChBRGaQIGjVqtBsu2ID7IH/tz63Ta8FwXvj9lUoEGwczy4iIa9XrZ12atwf6ZMt1xLNS8Gpo1pvFKCgnGBv1dgqad8jbLM6dPYjQcAPQ/p/9xFKPbWcBXPfurCG/qOHv6LHZ7u3jKk5+C4XBYgogeIdDOdg+ddhfP/Mpn4sQtx3Hh/Hn4kynBWsb2vNIPy7JYbY7uwgLOnD0Ln+DFoy9tQrZVgkXxxbY1JtMBktTHFsGd7G7zCLyyLERnoQXJZzsOQoKgjKNjHIO0SJGRyESMKzieiqAkS1K4sntK23CtGhztYqG1jE6DgK7WwrOf8WxCuyXY9MklXG232wQ5BotLS1yY1WA7NuI4od8a/jSAUhZazS5arS46rUUcXbsZq0uHCbOOYmVhlXCpC9fy0Kg1sdBZxMrSCtqErd1uB0eOEJARKA2HPSwvdeG6hgB1gRCsy7HNcezYGutZxeJCBysct5xgEUlOQMl++SnaXrv8/MfJgAAsKpDEORYJWAsoajUhRPJx8tSDWF5eKufZ0tIClglop/4Y8pl+0KCeMdyag5uPH8O59dMYjHZgu5oA7wKcmkUlM84Rhak/QZIl+Jqv/RqcuO1WDEdjLCwslXPz9JkzhMEpnvYVT4PDMdBKoSlzbWGBvnfZhyXEBNGBP8TZsw/hA3/xZ9jpXYBXM2xLobvQRKfTxHQ6gXwOYkJ9i6xAb6uHKIiwsrxCoBZD5mOt7qHbbWOF4E6o2zJhrE3Yvspz+fxIzT4VHHeLYFrmq+wM3Nra5JhFULye5Vq0bIt+2qW5roUkDQk5AwI3n1A5ZJ9T2Jw/FsdGrvGMULy0LAN4nUsdch1zSkFpA6MtaGWQF0DKPDHnW0xoKJbxPWJuMs9dwj/HcmAbG5Zlc57ZsHisoCEGQsTSeFZIhZyzqB6VAtexAgKR3vSmN0HA1GPejeGngcX/C/jWDwFHvx247Z8Cf/9PgcZxYHTfY95cVWGlQKVApcD1roDAvW/7tm8r35P/7M/+DC7XCQd3LMuxxMmt+fK+feedd+J//I//8Yi7/cpXvhKyI3husiP4ioUfw0j5KIPXvva1j2GNF6uSuuWfIrJTWvr2peiPtCX/uJFd7vLRFtKuxF30anYk8eLPwTxSRspenl/OpR/Sn1npL/wq9Ut9XzjnF5dD6hf/v7jSl5aSuh5PXy9t7Yk7C7hGfuJa/9K3rL/0TVYt3igKKKUgi3alFGQBn2VpGSou8LnuhuwK43qbICBBnERIuWjPuboXsFcQB0gIyXCZFVysF1z0F3wRU0rBMhZs24YlRuhnEU6UxmNDKKG1oi8KYF6+oiBQ04QIlm3BJTyxGQpEsCwLGdMEFgpIsAgLIkK3OEoIXejnHmDo9XoEJ1MCngACurTWrMeF0boEHI7rlL/kW80mmq0mWjQBgbWax3SDmucQ1njoEnQZrQmRCB0JHv2Jjwfu+xzhlYNuswPDvvZ3eqzXoMm6XLcGxZ+NjU2WSfDxv/k4etu7kM/zO33qFOTz+gaDIcA8wjEGwzEc/pHRJPxqNBrY3e3T7wk8z2UWiogUssNNqRhxNEQUjRGFU4xHQziODdtxCbRSjoYFmz5niscqI/ALkBPQAAWB3AQ72zvY2tjG7tYuti/sIpommI4ijPo+4eMWQ4IrgriC2gYCRjkOPmGrxTYahFYN+iaaO7ZLzzWUMtSoQfjXok4d+lJHp72ATodwi7BtZYWAjmGj2aL/FsdWo9/vlbewTqcjgsklyJd/HFk7zHlhIfB9wh9D6NiB3MacEXadPXUa0+EI4/4QtrLhGBdyS25/Z4g0yhFMIkzGPtKUAEqBGuQQGOc4FpI0IjCdok7fQ0Lb3d2dEvqxW2zPQKkcf/Pxj0J28AVMnxLkgXWMCNvaBIspAenRm47iyLGjzPcxWLaD5dVDvA5S9Ah06wTCtm2z/SlGoxHHy0ObfXU5r7Y2N/CpT/w1zpy8D1sXzqDf28DmxhmOQx/r6/LlGEP44QjGEEwudeFy3OQblvsce9uysdhdgqUFqKaYQWsPSgP93R7nxw4uXDiPZquOTbYz5DyIopBgcwzZKZfTb9s2HJMaGo0a54dcL3EJ8aSfokXI+VMUCWdGilwl0PTD2EDB4wwJr6+LlubMR620hRKuF7ym5VoyvG4llHN535CwkPeG0goUzCdmtIZc+7O8M7CaEQbmTIc8FEUX4ZXmq4JSSmIxewWUUqVJeaUUrpfH/fffj9e97nWXmFxDH/3oRy+Jex3zyC4CSZNQzv/zf/7P+IM/+IPrpauVn19qBZ78L4Fv/jOgcfPFlrvPAL7tE8Dx778YVx1dtwpUjlcKVAo8dgp84AMfwMmTJ/FP/yn/EcJqBe7J7f4W1xPyd4qYHMtuX0ljFvyTf/JPyjL33HOPnH5ee+UrXwn5bFDZ/Tu3L/UuYAE8Yp/X0S8yUfr3peiP/L0rO6plHD6fq1fyR8pIWanj85V9ItIEQopv87av5P88rQofrsC5c+fwn/7Tf8JgMHh44g0ao2/QflXdeowVUEqVi+RLqmVcQYOShX3BxX2BHBkyLvzDJCgBkYR+5COIQ4KQWFKRc7GfFinPUy74CxS5hioMtLZoAk6kQiDPJA1MJxjIc+Zl3bKw53HBxT1zYda8HM08kyNJE6yVJHG5Oyrdg46e67F+DYdQRRMGSj4tFbAul5DLMgaJ7PSCZj7DujUygh+BgLILEMgJwgJMJ2OMCI0kfjyZoN/vQ26h8gMfURQQooUQUGJ0wWMfEWFIniawWF5ssdOERYiiCDtjArCCEC1jO47lYKG7CNmttkDQNe6PIbeyfsVTvgJPo33Nc78aN990DFoBO71tApcQ7XazhEOy8ylNY1i2wdLyImTnE3kox2CKc+cfojgBlAkx9XeRyK6rOEBOkCLwrEGoSAlgbOpPUGpcg5B5kiJGQdCnGQdmSAlB85ggLKUukYJKLTTsNsa9KXKem9yUcG2h3UGNkMopAQ4I7iz6pQihbCwuLZT+rawu8dxBs1mDTZ8tW2MajJFmEZtKqH1K/yKkaUC/gGarVtaxuNjGzbcchUsfOVzUfgdGAauLS1hbPYwsSQjw+oSPIYokJ9ibEKDaSIOMocU4YNgbEUyGAGwCMgfTqU/gtk3wFkDb9Ne1qekQK8vL9N0hUFtnOwPm6aFWs9Fq1zGZDuH7Y2g2Xmu4aM7TFgYAABAASURBVDQbMOzv0tJiGbIDOMtfKKPxGLfdfjvOnD2DCedNv7+LjPNxe2cLtXoN7U6nnKMZ/fbpx4TzKiUENrxSbjl2COR27F9MENkDMh8e/evvbmA86WE47mE6GYFCcZ4s4eZjt2Dt0DE06i0UuaLvNdiWh+FwSpg7Zf9StpXBEhIHzXSX8zSF69TQaXfhOISAUCiKHAXn6oR1+wS1Oeen1uD8AWQ+5ATGKedGVkQQSxEhom9BwjayEIXm2BHypZIOXoPMm2YxivnP/PrlRNZKoyClNhxMrQ3A9o3WMDwWg1JQzOc4DjwB54TDlrHKdMU+oFCQh7wqpaDKE77yKYfXq/X4zwWx5z3veZjby1/+cshn/szP56F8DpikSShxKysreOghueY/b++rxEqBSoFKgUqBSoFKgS+gwG/91m+V/8z/ju/4DmxsbED++fYN3/ANDyslcffdd1+ZR/LKDj4p+7CMByJkR9h0Oi1/tx+ILg99/tNadpNdvptPYI/suDuYNgdzAn7m+SVd/o44uPNM6jx4Lg1J2R//8R+HmHyOq/gkO8Pm9XzXd30XpE0xgUzzNqSclJ/bwTK/+Zu/OY+GxM/zzstK3eKf+CN1Sn8kTkzyS2FJkzwSJzaPFz8k/8G0ef0SL/5LedH1X/yLfwEpO++XxEs98/xyLiZlpOz8WPJLOSkv6zuJl3ZFC4kXk3ouj5f0zc1NiX6YSX4pJyY6SAZp9w1veAOknMRLuxInaWLS5j/7Z/+s3AUq6VKH2Nx/Sb+8rMRJX66kj6TN80s49/Vyref+iQ/Xu8nn2Yuuv/zLv8y1HddM13uHHoH/+hHkqbJUCjxMAaUUlFIAn2KKM0msIBRI8wQ5AV6u8zJUFoEB0+MsQZRGSAn/iBkYZsIlhBgAXKhrZaBocgxWpmhaa1xuzIyCsAlK8ankdBYWrIpnDHhQEKLktKw0yS7wxRAi2LZNSFOH67plOdlF5doOHMZLnNxqW681ynRpW0GVdViENwuEMZJu2xZhiIOlpSUsLBDILSxAbkcVazTqaLeaMEZDPvcuIASKCTj9yRAxQV+/t4XtzQsENiO4jgW57dcoTZiZIyfoCPwQinDm6NpRGP70d4c4+eAp3PuZewlzpuUfGeXOPBTY3NpEt9uFFp2MpqcFtckwGOxiSgAVx1NMpruEfEPE6Yhgb8r4EdtKEYYhLPZ5aWkFShnk1C5XBQqOG0yOTKXQhG5aSwJTBbamBX0ziCYJUj/HpB9gskvr++hv9aHpv8c6mwRXhw8to15zAcUy9FWOjSkI7EKCsRFtSH8CGKsg6CJoswskhERxOqa/I9qYPoWoNywcOryIm246DKWzEq4JRK2x7m63hUOrKyg/I47/Ra0RUMlOyN72NgHeFGmUwdEOsihHGqTwxz40QbJlXHgux0jbUErDD5g3j8FTAtwpwJbrHMfhcEA9C4wJ6Wz2y3YMbFtDUxM5VgS4FudCnESQHXDT6YTpNmRHXEygOxgN2T8Lx4/fQji4TZgW4cyZ0xAYOyEYNhyzlZVlnsf0x4XRGgvdDk4cv4njWie0a+Dmo6tYXmgSXPoEvzXOOyAjfJXxHQx6BM0DbG9tY/PCNjZoshtxsbuMmwj76gR9CYGs0TbrrxGQsc7lFQRBCJm3iwtLUErDIfi2bYc6BByfFI5jwyVZdF0bNuGrjGFGQJcSviZ5hCjxkTKUnXsZQV5hMliehnHom1zfTEsJ9QrC4Zzp5TE1LTg/sixHRkhPkaHZX6UU573EpUj5HiE7KdOUx7Qoispdq/KHh8zXgmAwJ3yU8nKtlO8DrKhgnTnrlLolD6Awfyh18Xgedz2E8t4isO7R2lOe8hRYlnU9dLHysVKgUqBSoFKgUuCaVUD+7vjd3/1dHDlyBK961avwEz/xE6Wvn/70pyEA5NSpUzhFk2OJk8Sf/MmfxC/8wi/g8OHDkLJSh8RfyeQz/BqNBq60Y0x2G33/938/5rv5BMTMwc8nPvEJyJcrSZp8hMMf/uEf4m/+5m/49/0UAn4kXqBZrVa7UrOXxMmuNanrl37plyCfKSofCyE77aQOMYF+73znO8syf/zHfwwBJRIv5cpIvohf8qVL87af8YxnQP7GZdL+U/JMCTLnecQ/6bf069ChQ2U/JU3qkbyPtv/yd+J+YzwQEPszP/MzZb2/+qu/CgGOl+dhtkueki75JL/0UcrPvxhFYO3b3va2sj7xU/6JKrDsV37lV0owKvl/4zd+AxcuXLikTjmZ55c8YvM4CeXLpaScxMs8+p3f+R2JLk3afM1rXlN+iZSky7iUCXwRX3/xF3+x/BIuSROfxfcgCHCl+SH5r+arjIOMh9QjJnNSxoDN3BDPr/u6ryvn7ZcL4OMS9W85blXxL1sFlFIwxkCpvcUzZ5PcalsQ5AgMKI3wo4xTOQpaVqSETDEX8xnLgQ8py4KEe4AcHzQQrKAEAWmSEIwkJQQRMCK75mThH+3dRpswPS0X9xlkcS8AICcIEAggoCAmJBiOhwRaEYHbiL90xgj4XzFtDLqdBZ77GI0m/MXo06aY+lPmDcs2pbzYYDhEFEcEEvSJ4EFugyRnQJpm9CvFaDxFlMQlwIyyqAzdmodGu4WFxQ6WCXHkizOOHj2C224/gbW1Q3AITs6dPYvpZFx+RlqaZARvBQR0fuLjn8L58xf4H7Ndpk+RsK+f+tSnIG/cXULGOn9pK6UgfbcJnvq7u4Rk9XLXjuPaiJMQtqOxstpFXoSYTHeQ5SHzy/GYEMtnHyPkBC7NVgtZkRGuxZAdWE7NgTIKVs1ChpQDkdMnjlOhoXINuS03nKSw4CGLFWpOA816i8DSJ0AbY0IoFvKXeN11qG8LS+z/aLSLOJrAIggCQkTxEFnu4/z6Azh/4QFsbJ3EVu8U7TS2dk9hd3gWO/0zOMu0k6fvRX+4yTI+PvvZT6FBXZOI/SNwDTmOw0Efp0+exPq5c2x/QiQKdJrN8gs5drf7GPYGmHJ84jDG4uJS2Re5HXbIMV1fPw+b9UwJ5nbKHXUujh47St8yyK3FokuT+tQaNZ5PMBz3sbDcxcqhFdz+pNvxtK98WqmVzC+Zd7KLz2a/FxYXsLS0iE98/OMwWkMArtzeLH/0KKXgEKCNRmM8+MCD5RicO38Op06fLscvIGy897OfhNj9n/s0JpM+r46YQK6BtcPLaDY9FLyWjOb1wnkucyPwA84np9yFJ7/E77vvc4SSE9x66+04ceIE+3QMKwShE47LgNDxgZMPQRmNKc+nBI0cZPrkwPM8wm+PPmUICaXlNtyIYZrF4OBz/hdodRuwPIOCEDglvAuSAMPpAH40hTbMJqZZI+GeAD659vM8KzXNGAqIK+i3ov8CosSMsTg3bGjGzc11HPpSIySuQY6VUuw362ceKWNz3jvM41DveWhZNrVC+dBaw/Aal7CMqF4qBSoFKgUqBSoFKgUqBR6BAqf5N5lAKoEl8k25b3nLW8pSd911V/mtuZIudqU0+Xtd/jEstwWWhR7Fi/wNJ9kPfqmSALAPf/jDEo3bbrsNt9xyS3m8srKCBgGh/GNPQvlG778tmBEYJTvFxATulQ3x5dnPfna5E46HwIEXgZTyt61AIomWzyCUjxqS47kJNLySfxIn+SWflJd65l9Q8mj6L+UP2kGN5lrJWB3Mc/mx6C7+zPNL+OQnP7nMJmnz3XACNj/2sY+V6zFJnPspME40kriDJgD4j/7oj0rtRFM5ljjJ88xnPhNSTo7nYynHX8jEH9lF+oM/+INlvRLKuawRD/Z9XqfES51X81XAovgmdvfdd0vWG8oE8MnuWgF8ck3fUJ27rDP6svPqtFLgi1CgILgrIAt/EOZJGMUhwUBQAiaBTFmeQHY5Kc44WdxnpGI5WA58JfQrF/88zomS5BiqKFMLxiku5I2tYdFsx5oBCNeFR5MFv0NIYhPO2JYizAKMXXBBT7PEeM54i3ksbcEty7jQXP47loOFdhfHjskuqS4BQgM24wxhgE3QYLRhLgIK+ipEISeUmP0HTrEdh1AvLd/YBY6UwGQwRJSk8Op1DAlLNnrb2CAs6vV3MBgN0O/3aQMIhLnv3ntx7twZ+NMxjM6RpzEiuaU3DNFqtqhdzF/cJwiHliG/0FdWV8s3/xYhk3zpQZvhCmGh3M65s7PNeneZvkIgk/OXfJ2Ap4XV1WXITrksj5ES6tkuYLsaWZFgKrfApgmCwIdAS9FHWzkKnTI9hSLYA3XPOKwJXzJCvRyaMigkcYKQ/xkSeDcejuA5NQI+QGUGaVgwtNB02+g2llB3Wmg4TTTcBtZWDmOpu4jFbgc1z2J/BTD2oOwpknwHcbaJON9FYfkwbgynlsH2cv5HU2N5pUUtWmi3alhdXgIlw0JjAU7mousuIO6nsGOHYYI6GmjoFvIAJdyztQOf4CsIA9icB92FDuI04lwwqDdcLK0swiXMbHeakLRbTtwCbWmsb65zHAdQnEewMsSZT30IpW1gc3sDD556CB/kH1qnz57H8uohtBe6HOchavUa5I8T27Zw7OhRPIPwb3Njg2Oc4jDh2uc49u16Ezbn13nOAaOpaRJhZWUFR46ssa/LCHn9JFmKGiGmgO2AAC4gxLzvM/dCK4UaAdziwgK17GKZsPLQ8iHIF484lku46RNk+gSgddQ437c2L0AA8mAwQML5OaUWytjQtg0/jNDkfGu3O+h0umDVELC9ubWFMYFznqcwlobtWLAIojWvJWOrEnD6MocI/ApkMJwvLttyXAeinWFew7w5gXFOCJlzzs2u6xzg9Z6zjBh4fRdypReKbWsAmnOYsdnMwiAi2BxDrq+QvhZQUNpiPov5Cl6DGfuUMOS83YP7eZ6zRmbhsyhYQrEMjaeXPJVSl5xXJ5UClQKVApUCj60CVW2VAtezAgLM5G+Kr//6r4eY/E0hX5oxNzmXHVzzc4FiSZKUeSW/lL399tuvKoH83Tfl33c+/767aqZHkSCARsDR61//egiICvi3+qMoXmYVMCg7AaUvsotLdvSVCY/By+X+PVb9fgxc+4JVHNxJKNo8m6DzCxY6kEF0FD3ndnAX3oFsj+pQfBBf5nXKzsLFxcVHVYdkllt9D37uo3whjMTfqCbX5Y3aN+mXrKYkrKxS4BEpoJSCUhdtXkiVy+mcaWIFz1LkXNQX5eI+QU7AlCQxwxyWMQAX8/LFFhmYRqAEApSCcEnO0z0QkHPhLxAwYx0JIUJphDJZmkKARxLHSGkZwVjG9CyLkGZTyG6wHAHyIkLB+oEUAhbpHOMAi3DAsx1CqAK9zR2cOX2W3dCEhi6MNqh7dUKkNlr8T1irSTBFWNNqNSBwQxF0BFEE23HQarehtSYcaRLo1NHqdLC4tIIozeE1muguLePQ2mEcOnwIhw6toNtdYL813dCEMzUoABn7I3KkDMF+eoQjBYGE7Cbs9wewLBue66HNthYIc04QPK2xTtnZNR4NsbgMzMLKAAAQAElEQVS4gGXCrlqthiiOyl1Y8p+vKArLL09IWK/snLI9g6yIMZoQMA530Wo3sDvYYRkSMEWVsgS1hoXOQg119jdk+Zx+TKYCaIG0sJDminoqJGwnI4wKpkOE/gTyZQ6hHyGcpogmOca9CJNd1mfa0KnL4xAR08JRiG6jCzqCMJhSN4fjMUGU7WAwPclwneFZAr4BjBOj0bJgTFqOabNhw+YcSZOAdU2hkgLjzTF6p/o488l17DwwQD1uoZW1EW6zTB8Iegmm/SlGgzFiAklOOYRJiO3BNoJ4gvG0jyAaI+SxaGE7FmScz62fw4WtC/Aj5gmGmIQD+rWJWlujN9ws4/vjAfXIkSuFs+cvIKFWhnNip9fDAw88APlMvUajUYYFx9UxHHOmxwRrNWPBURoJ/+hquA7kswnbnGcpr49Go4abbj4Gj3Pw6JGbCWjXQFYFNlR+XqDsPIyotT+ZYkyYPOoPMOoP4Y+m1D8iXE1hKYN2o8X5DfiTEQLaZDopNYiiBJpzamnlEMe7DcersS2vnJsCzzICbLneNOe5R+Dp0j+L4Jzugr1Fzr7kvK4F0CldAJwR5USWI2qQEBj7BNQCJ2NelzmvvZklKDSJ3Z7JnMw4H+MsQMw5mhMgAwaaviuGgIaYQ19rjgfPdmEZh3EGUDaTeFzm1VAMtZaQSRwPPulWQRA9s1magjyUUlBqZnJ+rdi//Jf/Egftv/23/4YPfvCDl8QdTP98x1cq++pXv/pa6eqV/KjiKgUqBSoFKgUqBa55BWSHnny+7dz+7M/+DLLzan4uO7oErD3Sjsx3s/3e7/3eJUXk73iJ+MxnPiNBaXL76nyHWxlxlRcp+1/+y3+BbAwo+HfZ6urqfk6BaXK76n7EgYNTp04dOLt4KLfqXjy78pFASrmdVuqXHLKTbzKZyOHD7KB/kn9KuDnfkSjnUs/f/bt/tyz3xfS/LMiXBx98EPOdevPwlltuYcrVn+Kb+DPPL/5cSS9Jl/pl7SW1zf2U/DJOEnfQjh8/jre+9a2Q9IPxj/R4i/9wv7ys+CptCdh7JPU8Ul/lVmPZqfpI6rye8vz5n/95edv5y172snJNfT35/mh91Y+2QJW/UmCugFIXF8lcRgMKswdDYwyM1tCGphURAEGAEsuZp2C8BDmyPC3TtFEwzMsquSjPCBFyHHwYy4KYxfASsy3Ytl2axKN0gg4w1NpgbnleEBKlSPkftYRwUCzdCwcEJFmal/DDJ3yRN/YpYYjP/6TFUYwszegjUKvXCb7EamxP6gYstt8h1BMfGo06BKJ4BG3yGWYO/RIAOR4Psb29Cfm2V4Ey8o23CeFYGPqEayEsS7Feh7CrhjxPyroFCNms22Ydcuuo/KKUnX/yYb1yq/HS4hK00ogIGuU/c9L3lP2RWyoln4BTTf3BR6fThtyWnGYpBAqmhKDbOxuY+kP0B1sIwhFGoz77n6Ne6xBsdkqflI6hrZB4dIBhsA4/3YWfDAm3fEAZGKvGfPQ5U5hMQgwHPoJpBqQ2XNPEaNfHhHHRNEbiZ8hjhekwQBwkiPyYY5HBL3dmMd94yjqmjEtLWDgaDODzF37GPuVZDt8PIP2ru2wvTlmPj52NHoQz5WkOh7A2JugVQCVjJrdCSJ8nkzHnUwpjFMMM03CC8WSAmJBQmRyWrdDb3UJKOEw5IV9UMmJ6ROiUqRhJHmASDYmoIvQIBfvjXaQqRWuhie5yG5ZrALuA7bmoNdrwak0sE5wtcnwahHvgvDtz8iQso7HNX84WGxG77ZbjOM0/PHpbm9jaWMf5s6cx6G1j0O/h/vvvhcyXiIC1yTknu0tXl1bRaXTRri3CFDW0PMLi+mG4qoW63UbDacPVXqlHSL3H/QlBX4Yax2Glu4an3vZ0OKaGOOQ4pAV62ztICPrGozFCzqGbbr4J8shJEmucvzbnXsb5khLQiR9iGQFwQcRnCPssY5hdQfKnSUo9k9JyQjqjNYw2MEZDawNtGBrD6yhFQvgnJnVL2dIy+sQ/QBWvWZnHSilADGCgID85dcz28uX0MSeELMMiL32QC1Qp5lTgo3xhOHsqden5LPbaepU/guW/uPLFGGI//dM/jf/wH/4D5PjR2uVlv+d7vueKnwFzbSlQeVMpUClQKVApUClw/Skgv7//n//n/8F73/teyGM0GknwiO2Vr3xl+XEscjvk3GQ31r/+1/+6BELzOIF1AgOvVrGsD+Tz8CS/QEbZiSW3e8ptuvIPQYmXL2eQzwK8vA6Bhr/1W79Vfi6ZpMnfr1KHlBE4KOcSfzUTv+SOlXkZAVni78H8siPwSv5J3QL0pC0pL/VIfY+2/wfbkmOBrgJapV7pv3yDsQAxSbuaSbrkk/xS7qBeL3rRi8rPWZR4qVfql3r+1b/6V5BdeRIvWjf5z3qJP2jSr7/zd/4OJJR8ooPocTDP1Y4FSMock7Kyw26eT3yVvxPnbUu9Mpfm6VcKr+brC1/4QvzBH/xBeXuv9Fl8vVL56zXuywnsyRhpeblhrOrIl1wBTXBXNkpuJ6FSs4W01lzQiylNsGFgynwEdlzEFwQE4GpcE7hIdoEG5S2pcYS8yCDxhmk48BDII5YSOCQC6OIECS0imAhlpxBNjiHbs/YsJxCYm0AD13Hheh4814VAMFdCmk0wZNs2wVYDK8srMMaC3L4IOhcRGE38CcHcbgmdJuMR4dCIIGpMmBGBXQQILS1bo9Hw0GzV4RMKFoQOruuUoM517RLeiQYC7RzHoNlsoNtpwWgw/xjlLY5pCNnBlyQhXM9mnjp2trfR7XZw7OgRgq9EZMOpU6cI44ZMb0Ai6oQxKTWR/rf4S0XAFkkWUsIQ+aUp/10SgCN/cEj9rqsxGG4TrEa0kP2YljYZB0jinL7W0WrXGTfBYHQByvLRWjZQbkzQNUBMOJijgNyuC0Vok7EP05D6+Aj9FEVmwTUNyE6+eJoCiUY8SZEQ/A12xvBHIVSuoWFzbriU2UBBzOLYeFAyRwj08owVc15ppehXjCRM4WgHmmWDUYBoGoHTBeC0kjxyq7Af+EiSGHIsYc1z0KjXGBchzWPY1F60brRrLJaWYK9ed7F6aAnDEcd4MsQOId7OYBPyJRGHb1pBd6mJcdDH7mgHsIBGp47WYhN0H4eOruLWJ99G8NfHrbffjq/+mq/FbbfdLvIT2J3DztY2jq6t4dzp06g5LsA+WeztDqHeIqHws57+dDz3Wc/C6mIXjmE/wwBRMCWE8zEZDSDjHwUhZOeaY2rsu4twDJi8gbqziE59hYCvAZUaKmjDI3Bt1tpYaC3j0OIaFlurBIFLmPQD9HdGhK8R81mIwgg257lFE1gn/6mT+aE5oSUUUCowja5yDltwHJvaOexXDgF+Q3+EMA6RE7S5rldeO/VaAw6vJ20MtNHQ2jBvQktLU1pBc76IGbYr16SYsUQRsO4CSs3KYe8REoIHcUDZUsZIuoKmj8YYzMyC1KGUwtUekl8pVdZ/tTxPdLxt25D/7D7pSU/CY20333zzE929qv1KgUqBSoFKgUqBG1YB+f0tn+clHVTq6n+PSPqVTKCM7MCam4CcOv+5e/BLDuQfgFJWgJ3kl/SD5895znPKnUnzOub5BZTJ7juJf9vb3gb5JlWJE5NvzpU65FjyiMmx1C/5xV760pfiH/7Df4jL25VyB03ak/xi4rfUIT5KvPRH6pX6JV1M4uflBahJnNg8XspKPRInNo+/3I/y/JWvhOSX/kg7EifH8/LSrsRLe1KP+CN55j5KmuSXdDmW/NLm5XrN46VeyS91iEk+yS/poq/UL3UdNGlX8ohJPmlHTOqZ57v8XOKlX9KelJM6xOb1H2xb0qU/EiehlJPyB8/l+Eq+HoyXdBlz8UXKX+8mn3kpesuOvW63e7135xH5rx9RripTpcAVFCgIYZSSRXNeLpzlvDRCNdAKGhOQ54Q0quBinNONIZfxjM5ZYwHHkcW54YKdYINQK+ZiXkCfADspNzelFJQS0yx38ckYAgMCAaWhuOgHNHhQWpYVhAIzC3xCE4K66XRa3roqAEPaGAwGkC9kGI/GmIzHCAPCD2PTV7sETS5hhWu7JQzM8pT1ouxPmiaEWUNCvx32QeMrnvZkxIRz586eQp7GkC+U2LxwHpsb5zEe7iIjcPJcC91uG65rIyEYkc9CmxAmybEmLBsT5mRZTBASEcKMMRz04doWtjc2sbm+ga982tPx9Kd9JY4QFq1fWIdsx263O3AFGhEmegQwF9bP4+iRI3Bch/67pWb1RgOtVoswsAnbMfRzgmbLwXjaQ64iZAiRZiHHJEMUxYgJWV3PYGm5hXbHheVmyJQPpw7ATjCNRxj5faTlbZUhpv6YeikmEr5Q/8nIp7875c69cJJhOiBIggckBg2rBZXbHCIHxnLRqLehCgObx57jwVKG+mUleGp4NVhQcBi30l1Cu9ZGERXQBFnd5gLajQ5kB2DohxCg2tvdpa4JZA6FUYAxQez58+ewtb0J22a9HD+fvmoLnAMjREmAVreJ1cMriDgesqsvVylSxBgFA5zfPI2t/jqGBHthFmAcDXHzbTcR8vVw+twpAr1d9IZ96hlDvoCj19tBreZCQtllKFCpSe0//MEPoUv9lYA9BVg0uSX31IP3433v/hN8/K8/jHg6wZNvvxXLix2CuSY8+rvQaVLDHUw4R7fXN1GzG1juHkartgQLdcgOvprdwlJ3lTC1BgF7nl2nzhpjwrze5hiD7QBb54cIxjlaHjWrd2EpG91mB6tLy7AIySaTKe6793NwOdcTQmJjNCzLcOzb0Lyucl7HfCIncNW8xtI0oy8ubEI5oOCcCRESSooJNJT5E/NaiznnHdbpcH46jlPWpZSCUorXUI40TfdNdppm1CclvBc/XJaxLBu2FrNK32Y7Cm3IQ3wCFORRvufwvagMxVH6pJSCUgriL/iYhzy85p/ygci9HucYgbDcmnuKMF9248qxpIlO807Irl75UGd5L5DbWiSP/CEjt5HIHzNyXczzVmGlQKVApcCXswJV3ysF/rYKCFgRcDK3OdD729Zbla8UqBR4fBQ4duwYZBdot9t9fBq4BmvV16BPlUvXiQKymFbqylNI0kiLUHCxnRB2pbSCAErAAWkOe1hwCZ5zkU/whxyK0E8AgEtAZREaaK2Y5+JTFuel7S3Yy2OtIaFSiuVVCQ80QZCCgVjNrWNuLkFRuWOPsEHggWPbcNiWYzsEgDlsi9CgAIIgJNiwWa8hHJoSWkRMz6CUKgGDS2jmEFQI1KjVPRiSmnPnz+KTn/gY5JbKdqtJkBfBI0RbWujg6NphNBt15ISBQ4Kg/u428xF8jfrse0IYFWJI+Le5tQ7b1nBsQqgsQUrIp3VBP4BWs0G46OLTn/o0Pvvpz1JT4NixoxBgJ9++KjDFENJoapYTpA4JBT25TZT+jcZD+m2zvgSbWxvwwwmMVWA02YU2GeQz58SmwQBhNCWoCQpaFwAAEABJREFUG2G7t4nhaIBGu4HDRw5D06dpNIGfTOHULbgN6utkhHs+omSMDCGyIirLx/L5aUUGgTtZXBC+pZDdfNNRBJZEkWgUmUacZOw7jaExDoyemed6aPC/lY7F8RA4m6SIggDBxEc4ChBOQk4fjf7OgPXGmBIkZoROYjnhkPQffAickrGKyl1fMaBzdBfbWF1bQcg442g0mjV4NQfbu1sEnUNMpiPCuh3kKkGU+oCVYXPnAnqDLRy/7RgWljt46PQDmIZTaI7v2rHD6BDG1eo13HzLTbiNcE6g626/xzEdYmPjQrnz7tjaEeRxRhjZgGs5SKKIwHcIqojDq8vUI2X/Fe777Kdx5tRD7NcY3VYDXY57jXO0VWui6TVZR47ITwj4VnF45QhWFlcJA5fBaQLPtsv6bG14XEOTIPTw8jEsLxzBUvswljuHUbebcJUHzxJzMervIo1CxFECpQGPWsh1mHP8ZIdnTOCZEbYJ8Ct4HRtjcY7a0HvzDLyC5VixrByLaR7L9Vsa8xd5zvk6s5R1pQSsYjnfCzhM+89iD87lzC9tKqVg9ua0pMWEzr4AemonecCHxO8bfWEUeKHi8odS6vKoa/b8T//0T/Ga17wGAvHuvvtuyK05Ozs7uOeee/B7v/d7OHv2bPl+JB3wfR+ve93rIP/RlX9SyId6v/3tb8cHPvAByC0jf/VXfwWpTzSS/JU9IgWqTJUClQKVApUClQJXVODEiRP4uZ/7uX27YqYqslKgUuCaUkA2B1xTDj3OznAp9ji3UFV/wyqglOJaWl29f3vpWlb8zCaLdjGyAZDQkAXkXKimM8szFIQKYL4yO0MceAgsKi1JCMUyWj4zQoJ8bjkYp1DkM8sZzq0gnMj3TdrN2O7MbNuFIqGwCJQEKFiEEjWvjnq9QZjhQGsDYQcCOcTkFtgkiSE7lYCc7aUEdruo11xEBD9KZUybYjDolV9qMR6PEIQ+24tRq1loESrVPBsWYV6NQKVFiLa6sgQ/mBB6hRCwUhTp/nGeJwR0DuRzLzqdLnb7fdY9gKafck4uAlnoB4QfLuFlQpC4vb1RtuexHds1mPhjdBe7cNlehgT1pkMoF0PbQJqHSDKfeXYZBlCEfwkhzFRu3XRrWD28RrC1jIjQcTgdIGZe6BgwIXvvQ1tST8r6IhQqZVxKgBYSlEZIk4JAqw4Q6Ll2DXGQIUlycChKK3JWY6gFoZfob2sLdQI+zblT6hzHCAgxpuMJ0jBGGqcEtg0khGVxmEArC3kJ99g+4V7C+eEzfxwnyDinBOQlufiVUS9ANGcRWNTEqdmIU/pJqJkWCSSfIvC0HAWYHIZho+0SiI5w6vT9GAx3sLy6hOXVJeqxQCi4zXGdYpNa33//fXjggc9xHCaQz/mbTEaEZS463TbCaUjfqQUB1Wi3j06jRU2Y1mpjkQD42LEjqHHu5NQ3IwSfEMiOOHdGuz3EfggOEDxqZ2DgWS5yAk8QfBY0zcEPpxMoqi6386bsNw+ZkxCucFGkhm2j/MxDG2yz0UWboLBJ2O1PxqjXPDQFPhO8yWdDenUXOedbwdEU0MdhgNYa8sjznHMqZTpNrlU2pEgWJR9UBrGCAyrjIXlz6p9xTOamlYbZMy0V4+KjYF0F+MM2ZAwl2VgGim0rpWBZFhxCdTE5npUvWIEYAz6VUtQBoCRS0yzkiVKM3zNmu6afLq/fr/3ary19FN3m/RVNPM8rdVBKlelyG758boucHD16FC960Ys4j2pYXFyE7FD+x//4H+P8+fN8P0lRPSoFKgUqBSoFKgUqBb44BeTvjve9731QSj3MpMaf//mfL+PlWHb1SV4pI+eVfX4F5LbUG+UW0M/f0yq1UuBLo8Bs1falaevLq5Uvg97KAntuspLWUCht/ssPAA/hWA4c40IrA679aVyskyrZxgF/TdKYj4vwEgqkKbI0gyxsZYePWEZIYGyDmWkoi2azJA2GQEDnKEpjPSQ3StkQyzMijz1DbsGmD2KqsAkZXNi6Bks7EHghbSulACiMRxPI7amG0Ekri4tjAQiGZRxIeUvbAFh3mkMVCmEQsMwQQ9kJtXdbcRxHCKOQfS2QJRk0LLQaTWhVsL6Yi+8R2wjgEr7lhClpFsMYxX4TWGlgQLAjsDAn8DFGIwpDpuUwBJCrq0cJZVbgT2I4jgfQFwGRdAWD0QBREmJhaYFQyicXSjEDAw7a7SYygj/xLWFoiY70JySQnPqTcidbFAfoD/rQ7HtAEDeW22qnHC/TRbezBstuEfIpymkjY/kgjwEHiIsAmQqg7YjhGLB9KDsAjI9c+8SJU5bzUZiUGCeF+BoTxAXUKI4iapIg4vFkOqS/IZTKMZ4M4AcjGI5zRn2m0zH61KXX20KWp6wnh+VYBHQxweSEcC5hGyFg5QjTCeJ8AsvLCTI5hjze3DlD3wIcObbEOIPRdAfTaFDGTaM+rBqgXdDHALVmTu3GlDaG42g0m3X23ZTtZASvOWFYRv/pCBq1GoLpFIPeLsHeBIcPH0JK+JvRxsMhFpe6MARVBQDbdTAg7N0d7OKz934W2zvbnBPAaDjAwkKX7TQhcEZ25TXcBtr1NmpOHTZ/PDrnGJvjPkF/uI313hmcn2ygV4wxpO5TN8V2MsCA8FUJpNOGvrewvHgMa6vHsNRdgq0tjAZDxJxPjtEQGB3KZ/yVu/QS+JwHNq81qgCZJ7lcsAocD4WC12jK6xN8yKVSME0MHAlAekdTe8Y8gBTUDMzMwOM9U8pA0xcxQz+Mzlh/xFoSQI6Rgi3CMJ+C4bGG/ChSYc125ToSH5RS4HPWPBTkUbAWeUpkQZ+NMVBqlibp17L9vb/39zD/D+MP/MAP4Bu+4RvKnXgC/L7v+74PctvtXXfdhZ/8yZ/EmTNn8PSnP32/O/LtbaPRCLfffjts2y4tI1wVDfYzVQeVApUClQKVApUClQKPSoFf+IVf2N+td3Dn3uc7/o//8T8+qjaqzDeIAlU3KgWeYAX0E9x+1fx1rICC4oKbr7KeB3h20WRBedHAh4JRFvPPAB9IdwwX97bFRSjhn03TSsl6nCbL84uVFgQGAqP2jcArIewRy1FAEQ6Iac3y4gXrBs2w7rlpxbaVDUPTBG1GObCMA6Us5FmBlIvgJElhjAWAWCEHNNM8r4FGow2jbTi2B+S6PG43Oui0O6h5dbiOA49Wr3tYWVkipMigFFBnmtEas1tN20jiBOvr5wnYYniei9VDy0jSGDlhkdzKOZ4MIV/qUBQZLMsADBNCQoFEKWGcLNyXllkmKaC1h1ZrEbLrcDKeQrGdI0ePQG4RdT0HDzz4gHQD9XqNIGiXbWQAIczi0iI6nS5c1y3hY0awGBNIup6FXn8LU8K0VLQlxGm2utTF4Nz6DjY2huyXjRO3PgnLhw4j5hj4BIEJIUyiUkR5BLmdNUPImIAyhcgNj5WPpJggSEaYhANCtykSAkHF7tmugVez2VdQW82+KESxT78mBEs+0jREQf/CYIwgnECAHnSOrEigOUwx0+Vz8xwC0gwZYd0QU+azXY16y4GyMgK6EIPxDjjUWFzpUKcUw+ku8w2hTIYonWKnv4lCpwiTKbyGA8srqMU6y/qYjPuQoeh0WlAokBMqDgk/U2p24pZb0CTYGw8GCP0pXMeCx3kwItCzOCfluFmvoUcgeeymmzhmGuPxmP1KIZ+LpmSOMH3jwgX0dnao8SaSKGGbU7ApgreEbWq0Gi3YnJeB7xMiTjCZ9tEbbCCirqkdw3QtbAXb8E2I5qE2OocX0PeHGAf0yauX85c8DNub2+gTQEZhQEA4Rs55Jzv3CoLKgnMtyzOIT7ZtwbINDPsg51rr0ncJQVgmcWJAzlOBcjkgDu+ZpM1M4eKPZh51MZukMJNSjGM9Sc6x5syRMIynENCbUWulFAE6yxYsTrBHp1lHzriCNWBmqmDLBeQhrwV9zGkSiinFOmiSfj2Z7L4TSwiR+/0+tS5gWRa+9Vu/Ff/u3/07PO1pT7ukO+9+97shEFA+GDkiMJfbcpeWlsoyl2SsTioFKgUqBSoFnlAFqsavLwXkd6vsyHs09jVf8zXXVycrbysFKgVuCAW4aroh+lF14glQQGkFba48hWTHSCbAgNAsIygquDDXhASyOJVQzuXWPRDCoVyRg4t2xZeZaaUJF8zMtIFS6oBh/xjlY1aBLPFBUIC9WwRB4DM3bQwhjcuFrkuI5MHzanBdD67jQbN+QEMrwzQblm0DPFY023LRJMizjAcUBnJLqVIWF9q6PB70h4Q1GZlDAemPwATZedVsNtHtdtHtLKDV7BDo5Qj8gPBvBUePHEW73UYQhCybolFvoNFoQD6vzyOYC8Mp6C5NwZAsjcZDWFzU30RANJ34BBuKMClAzAX8ubPnyzq3t7bxuc/dj2azBfkCDZtwJgx99Ae7OHRolRIX2CFkigkTtdFwCaWarTaarRYcgsaUEC1OR0iyMWASRImPB07ej62dLZYVPxz4YYQJIdbK6gJuvf1mdBcbLGsI2zLY9LvWbCBJc4K/DHIL7zQZY2YjTKMR/HiMqRgh33jaw25/A5ubZwm/CLf6tN0Nwq9dAs4eer0NjAY7GI924ROw5VnEOsbICBJTxIgJg8bhEEE2RX+yS2AYorXQAAj0LmyfwzrrHU0GjE9QbzfgtWoICCP7oz62tjaxtb3FvkywuLgA2REIzfEjAdvpbePc+XMQoKwUqGUNMUHeyVMPcc64mBDcGYCwzWB74wI0j5e6C7iFY9MkqIvjkHEFPNeB7LYUKCMaDzmGI4I9xWumwbF+6lO/As9+9rMgOwIdx0JdxqPeZFmDVq0DFBqK10tGSCU7QBPC3ZRQVD4bUdsJtdglLO1hc+c0xv42+qMLJfA7dfYBxp3H8moXrW69jBsSbqZFhFa7Xu7ONJaCsRVYPedwBPacc00TcqeIorA06Ydcw3SkfGL+UDxQBTgJMUvgMWvYP5Z0pjyqp1KwNIEi57pruzy26ZumGSj+XLEu8YHtFqXNcijF3LTZ2cVXYwzr0hcjrvGjZz3rWTh27BhOnTrFa/pz+OZv/mbEcQz54gy5DffQoUNYWFgo36tqnDff8R3fAYdQ+dZbb4V8g5q8t7z4xS/m+0uAr//6r7+u+n6ND82X2r2qvUqBSoFKgUqBSoFKgUqBSoFKgUeswPWz4nnEXaoyfqkUUIqLaVl8MySDKJstl/p8KfYiJJRdNHmel8twpRSMNuWCU+LTNCPgyksj/yM0U3tGXMA6pHzBklrrsszlIXNBIIRYnmfYB3sEfCmB0NwSApowDCDfkBvHEdtLCaISZCwjdVoEAIZmGRvGWFItF9RpaSBoybICkqaUhmEe23KYR3xlk4yT9mVn3UB2cYUhdoe7uED4s0GQNBgOEHFx3iJI81wX59fPE1qNCOh8ZOWunB5i+jYZjxAR7BVZAtvSSOlzzmPHtiAgb+PCBkFjE41Gk9Cww7ikPGP4Sf0AABAASURBVE/ihOCmhXq9DvnwfYGG5Q4/AqGcwCpg3bbjQEBAStCaZik4DNQtxYhtsiPUIQV0ju5SE340JBTziUlDjKa7qDUtZAhhEQhN/THh11mMpxPUG/SDcMxyLCSsU3bzJUXCvBkUAVKcR8h0goQwTsK4IDjKA+Q6YvsB2xxjPNkihNjluPR5Pil3y0XRGEE4QpxOIcfDcQ/94RaGkx5G/i7GwQCZihCmEySEVnbdQDkFdsfbiFjGclW5S6/WcrC00oXMgQsb57GxuQ4/kDZiTIMxYecmzq6fxpOechsGhH5+OGGfUzRbNdiORpyEzD9mGIDcCb3tDSwttJER4I36PSjOHQl3NjdwgUAwJ8g2FNYYjaXFRSwSwHQIcWUOD4cj6p3JZCnnQp/zZIPlZJeaAF2ZF7blwGgbFsMchG2Kxrk/oa9BPAGsFFERIGAfYRfITY4wC0p9m90GNKekU7dh1wyB5w5SHUK5KXYnGxzHAbUbYcr5lauM2oVICAuNY9hntmY0WyrgEkoadtaybMweCrlcmFCzH/aPTyYVn8eYdLWnYgJN6lCskY2iYP0yTwU8Z9RQ0nK+XwQB+8Y5LOcsBcmulALkAHzIIQMpz7cKiEHS6NosSUEphevtMYd7couufDPfM57xDDznOc+BALtnP/vZ0HwvnPepRrj37d/+7SXc+8Zv/EYI+JO05z3veZDbetfW1uS0skqBSoFKgUqBSoFKgUqBSoFKgUqBG1wBfYP3r+qeKPA4mVIKStOUYgsFF9czA1fstmXBIaSwGAo4YwZkAvIIgeRYKQWtNAxB2r5pC2bPlFIouMCfmyz25yYAYG45wQD2HzkKwqW55XlCMHHR0jQudyrleQo5ls9FSwkPcrYjVZAJMH9O99k2SUEcxYjCBHGc0lf6RuBRrzXg2C6hgWERxUW1R3NRr9cgfTUEI7Lgdi0PNvNr9sMYCwJ5ZEeNfNnD4sIims0mGvUGjNblLrBum+c1Fw3PQRIF8CdDwqMUDcaJn/IZaQkBYRTGBGEh6AA6nQ4sbbEdiz7ZoOOwbRsCmRJCPI8+yWe8ya19siPLEF5qo0sNZPeaIUC0bQsu23QJdRYIpLKCfbVyAr4BwmQEp5ZjsrczbEh4FkZTTAj2RuMJwVdMMKTQbLdwy4lbsHJ4FRkBYZTFgAUoAxhHI9cpjMfQygicYqSFT3A5hDERtAmZMeC4+QxDjssUYP5mx2O9LsvnSAkWx34fsqMwIdxSdjqDe8mkBH294SYGhJCSx/IUBOqJKfZjMNohTJsSHEYEhmOMJv3yPCcSSwh/o9jH+QtnCUdrZZ6C8ZrQzPWsMr/cDqxUjmbDhaI2O1sXUEj/OJf88ZCgL4LnWJjyeDwiQBsOEEyn7EfK+nK0OUYhYa/svDKWgYxh4PtluLu7g0F/m3ljamE4hxpYXFyG3AqecRqmnNsOx1+0LEwKZeeICUdTKpJT5zCNeJ5iQmBXGM5eai55pwSBYe5Tk21Cvg2OSUC9YtRbnKOe4XkOxbw2jyf+CFmRyXTiHFf0w0LGxhU0Cl4DMocl1JoQsEB5feRMZyLA65wvj/iplWI7ujS59pVSrKGAgD051zDICEznFWpeG7NjVQYKChLHYpCHnMux+CfGymZuMZ9STFWSC1Bq7wDX38MYs++09PHtb397+SUZv/3bv42Pf/zj+JVf+RUMBoP9PAcPDpY9GF8dVwpUClQKVApUClQKVApUCtzgClTd+7JUQH9Z9rrq9GOmgFJXXjjLInxuhnDLIuSTc1mgzsGcHGtShoOmeL5vXNyrPXskDhdc3Wd5TEAws7wgfNozpTMYq6ABmiCkICARg8pYKqXlBAMZwUZahtKu1gQaORAEEbQyUIQPjuNB06eC8cY4sAjwBIZkKSMAwsAQoCbtTruEbyeOn8Da2mGCmzrCKGJdAWFOht7OLsYEZHGcICJElJ1dQ4IhgY2uZ7NeTXg2wYjAiM5BbsvMCSEto7DAuhVBS5okOLx2iPWGJdSrExbmBEJQGoaa25ZTtrW0vARjNOIkgue5WCBcdF2Xbs4ufwUFFBrTSYjxyC99dQnjsnyMINrANNyAMj5qdSAMR/TLR0DIGMU5er0hLmxsYTAaw/E8HDl2Ew6tHQEFQ2epCa9pASZDYRJkiBClPkLCpyAZww8HUDqBJvQrdMy6h7BdBcdRPJ5gMOxxLCPqWEej5SJXzMu6HEKpMCEEJLwrWB4MBQYeOroMywWyIsLucAsC94ajXQQEkj4BmB9OqCsAlVKXgP2xMPUJ6LIQraZHDRX13mV/1tFut2C0Qk7YlGUJfH+CQ4eW4dqGkC9Du9XAMmGobRmCvRHzUptgSj220GTa9vYW67PZjwhaa1GYwHYKGQdQidXVFRxdW0Oz2YBhOz6BaRSEhH5JmVfGyWJbjmuj1WnCImxUtsLq2grPW3A4fjbNWBZBacoxa6DTXaBODVg22yOgjDOOUzzCcLqNEeHogGAzJhD0ah60MRBoLfNFYe+hFCz2JyUYLhgldUs7SikI5LNtG8ZYkPjSSeZ5NE9NHYzWMJr+sc79smysfC+QeFYsPhWc9EopKKX2s139gBVcPbGsQ6lHUs/nqeQaSDIcsyb/KfC5z30Of/3Xfw25TXc8HqPb7V4D3lUuVApUClQKVApcjwpUPlcKVApUClQK3DgK6BunK1VPnggFlFJchpMNsfH5ElvCOIkJD2gEUAK/AC7qjQ2LpggzctIxgXxJmhBcpfsmYGFmCQGMQJiZsfrLntIKTdH2PcgJdtJ9sxyDuRUEOvJh/WIp4U+OGDkSlkxZb0qgJ5Yhk91+RQZyBhr7Rj/jOCoBQRrHkG++zVMWKVi3cdkfh7DCgm07cF2PCcCUoKbZaJTH2zs72NzcxAX50oRer8y3w7jFxSV02h00Gy0cWj2MWq0Gx3ERhAH6/V2MxkNMJmMYwhbHdVjOgnxD6ObGOk6fepDQaEyfqR2BXafdhkPwIpCw3elAG4tQCvTZ4AhBW1T6D6ysLEO+3EFuF24QKskYyMjJxx6SWMElLDp8eA1jAoOd3haMndMy9IcbiJMRzq0/CD/qw5ZuEqqlWQBtAR59l7EcEvANCSy15WB59VC5k6+z0Eat4UETTMkOPgFOAubSLGYffPpYIIoDyMNiH0TrnPonhFASH0Y+ev1tbPc2qM24zJtxABTnUKfbYRvLWFzqAIS3k2CIzd46JsEAw/EAo8kIsotQPmcvINxThLrj6YB9CWAIegVULiw0KUGC8+un0Wg48FxDWBaXYyDgrUWdZCyHgz4+d9+9aDXq4KyAfGuvPx1hQb5og3Mwz1KO1whf/dVfhXPnzmBxcQF9llkWzTnujmMTGDZZd0SdLXz4Q/fgc/d+GpucF8PBAAvsS8ixl3pkl6V8yYZo4ftTbG5tICFg1AS7Pc4NuQXaI2ltc/60mhx7x+P8abD+NuTbd8+cP4PBoEeQPILlAG7NQlYkqDVcCHj0agybLTRZ1jIO0izbsxR5UVAfXreEzmlSTnRqGEGui5Q+pOxnTsjMbBwytWeaoZkZITEg55ebgdY2NK9/bSwoJSoWLEMT/Xgl5rwildGwCDWVBn3i9VakKFSOQn6YrwzBB4vxtXwqyVweHYgsz2cvSqnZwQ3wetttt+Huu+/G8ePHsb6+/rAv1bgBulh14dpUoPKqUqBSoFKgUqBSoFKgUqBS4BpXgEuoa9zDyr1rVoFyKU3IkhOA5VztH7S505oL6ywrkKYFcoZaG7iEWC6BleNYsLmQt23NUMMYQOtizxRDvW848LAsTQAwM8WFfy5AToxQSBOGzU0gyNwiuQUzDxDlPmGFjzD1ESQThMkYYcxQvujBHyEmaJrVmRJ0JHDkm1drDqFeBJ0DnnGgUl42mSYPMwRDhpBNs38CQlACFvlyBNmFFwQB/PIWzQzGsrC0sAijDBR/WBoh0wM/RBJlhD4ZBJA16i1CuFV0CelsAqE4CgFCj4wwLM0jAhobZDkEYz1MxrPbOoNgWu7cWllZJSxsU18PrluHz7rHYx/LyyuI0hjrBINsGvVmExP6ZTsOFIFRRoDieDbSLCSYOsX2AGMswrQYsiGx1WpTb4NCxQRnO/DqEp7F5u5nCNEuIEkCOK7NMEUSZ+xziK2NHvtVIE2BW47fhptuuhm33nYc5ZdwELpqZWF15TD8gOCIeuaZBUs3AUJTpTQsy4bMFb5A6T3QwzFuEErZdh1Hjt5CTR1sEZSeOnMKO7tbaHfr9DcigJwi5XwMo5S+1pFRvxQpx3lKSBYhSnz2hTGEk8PRDgRSejVDMLZO/5o4emQNKctmnLPD/hCB70NupV47fJjzI6aPBdrUcJXgbjwZAoSNGcFXh6Dv3NnTuOWWmxBFAQ4dWsWnPvkpjkmDmkwZ52NpsYPpqAeDKbSKUHddOJaFhBC81WpCoGbO+uqeA0WIJt+8K3rIZxxubG8D2mBKzWTn5LA/QZEbzpc13HbrkyCQuNNqYXV5CQ41tnldgddEQgCccf7LbcA7rGM4GGIy8TnnAMv2UCeINrymXM8lVJ6wbA1pnsPYNvwwhMd5GMRTxkVs3gDKAuUFnaEZKOWwLy608spQKcbBgoINo12aV1qWGV5HGqKr3Daeck7mnNMC3gUwZ+B84VxMOM4pYWTG+ZaqBJlOkRPeZhxJgZwzuFhArpfymOXEoYJOFXnBw4J+3ZjPo0ePosUx/pZv+RbIl24885nPvDE7WvWqUqBSoFKgUqBSoFKgUqBSoFKgUuBRKaAfVe4qc6XAAQVkMQ0u4XHwoWYnhnDIIrSwCQjkGFy9Z1x4J3FCMBUiI/XJuRiXxfncpKRSCkqJgeFFA2TBPrOM8CPLUogVBIvYe3BZj4xQImOcWLq/IymD1hoOfRGzbQsWYYaYYWgIuGYGGEtB8apQhIw5wUgUR4Q/KS2DwA/ZHae1gTEEHDm9oktGaxhj6EVRQpooDum7Qq1WQ5MQyCEc8QhxmLXc1aeVQhD4LAzUvFoJI2zbYX+KErqMxxOCoBhGG1i2hTAivGu49F9BqxQ5QU2NMK7R8JiuMB6PSrPZP4EmUAaD/giNehuuU8P6+gaMtrG0tFyqOBj0IZ8DB4WZXhwL35/CZlsWYWvEPkMp+pOxPylCAsYSepJuZnmMwXAHIHiRW2ozAjJtMuz0LqBHS5Ipy/iwqKNPKDadBDh9+gzOn7+AU6fOEUhGBGQ50jRjmMAjhLQsl/2ykeeqPC8YJoSEgGa+HGmWIyNoC4OUkCxGf3eEc2fXCQZDGOpuE2T5wRhnz51EnAYlvItinxBswjYIROseAZYLS2CXygjQQmz3NhEQwJGgYTIdQWtA6pHdc6JhxrnKTqLV7sDiWE84JvJ5iznj2+02xycqd2RORuMyvaCP4+EYRw4fIdjcxJRjsr25QbBXQ059FZV3bZvNZWjXazh6+BCOHV4jMNbIWTYl3As4Bi6BqwDuNInJ5VIYrWDG7VdoAAAQAElEQVQRWDucP3I9aTqqaHmes10DJjNfhg/+5Qfxsb/5KEajIaaTMetMoQDI/KkR2slcaXK+NBr1cs5Z2kJKjQUup/Qvy6kLfRA9WYztGsj1KcfaaOqjOA4pLUPG6wpl7WyB1zWgcYkR0M7OFePFGLD/EFM5T4o947GS4zKFcbNnwbi5SYrkEJPjuRVS1yw7PWEbfO6d3tCBzTn07//9v8eTnvQk/OAP/iBOnDhxQ/f3mu4cfw/hL34TGG9e025WzlUKVApUClQKVApUClQKPKEKVI1/yRSQVdmXrLGqoRtPAaWILWYr70s6J/ChILzjEw6BhUs4YVsWtDEQgCBFBPAJVBBYIDbLz2U7C82Oc4Kvmc0X9RIWBBtSv5jk22+YleaEFFKXmLQzN6XEz4t1pwQUYpJPfMi5UMvzhOAnLoFQznRFcjJjF4QbBBxyC3EQEU4RgmhN+EHQI+0bwhctwIUwMEljgruQ4CmAT7iVFzkEpEUsJzv16nWPIG4MAX8CWjJCSvFfKQUBfQvdRSwvraDT6UI0y+S25YT1+UO4nsFkMiBYmmJMiCM7scSm0ykGgwH9jmFZNtrtLjWvw7Y8TKchBJQ1Gi2Wi6GVLmGIQAIpJ0wkY1/r9Tr9DEq9U/bP4jhJ3+TWYI9wKIoDiBlCu4jgLGdfw3CKmDBv6u+it7vO9CHG423s9tahdUpfR5iBwQRKWZhOIqSJoQGyU20wHFEr6hmlPM8QhhHnhkM5DIpcE1AphEFMIDhFTBBV99plWduqlX1zHBc5x1vg3NQfIKIvjaYDpTOinxTT6RAh/fY8p/RlQojXaHoIwgn9KwgC2TbHq9FqICToU0qh4Hj1qeXyymoJskRPzbHudBdK/Sxj0z/F4whJFAPkU1mSQcNgeXEFk9EEDQJbh3Ni0NsmeEtQcG4VHEeL9W9fuIAzJ09h/dw6xsMJPLuGdrPNfDn7m1GnHIZwy7EtGJl/HJuYc6fI83JsXc9DrebCIqiU3Xme6yAhjDUasG1TWkGnNMtCASnbjQibY5rs4EvTiP7k0Ioes18Wx1lrjVk/JbQgD8N4mRcZ21VKQc4lr5gxzCO3384uDqAM2VgZpwGIKYZ7T/aHVJMn2cwIWEEfgYLnX/xTqQNtsCq+bbBGHvD1i6+1Klkp8AgV2HoIeNM/B37+GPDb/xh48O5HWLDKVilQKVApUClwJQWquEqBSoFKgUqBv50Csgr729VQlf6yVaDgaloTIhQEIkopKEXjwl4RHIALfiYTJBCixDHhTEzQkHI9X2AfFNg2jDYwBAliAhn2zSjoA4YSEHDhzpCvrAelFQRsAtDmJm1rpSEGxTx7VtCZnKBCbAYtMkgcc7B9TVMwloZlaAQztmNBdj3FAleyBMaxEaUpFNPZNSRZDMdjHscQMKUowDS+aupRI4CRZqX+iAAoIWAxrNthnYNBH81mDXmRImW92gBag+3ygH2ZjkbY2drCcDBAxnKObZAR3tjMFE4nBEBJmT8mtLLoy/LiEm49cUsJAnd3d9kPC0ppNFtt+EEIx/ZwTG5hVRbSNEe93oBmXV6tVo5JEATluc/QYh/b3Ta6Sx0Ip9GEsQJAZYdblESlzw3CyTD0CfEGSKlBlvuYBjsEjzkcLyey8WG51MJE2O1foG1iMh1gOBqUesuut5z9jAj0UBhYhoAuA+q1JlaWD8FoG0pZcN16GQKGY2nzvEGglsC2HQLBKaJ4wvMx5Es5BsMtCNxzHNDHCGnqA4jRbHs4fHgZ29sXCPSmsGyF/rCHVHS3NEerQJ+Q9NCRI5gEPmLGJ4SFzVYTKbVfWFwsNRIwa3Ouym22jUYDGxsbYGH0dnrw3BrytIClHXSaCxjujqBzhUl/wPMaVBai03DQqrsokhhHDq3h2OGjuP347aizjzJ/67U66o06ltiegirb9AmGZWw63Q467TY8zimLwG/KOSA7NcMwoAs59d0hWN3GQD5jj7A1IbzLOC5xEkBg9dxSxieExBEhZhj5CDmGEcOUcLNgnzUA21iwjOEYGIY2ZHefnLsE8wWvn/K64fUgodYWtLZpDJVFr2nKQNEM4x3bLX1WihUTBIsfWR6hNOpcMK4UUS4mZjn4lLbmJm2lHIuZ8TqjH5LGzpfzab+ctENT4A8bVerh4X7ea/xgMpngj//4jzEP//zP/xy/9mu/hl//9V/HBz/4QfziL/4i/ut//a/lt+VKV+666y78wi/8At7znvfgf/2v/1Ue/+7v/m45jyS9ssdJAf7e4yTkNC6Az74d+P3vBv7wHwDn/8/j1GBV7Z4CVVApUClQKVApUClQKVApUClwBQX0FeKqqEqBR6yAUorrGy5upITii5gssAmQlNJQNIdAxiaYkFwJF/ZhGCKMIsIZWexnXPBfwUqIkCLLHm5cTbGh2VOxHSNAYs9msbPXLGW9e1YCgVk0lFKwtIFNeGXbNmNz9mFmAn4SgiyxlG0ro2GYR9P/lBDEcmwoAjyBjTkBXUHL8oQLaelPiIQAJ+eiz2Ld9XoN8q2oy0vLkGPLNlhZWYRNIChwLs0itk0fCWNSljNaE3K5tBoM24jldlja4kIXCUHMsN+DRSilVEHYZZdtbRI0ye46jgIsaiDwiewMmqCm3mhRvwKTsY/d3hCuUyOUm+Cmm28mvErhOA5s28KAwHE6GfPcxnQ6JSibEhrtwnFtNDtNZAQxjWYdFvMGhEKyM8z3JzBGwVg5knTMMj1sbZ9hXQRpwS42Nk8R9AWwrJRt+djZXsdkOmT7g3LcQXrI0hwLwzw2QVAdDkFkSgCZZwUyhkYb+uzBIigq2Clpe2PzPE6deRC9/gaG423EyQheTWFxqcVxyTCZDAjyJvQpwJAg76GTn4Mh1Fs7uopaw8U0GMNreOgudst+La+sYExg5tXr9BfUTdMnTT8n6O/2ITDyyJGjEGB7/vw6BsMB2gSnqyurZXj+3DkCPm8G6gj5DEy5C8+1DaajPoJJH2sry2h6LsC5v372DKdOgZ2NLfR3dqH540/pa3/IOVhAxqQmsI/w1RiDEvLJ9UKLaEmSoCEgcGmB+TPIGIGe1xs1SChmOEcKxqVsL8tT9pO2F+bIkHG+ikHl7GtR1pNzboPELGX9BSF4mqRMU9Bac5wNjzXzSV4xQPEH9P1yU8qCpkmOgmMm7YsfOdukALhoOY/nTzU/mIUFgz2T68glXBRzHBcSijnl3LUh6XOT61mOtTYAWAefSl1WN+Ou9WfG975er4d5+NBDD5XzYG1tDf1+vxyThYUFnD59uuyKQP3bb7+9/KINmS9//+//fc79IT760Y+W6dXL31KBn3kScNePAIPzl1Zke4DMNSXR5Qtw9t3Ae38AGN8vkY/I7vnZ5+K5z71or3g/i73/FXjuD7wZ6zy8+LwHr3hY3MXUx+eIbe759uKffQVe/NxX4J7Hp6HHv9azb8aLS/3W8eYfeC5KnS9vdT/P5QlP4Ln49Ch1lzl1xf49gd2omq4UqBSoFKgUqBSoFHj8FdCPfxNVCzeqArJuFtvvHxfkCoqLe4WDD200F+E2ZEHuENQ4Do/tmRljSnhw5VAxbWYWgcXccPCxt5On2AsPJimloNTMDsaTYSBn/pxWEMRlhHgZ4UZGAJIzLAhGJL5gRkW4kXKxPRqPYWwL0IBFOAdVoAR0aQSbIKdWJ+AhIKp5NaQEigJhoiiGwLKIgE4+C02+fEEA1/b2BuFTxMV7jJRgT3Zbjccz8CV5pv6I6WG5bgQBzHQ6IpBJCbC68Hms2XYgn8/m2qU+An2m0zHTJlhfP1+2mWY5/XJQqzVgGZdAqE0YmGFhYQm93g4UBVlaXKAOzOcQyJiCQO4CUmrQWehiDr8mBF+yi1GgbE6tfLbrML/F8UjjCEkcAEXE2kKOb45G06YuY4xGm1AqIGjbRRD0ABUijkZlWr3msowGoMqfZqMJl+AmCCICJMYpDUXdtTFwXQcCbUqd8hBRMkGr64GcEtNwG6PJBUBF1DHEgDDPIsjrEEhK2Gi6GBCwRUkAP5ywbwna3Q7z5+x3BkMAK2NTcB7EcQyjdamdADy35nGc7dIPcB6MRiOWydnfpISTZ06fQZqmOHzoEOMC1DwP/iTE8uIyIt8nw0qx0KqjVbOxxTEZUPOdrQso0hgb58/CMgp1lomiBBnnS71Wh2G/syRj2QK2XCO0nKDNaA1DLcCHR0iotKK+Q2iGU0JZyzKcLzH9Cukv4HoOFOvPSvCclnOn0AVmn2OXISdoy5km5ZVi7ziuKfuScc5IOw7BmYS27cDmdWpZNq9fw9YPPlmQowdCWkgoVihoZeiXXY5jyn5lvLYK1i8GgkWoFJDbchXfLPCFH3Idlf8MINi8JOQ/B2TMJD0mGE/iBDHBZMLjjNfrwZqVUlBKHYy6po+VUkjYF+mHzLtut4s777yT11GAe++9F0tLSyUMEj0kj+QdDof44R/+4bKfjUaD13sDknZNd/R6cW7zAeDP/xvw728B/n8vBD722wDf97F8HPhPxG/f+krg+NcBt74A+OpXAP/wM0CLQFD6l07l9epGiPcy/DI+8pGP7Nurn8/sz381PvKWl+AID5/I5/ob34CTP/aO0re7XvVq3PWRV+OOJ9Khx6TtI3jJWz6CUufHpL7HuZKbXnKD6P4461RVXylQKVApUClQKfBIFLjB8+gbvH9V9x4TBWQh/nDjGhSlgWkEJBIo8IeRiu0qHoPHCSFXwsV4wcW+Iqwo0hwFQYJYTpiRJznEipT17Fkhu7cycIEqVjDMaVlpOdvKmVUs43HKA7GcoVIaas8EThhjQWsDpegNgYKigSawISN4kFtmlZIykk4zCjmBWooEBUPPdUrAVCCHNppxBWICuYzp0DlAaJIXdJR+FCgIWQgvoOhnwcV4WO60KVjWdW14nk3YNSV8sWAMeOzD9ydI4pAQxUCxPQEuFtsx9DchFJTPadM81gqY7dCjsNTQYX0x4Zoh2BEg2W13cOzIEXgEVkutFrLAh2a+OmFjo97E2uoxNGtLKFKHECqH6zUJ87bgEN50u20kSYRWqwHQ15TH9TphZbMG+WIRgZpTP2D/DUFRQYiUEOJYLJOxHxZ9d+BPpwiDAFLWIvirEeBJnXLrZ14kyLOQQGqL8GyHUGwKdpH5p0jYB+lHFAbMkzJesQ7mJ2TVSkFrTVVBXWPqNSTcGyGIetjunUEYj1CoBPXyc/Zyap5QTx9RnFJLU+pv2xrj8aAEWpZt0B/slnXFhECW0eWOynrdZZ98FIRPMpbNZgPD4QD1Wg1y+6rkLTi+AuAEnCRJipQAyXJsCPxcXF6C0qoEdmfPnIRtAUUeI/TH8GyDjAC0Xa/h8MoqFggXF7oL1M8gJwxzCTWN0iwrhVDqEXLcM9YvcCzndZJxHAXgyLwHH4HAQ4YSpximctsq4RZbRZamyJmf0fRJg4JCcTxgAEUzloLlcswIqHlZwKI+jmMRzNqw6bi0KSb12rKp2gAAEABJREFURGGMYBphMpoQzCb00aZZpUGgnhgUNMdIa4ZGQbFJcA4VBHo5r4uCBiqrGV8Q7OVImZrRGPK84DUkZQrmn1vOMnOTNEP/SyO41WxDzLAfhnPf8ELSzKSNgRyLafpSQFqlcdx4eF09ZY6trKzgda97HedfCPnyjHe84x34zGc+gyc/+cnljr3f//3fx80331z2Wb5B94UvfCGe9rSnweL1/5a3vAUXLlzAHXdc/xjmmhg4pQAxzmPc93+At/wg8JqjwB/9K6B/P/B/vwL44XcD/+htwFf/NFBbBXY+Arzv+4D7fx1f1EN2a/3sPZ+36PobX1xC3nLX3w9cvsuPRVnHK974Zrxib+fdcw/s/rrnZ1+BewgWy7JlO7PdbOU588uuL6n/O19/H+57/XditovwngM7Bx+eny1i/Y2vwJvf/2a8mHXMyoBxB/ws27os7oBfszpejBe/kdBUTsTEz7Lc52mT7c59n7crRaUP8/gX//d7Jaq0e372xXjz2fLwEv8O5qGXkB1+++UP+iRF9/2SExr1fvHDxuHKPov+bz44fmX/qO8lWkhZ8ZPx+/XyWLTds4s6HYx/BS759Efxcy//wTlAj/eeLPuzbz7QV2lzLwniw3P359l+e+zrK954z16Zg/nn5aqwUuD6V6DqQaVApUClwPWogL4ena58/lIqsL9MZqOXHmsueDQUGMzScoBnNAASqWaBY9vwHJfmwLUdOJZNs+AYC5Yy+2ZrCzbjxLTQiMJwda4uGngMQGsDxcW8mDamPC/jGI8yjwIY5nlB0FEgIyApDizylQYsy8AYDaN1mUfyZgQMaZEiJYziK2zXoNmoQ6mi3JklvY8IvkjNIMAqziIE4ZQL8IDQKyeYSRATsigogrwawVEDnuvCYf/pCdNCKAK8MPIJhUao1TzIji+BSJ5rE5poFPRBYJ1WQM1x0KizfaiyDwnrFlNKQT4XjtFsxyWrLNh2jN72DvzhENNBHyqOERG4pUkCshL6UKP2LXRaq1hcWEOt1kS90aRMUneKTruFZUIqsP2EsHE6HRFw9eHVPYwmYyiOS0hAm3OBGxOeWZbLOhrsU4rd3SHr0TQgzVPUWCbNEvjBFPLNr0pl0CaFZWeY+j1Mp7swhnqJlnRuPBoSxDEv+yxQKSYMDgQUElQJ5JI40VmxDm0lhHkajsc6rRRRMsV4OmDoY8h6xuMpSijlh3Cofa3uwq3ZGI0H9K9AksZs28JoOCi1S5IQPgFri2CzVnPQbHrU3MPSQhfTyQjT6QTb21sA+y3gJCGgbjSbaBKgapk7CrA4Tjn7MaFmjqMREOrJjkaXcyxieZ9+bW1cwHQ0JizzobWB0haHT8O2HLi8NozWiKmv70+RUJeY4wfm8DwPNudPk2122m0opTj3cvbBcE5kzJsgI2zUjKeLSAkFBfrlMt8lTgM552+BnD8Z8WXGbFl5LGMUE67K7sWMoFuuAbkutFYw9F1BczpoJHFWzqGC19PcwDRAQR5lM2xHxhpsIZedgZwHBTUxRkOx/ZzzSnyYGxgn4Lgg7MuYv2DeQvLQpP255YxPCNNL49jFaQSxhPOrYN6C/cxLmFmwHfojzohTjAdN0rXWEsPTogyvxRfxc9YPlGMrsO5Vr3oVXv7yl5fQ7t/+238L+Zbcb/u2b8PP//zP4+d+7ufwvOc9r+zKi170Ihw7dqw8/t7v/V685jWvwU/8xE+U59XLY6AA5xFKY13lFOJLOAQ+/N+A//83Am+m3fNK4IP/AXjvjwLv4Pn//gbg3P9mgS/wfP6r8ct4GeHJi/dh0xcoMUsmsPnOB16K/R1/P3Ivfupy+MScJ19/L+6c7wr8JeBlJURiAt6Fl737zln5V92Be372O3Hvj8x3D/4y8OOvwMkfugvv+LGn4Cmyc+8tl+4ivFL+e6RanMTryDNfK21Kmcv8lL6+4v334A2vP4FfljylXbob8Mg33gm86z3ESmWFuOfd78ILvvnKPu63+cBeX1jfL9/+OrxBbm0mgPqpd92JdzBOdHrt7Sdx36zKi6+fJ8+lffwIXvrAT106Rs9/KV7+wN37tymvv5dI7QXfdMluy0vrmOk68/ldBHCvnen/kXewnjew7jtw5wsZL76Lh2ffwzx34ptukpO53YFX7/XnIyx357veULZ/z8++DPil+fhRv3fu5Wf/XvzrT93X4CP/66l4w/4c2MsjwTvp+y/ulf9fd+LufzODxZf6f6kGJ1//BqAscxdecomPUmFllQKVApUClQKVApUCT4QCs1XPE9Fy1eZ1r4CsozVBQNkRWfzwQCkFpS6dVgIqZFdXGIQEYSGBUESQETOMIQtvqUNMqVlZKa+UYm1XfkrS1exgiRJycOGvlIJSaj9JQbHdmSmluG7LaUVpkma0LhfYtmURuAEZgQIPkaYBYc8QOcGCMcxJQDGDFIp9YZ+SmHXkPE4QEdQkBDSK+sQEKGIpYZUxhvCoTrDkQfouPk7lM9cI0BLZ0Zgr1g/CPx9JkkNgVUqgVPMaaLe6WOguYkqA1dvpo+bVkBHKTAmEoihAlhJ81WvUOCht/fx59Hu7BHsOJiwj4EaAYoNQz2KHFhYX4BIeaUOfWg3sbG/S/5SQbFDuxJPb/77ymc/E2rGjWFhehM28C4tLSNgmJQSXuIR1AbSx0O4slDDNGI2d3W3aJvxgSNQTIYgnqDUc5qnDchSgMwwnu4R0LgqCv4wgKCOUyliv4tTxCORyxiXUPSVAdV0LEmZFxPwxcrkNtwgRxmNYtkJG+NPutOES5ilF/Tjm2oAa22zPIgyKYWyLmk7KsWkTkiUcq4Rgr9Wso09/LUuxSznBZ4d+T9heTADYBwiXap6LCxvr6HTbqFNfBSCh1jLlTxw/AUMQ5gcTbG6eR0igKWMheeSbfkM/haUdThNNHGbBMi7HwkeaZFhdPQSXYDAMQ8it1QXbkj5IvQI4ZQ6NJ1OMh2OEfkBo6GNMQOgSBoZRCPnCBTo9m6sEgPV6HdK3dreDFmGtNgaK4wHOQc5wZIRhAvQiwtuYlucZxztHLtCOjSo6rTgAczMsL/PEsmxIHzXTNK8NzfooDFWQGVCwfIaMdYnlHLeMsC6nleMplUpO1l+ADZQGKMVjPlmaPmQ4+FBKlelKqbJvlkXdLjOj2Tf6Az6Yja9Xf4rPSqmrZ3jcU75wA+KjfJ7e58spkPfzpV8t7dSpU+h0OldLruK/oAIyd2h8Qqx84YHMKbHzfwl86BcJ+14D3PdGYOvDrJHpfJ1dJ+XBVV/ueJVAldcC/0Z2SL2ihDVXzbyXsH7qZAm89k6BE0+9BIjtx7/wTtwxP3n+nXgBIc4MLj0FL//n85R1nHyAxX9c2hd7GdHfSZw8Oy94efj587/gRy6CwHX6iXe+jPBS6n0uXkbodPLUCbz0x07iZc99LmSH4OW146aX4KW33433lO3fg7sfeDle+vx1fD4fBf7N6zlx+1NmhyfvBQ7ANoGGeymzdHm9ah5p7wW4U26Rlny0E7cDd7/3wI5CYrxvesFJ3F3CuHW8513And94hDnnT6njaro+5UDeI5C6pdQd//zlOPnu2QgJLDxxQEtJB5Hnxd2E34nXfU5ipZ2Dvt5BSCjxtMv6h5tO4MT+HGD6/PnkOy9CxJu+CXcSK77n7OX1cprdfkCDF760gnpz/aqwUqBSoFKgUqBS4BpRgEvpa8STyo3rU4G9NUxeLt6lCwVfCsKMMijXNjbhgEPwIuYREHm1GuaWEujsG+FXSmgilhPQsAZAFk9iuPgQQJGmMWaWEO7MLCdgkKxKKRZTkAWzgAGH4EOOsfeQXTJp2VYKadu2nXJ3lCyeDYEGCxM4FJCdW73eFmFbTPgyhWNrNBseosgvgYbUW695cBxCJGMR/DSwsrxKgGOjIDARqBlF9JPgSto3BBSAYps5wYxPABeTu9iEfS0sdw9hsbuMeq2JVrODRq2NbneJ8KeGOEwx7I8IdqasV5VxruXCsmz604TRmrWCPqUoCIgOHVqF3Nb3jGd8JRa4qB8OBmxvgiiMkJWg0MPW5hbLKPpcA+ViH3PILrV2q4ljR4/g0KFDhFwBPvihD2I8mWCrt4NJGGB3NCSUa0ITlmnLQqPVhMX+D+Qz6RQI8gKEhGZLK0swrkFArSbBiGVH8KMpbNdCksflcZj4gAHrI6Sk3/L5eNpoNKVOS7MveQmN5Fx2A7quDcMxsB1NX0fo93vs1wgR4Wng+6hxXmmCp8lkCMkzGu/S9wFs+hoQoI0Ixg6vHUZIEOq6DqgYNjbXWc6h5nWE4RQbhHhkddRqiiNHDhGwhgR5MQz9+uxnPo0LF85DfFxcXGS5GrTW2C2//CBFZ6GFTrdV6uk6HlBoaFho1jtYWVzj+K6g01rE2uFj1L2FwWBUwtGcc0X6kCQJfILanHO/2WxynB14BHlybHMO25aD1RXWwTFtN1tYImiV0HNdaA6iwPPhcMh6BxgwDAkABRBKvQVQ+qW0gpj4bYyB4zgQeCnHeZYTOialZbw+cs5b8SXndZXxWK4ZqUusQI655UVazr18DvaKGFmRMD1DyusZfFicq1oZHhnGA1Jfzmuf8sGyGa+YtPeUdr6QZSxb8D1nVkQKiwEHX8GHUrMYHnI+iQpy9MSZ6H6l1uUz9eR22rvvvhvvfve7HxP7kz/5E7z1rW/F7//+7+MFL3jBw5pV6qI2D0usIg4oIPOGxmc5eecpMv/ELjmXk8szStwXsiPl58C948dO4g1X2IH3hUr/7dNfcGAnncDGu74AuHnk+V+wv6NM6v0I7vqhIzjyQ3eVu9bufLdAv1dghrOw/7jjm0/MQNr778bJfUD3gkfpIx73hwDDEsZdcZedNP+CR+ezgLUH7qYeAgtPXAIXwcelO+negZc/mZHVs1KgUqBSoFKgUqBS4PpU4HHwWj8OdVZVftkooAgVDJRSKAgoZLEtBi545qEcCyiQ20PFkvLW0hhJPDPLWJibMRqaq/25GcIHow2M1jj4YHNsEzNjkjYKYkrABRR/MDNmFDiREFRkhBPikxj4MGx3ZgbMRmM5HmQEGXOwEMUhomCMJAkIYYZIs5BQ0qY5jGMaYZcAFdlV5RMujccTCEBq1OsEdnWCunoJaJRSrF+X/UShYBPS1L1mCXo8t0GJDCbjEP40LkFekWm4dgNJXMCfRKjZdXSaXdScOga7I2RpAaMtJFGC4XBMiKQgD0MgJp/LNx6PEBN47WxtY9Dro+Z6kM/ka9YbsAnkZBwU15/+ZIrezjb7GGBnawvHjh5DHEXwpxPCszE8gtibbroZ9WYDNx0/ju7SIgqSr0a3Q1jnlzZi3kkQwKm5cDwXmqDGOAY7gx7PqRPBjyaM6w/7aC92AEtBM73RbiDOEjTbTcK+FIUuoOh/QPAGgiMZL04ugjuC1SRGwDZ6uz2GPiFcWALABv2yCO600qDAjA8YZtBWjiAcMSqFw7aMUaxKsz8ugSeDchoAABAASURBVGAfg0EftmOz7hCHD68wX4HNrXVk9CcIJoRbEXZ2NrG7uw2v5iBnH6SORfY/5JgPhwNorXHb7U+iTj7HYMRwzPIxtne2YBFkhWFCGDthHDAaRKUlsWZag+OqEUU5x13zOIUxBi7HSCkFx3bgUsec89W1bTTqNcbZADTKuUwAOBlNMJ34LBvR13TPEijmsjmvLWPDZj0OoZ/F8WY0dXA4f1POixia7Uibcl3KDsE0SUEaBzpUmtQzz2OMLv2zWK9oZtFXrRWzcsyoS0EDx0upHGIA45FQn5zlFJSW1gvml3MbWluQa4AvkP8A5AIEqbtSzHsFgwLmppRinaY0pTXKOvgq6UopKHV1k2zXggmAvpIfchvut3zLt3AuDbHFa/GxsO3tbeqt8aM/+qN4/vOf/7BmG43Gw+KqiCsowHnFyQUooDTsPebxe6coz+VkL6MEcvoo7cTxg7u/rlz4yPETeNfeDq8yx+U7tMpIvhzcpUVQ9q6DO/mYPHsewYnb3/UooOIjz39E/Pz12S2es7YufZVdi7/8wivsEnz+nTjxrvfgze8+ubfD7cij9JHtnHgqDt7eC2r0sNtyr5pn1t5sVx7r4lN2Dt55yc48Ru7BuDe/9248fJfdrI5HB2uPoNwN+Mb34O7bD+y6ZFMPewpQLHfuzdq56Os6xNcy/+X9O0utrzQHPnf33k5JlpJ6ITv5Lq8XZb0P04BFqmelQKXA46tAVXulQKVApcAjVUBWSI80b5WvUuBhCig1X8EUl6TNYy+JfMxO2JbaMzCcW5EjTpN9u1pzRVGUoERgiZjsRJpbQUiplCIcseE6NsGKgksg5RAQRT6hymjIc8N4w4Uz8UKeEVxkBHcazEI4FhLchEgJFAXQSFhkBB8Fyt1xWXnMvIQcdBcKGs16CwudBdS8OjynxhjDNlyyDw1Luyhyi4Ut5KmGbeqoe21kSUHAE5S36DYI7ZRSZZu6BC85QVcIm5Cp2+2iznTpp0uAFIYhAVcPFqHYiBAQfMjtgFEcQ84HwyFkl5iiZ+J3p91mX214NQ8Li4s4ceIE5PPOUjrvEP4Zx8ahI2vIFQj0+sg1oAiEFCFgoTWZUcH8GbTjYDSdlse+3J5NiCiwKKV+dUKGnPVBHqxHjl3CQs2+aKPLfimt6ZEBCo3BYEygVfDcgm154HDyPIXcKgvkqBHI9fs7BHxTtFqEh5wTHHEIuF1Y6DB/Xo5djW2MOJ4p4VKepShDwqYo9jmGU+Yp0N/doVcZoHJI3a1WGx517LS75e5H2Z0p/Zj5mTAP6JNNfzL60SCca6PTWkK3s8L4GuKwgIxnkTsEfxqeV2O8C0tbcB2PWjs8NjBaQ+CcZhhxzDICOKM1XeC4T31kaU4D87Ec/anXGqVfhvWIHjLP8ox58ryc67KDL+WclLlf0EulAPHbJvxTSvEKklgm8KmorJY4VpTzeshZR1mOYV7GiRaSX0LWX2TUNi2tALUqbZZmtGKNoK85UkLpghNFawMZT7DVi1ZmK19yzom5FWx/PxsPSj/og2TcC+itorEmiVBKki4xLbrtxUj5vcMnJJBdmGJKXeqnx2tJANz3fd/34Qd+4AceM3vRi16EZz3rWZf0VfQQsCd2SUJ1cmUFZF6VxmSZ9pyHnG188kTiGV0+5VhM0iVkchn/eV4OfuGDfHGDfI7eI/oW1+e/Gu+4/Q37t7s+99efitf+0BWg4AuBu58ru+NoPw788qvuuKI3d7zqHbjzXd95sb4fuDqQkwoecX7x8wV34zvnPjz3xXjz2XsOfMnHc/EyXOn2zjtw5+2vw+seEMgkLQKPuM1Zdsjtva892Pa7gRfM0+bhTS/B1fJIe0/9deq25/sbbn8tHv7Zckfwkh8BXvf6Ew/bZSdNSB2PRlcpU+4GfP3rcOKbHz5Wd/zzl+Pk/Pbpf4P922/veJV8nt9z98bvp3Dv/NZk9u+uH7n3ov7ffS9eeqU58OQTuLe8LZz9/e67cecvzm6tFv+/sAbidWWVApUClQKVApUClQLXggL6WnCi8uF6VUBBKbXnvITF3vGVAkkTkzTJeyAseH65MZmxEEP5qiCli71jXOUh+efG1RdzFTOTSB7NnkQQGYHEnslitzSlIaFiG7K7rSDwUQQXaRzCcyxCNZdQLcZo2GeOHEoVBCcp4iRGzrosw/LUQ0BhQRCiCTYsgoyCgCKJYij20TZO6VZO8CJAJ5JvJPV9GGPBsRwINHIJecSQazh2jVYnLFKoeS2sLB5GQchXZBqWspHECQT+zHZsGcIiD/3+Ln1TNA3Dei0CHAE0ISFRFAUEf1MkSUSfU/ZlSOiSQm7tXF9fZztJuXOo1+tht7cDeYOQz0vc3eGxAvjE2pEjuPmWm1Fr1CC7+cbTMfwwwDTwkVKHQmtoYzDhebPThpb2Aez2+wSvKch3yvzD0RiT6QSyS88h/LNsG4ZQMKKeURwxbUxffYwnI8gOM+lLvdGETZ1Gown7kMF1a5C4PM/Q7c7AXc4x8wjupNx4MoSMU73u0YMcFuvv0KfxeMi6A2iOkdwKKzvyxgR9RZGzDyHrdKhPUpadsv0BNZV0lQNH146WYzkiCJ2MJ/THLvWr1WqQcRuPfcZ5tBoKgtk8N+UYehw/y7hw3QbzN2GUA2NsgPMiJ/gaDcclrA38gGMao7/bh4xDzDEGp3Hoh0jiDAG1YXchsCyKEmqTch6CfbGgOd4FfRSTvhmOg0X9wYfFNAG3ci7pZdlYyrJyKOag0RfsHcuckbERk3FNs7wcK/nsvoIO7RsrE/3FUoLUOI04zjPLeA2BD0PQbHPctDLUtaC/dJLxZXMMy6eiHzRDP+cmfdhzZ5aFLvISK6MoHAqBKIwrE/ly4JBns6dSF2OVung8S/3Svmqt0Wq1cPjwYaytrT0Btga55b5NaC++fGl7f722pug4jc/ZxNs7KAN5YbI8y7kl57TyWCI/v81vT5UvfChtDl4EysyP96u4A6+WL6nYO7+k7IH4veS94M4DX8Dwasxx0R2vuusyUEVI9ZbZbbOlH2+ZwR1pQ26jnVV2sP2r578cTkodZZ3lF0FIu6ynPN5r72H93GvtVUzf82MW88jalPbmPsjxftuvevW+fgf7f7U8wKXtXdRh5s3+64mn4ilX2g1XZri0jo/s9edg+5LtknMZe+oz7wOx5r7fAizvYlrZJ9b1EvbpDqmAI/vqefxH7sKrOb775QlYy/xl+sU5UBbbf3kqXvoW6l3mkTGaJ1zq/74G4uNVxm1esgorBSoFKgUqBSoFKgW+9ArI2v1L32rV4nWkABcqJeKRqXKpKaWglAbX9lBKgevWMlRKQylJU7L+JgaQhbzYbPEOMH6vziwrkBGEiZW7gpiFLKyEJ4b5NOvSikdc8CvtQCwvpM25Gba/d8yy2hTQJi8tzULMLc8TaA22RWBDoGOMgm0bGKMZryGPgsQkT1IUNJXmkOOMoW27zDcDJ7btEE5kmE6myNMUjUYdXS6UXU/yGPqnWJ8iBEmhWbfD/AL4bMtmbwCBHyWQAAiaLPpgQVGOyXiEqT/B7u5OeS63EiulYRmH+VwsdJfZzlJ57jl11NwmmoRFrnbRbrSoF5ClGYbDEbrdBcjuIMe1odlXfzqFALrBYACBWo5jIYkiwkIPAhmlffm8PYfgSwCN1rq8/RUkWfd+5lPYOncORm4HJfBL4wDr586AXUO97kIxT16kSJIQnmfDpQ7giAu002y7T6AnsDMKCbwcAw4jDAun1M6wvZj1tgjbHNeF7CSTW3u9mgfNNMd1mFdxzGIUKiUsHGE8HWLij1BveXA8i2A1QJKGsF0Lu4MeMoK9lBBqSkC2uLSEkCDM2BYsmuaYr6+fpc8F5Ef6GhCsptSi227BohAF/cnTGFEwwXC0C5dgrO7UcHjxENpuC2uLKwzrGGxuI5qGhL0pUgIyx3Jxy03H0ay3cfOx23Dz0SfDQgeetQjXbsC2HOScSxOOxWg8gB+MS43TJIPFNIdAV/J0Ol0sdhc5vh48ttustVlnB45dpzWglYeF+iGmteCYGiztQUMgb4E8U7wWFDrtDozWMMaAQ4Bmq4FazYPjuChI0+IoBRksjBZ9GScAkrC4yGfXkfC4OMqR8tqcX5NSTikLxrjsiwdOLJoC2IBcuwL8xKAAo7UEAAq4ngtDDdkw5Hohu4NlOC+VxbFShHyGoWZyvm+KmfaN9bO6sjkOD3KOb57nECuKomyDzQBMLM/LMGddRWmSTylVHqN6VAp8MQpw/shcLueZTLnygBXJcTkHeSzP/eMyQWIq+zJQ4J7//ror7rL7Muh61cVKgRtLgTf9S+BH28APq8oqDao58OU6B+Q9QN4LruN3N/3F+l6VqxQQBZTiL0GIydlVjIv1Ym7MMlv6cMHN44c/Z6kSL7WymBzSyjMuqxgS7gEydcUU0yQUk+Oc57M6dAkGFMGAQukm5g9Jv3gs8EnAgEUIYds24YUFx7IIZVxYNqEMaaPvhwhoAguMgDqlCUgKxLJzinBHAKcmtJBbNo2xYDsCMBQMQZbWAlo0FP0RcGXbFmSxOPXHiOOwNKULAouU7ZkyTGRnHSGGRcjlOvRBgBWB4nAwhC+3ZRIK1Qh/FlrdEkLaBDmLHYKhhYUS5Agk7PW2sbV9ofz8uPFogJQQTKBJkWeQehW9cF0HruuW+mQkPoncnjsasQ6X/SeAIejSyBEwbnd7iyArgtHAbAegD3YN3W4ba0cOlzuSxLecfi8vL6HRaEB2FUr9R44cwai/jRHrCQn6ut0OZtooTCYC0kaYTCcQGJiLmHQuikJCmRwptcgIZ5eWu/TLRpbHkM/GixIfYRIgJlj0wyme9vSv4JhkrNeCV6shYl9kl55la2QEkNL35ZUlarJZQs5cQBFNQOOYfjk2x80yaDWb0OzkIrW0jQ1XOVAJYBOCuXAw2h4Qp2ksEaItE6TWPY+AtYkTN5+AjEkwDjAd+iV8rXtNrCwvl3r77J/4bmwFj2Cy2apRew+yozIhVDTGQGBrwPENg5japbQccZgjiYE8tchbHSi2bgj5HKtOyNdEjdCx0WizDYdz14aAWhmXPE9hO4aaxEhYQZaxE6ItHtlDcQyUBhTnLRuFjEtOgCGWpAmh6sw0tZJrR0zyZZxfSunSF9E25zn4UASLqgDE+ArwGi5ogLwXMAGzR8q6r2hCHWdZZq+zimbH8soqlIRXMaU+X+pVClXRlQIv+RXAqYPTdGblAQCZT2LYe8hxOcXkhcYnrOZeYhXccAq8/xXlbbAvwy9jf5fcDdfJqkOVAl8mCshi/j1vAMLxl0mHv/huViUrBW5oBeQ9QN4L5D3hOu0ol27XqeeV20+4AkopKKVKP5SaheXJZS8FkVyhcjzcmMIFenEF2yMAl9X06E4FlsxNqav7p0lCJDUnxMsJpuamlILruLDtGTRJCSlkp2HBfAUBI0+REOylSY48V4RQhDA8VlDfJrqhAAAQAElEQVRlGUUoYrQmdNEEThoC7ASwBGEAP5giJtgryi8gSAGGWU5wZniUxRB4lmUh8vJbRwuGGQo2KIY8R0HYFwUBDNvyxxPk9EOzliSK0NvZRiZ1WQUhko1G04PlKKRZxKIpBCQ2m3WCH5vnrGsP2ERxhFarhUa9DptwMwx8JGFYgk4Zj4Dn/mQMo4DRoF/6EwuAI/yTXYeOY6PT6UBCYzSAAvVGHQL3BoMBas0O4VyNWphSk2azAflyipjtauoURTHB1JQ2QUqoaDsW2p0WaylK7eI4wGDYg0U4Vm94pUaaULRAxvwRwWAPyyszkGbbNhqEiwIM5dtxLUszTwxp0/PcMrRsU/oq5136rZVmn4rSbGNDbpt2LRcLzS6W2yu45fAtOLy4iiLOEPvUkv6Oej3+LTjC+tmzeM+f/AkEzHmEsRlhnea8dixFmLiObUJW+fbekL80ktSnYglkbGXXofgmvsi40AWOj4Zt1+A6TTh2E0bXYQrOQ0Mtee45LdRrHbSaiwzbsOhjwfmXEPgKoE0F4lETYwECEI0pEBOCpgSkhcogkFPGE7wmQU8uMYnbs5TzMCE4FZPjgnWWRiDK4YLm/BYreJ4TJIqBc0kJsGOYcY7G1CFnCHkoefnCJnNh35SGjEtpWubUw8sXbAsoyh927mEZpC6lHmHjDytdRXzZK/ANPwr8wkng614KaJtyFDOTeSfGs/Ipx2KciTIfAQOsfWuZ9IS8VLdOPr6yz293fdXsxtjHt7HHs/Y7Lt72+9g1U9VUKXB9KfAXb7q+/K28rRSoFHh8FbiO3xOuvFp6fOWqar9BFFCy8NYGSimu6bm45sKmICwoipznOdc3szDlwj8mKLiSZYQNGcvsG8FCJsY6MkIssZyh2WtHpJPF+kFT2PuhH5I+t0L82TOJU4QRSinCAoWDD6lL8qZZivLLIuhvSoviBEEQg0wNSlmQL7fQisSkmB1bxmVdHhRshjNTykBbNpTWgKIuDBLWlRCs5OynhNoCcvY7IbjLCExEl4jgrSCoShkXRD4yhoXOEYRTAq1tDEc7PB5D6wwWoZ1FYGNYt2EblraQEDRNRyPILaWadSasYzLeJTzbJnScIs8CNGoW6p4Nm75pKALBBDFBo0d4ubq8jJrnQeBQveahYKeNMQAXqiHzTKcjWARVAobkfDQeEhjFAAGWwDFDZ1gt6A4hWoo4jiGATcwh7FLUfmlpkbDRg+xujKKEcC6GIYGSNjMCKWMUBHLJbq+Y2k99nxA0gAAi+SILi7ratotarVYCwBWCPMexeO6W5aS8bevyWEBTmkYEaCnEb4FbjkudJI5jERMUpkmElPNyGk4gJkMr4zGdTKmRg3F/gnAUYrA1QDwOEQ58DC7sIhoGqGsHmR/AlvlFwJmxPrDeJPShGNqcw6pI4U+HKMfK0A87Z3s+xuMeBuMt+DE1zKcIkiEmYR9hPN2/7Vj0yVKDIjfQnF+Gc82xqZ1XQ539ty0DIOe4psgIQiNC2JQAz/f7jI/hh0NMg2E5b0acB6mA4jyG6CJQsSBMnhs4Xwox+pvT97kp6QPnpEBHzfkm2s5NczznVogfAvhoUIDMhYJe5Dy3tOG5gdaaMY/0qZhxZtpoGMuamTasXkEpxfTLnmyw4FhATJKYRylV5lVKSQyTmKk8ql6uDQWuIy9aK8D3/r/Av38A+OofBhTns+K8EsPeQ47FIPE28LxfBZon9hKroFKgUqBSoFLgmlWA/3i9Zn2rHKsUqBT40itwHb8n8C/UL71eVYs3hgKKixgtixzpDtfN5bq6fMmJhIo9ywFCKhAOPMwIDiRnToiwbyxVxjEsctbB+mTRrggTZs0UUEpdNIlUfBFjcPAp5eaW5zlKiETgkPH4YD5JE4jg2g7qbg1ya6VrubCMTXgCQpcEcZxCEbMABlrbBEYObLsGh2ZZXhk2m200my3CDIsQJ2O5iJDFZxgS1mXEJxmC2IdP8JYRrhhHQ9sKygKiNCRYjErIFPM4Z3pCEBWnAaAS0DU4noIhIFIEfJqa+vI5fQR6DgEZO0fAF6FIE2RxCEU4GEeEU+GohEnDwTY2N87iwvkz6Pd6hHohBOYtLyyR7WTYurCJhe4CUpZvNZtwCOQEzC0tLaFe97C8vAhDuNfb3caEoA+Er74/JjwcYH39PGzboo9yy2zK/LUS3MkttgLlZAzqtTra7Q6h3BRJmlI/GxxaHD16jHlDyA6/7kIXAgpb7SZkB97qoVWAY50DTG+yDReNRhOW7WBxcYnlc46FQkZ4GvhTgqwBNjbXIX5pzi3L1giDCQHtBP3+DiWKqcUAlqUhUK/giCwtL7B8Am0UZ1wGUNckSbHQZr+dBo6uHsWR5SNYWziE5dYi0mmChvHgch7kQYiCUE1Rs4yALyaItTiXxwMCNsLKjPBwMh4gIOBLOY6agK/dqWFhqYVOt4ZG24FTV3AbBrWGDW2BmCxFSsCmjQ2jnbLP0l+jZ3plBNDT6Rij0S4Ggx2GPWo6REhAKW3kRUS1OAcI8gL+YhoMdwj5RtQqvWicWwXnx8wYz/OcbWa0XADfnsn53FLOxTCaYmY+UgLFuRUcSMVWxQrOiyybjYttObBsC0opQsUcFJi5vvCzYH1zy7KMbVETzpmMwBnSiNh+NQWrFWNEMWuCQZmNMVBKlSbHlVUK/K0V6BwF/vF/B17+SeBp38PqFG3vyXnLyQisPR/4B38F3PrivYQqqBSoFKgUqBSoFKgUqBSoFKgU+P/Y+xdoy676vBf8/mvtvc+7HkJIoiQZFWBJBj/ALjC2bAUUnJRIhhxi545uJNPJ6LjjlkdbDDp2XmrGDa2kY5wwJMaILiNOJ+NigTPSbRMrNpJtDBhbtrELA34hKTgCSwjQo1SP89qvte73m+usU7tOnVMvVale8+j8z5xrzv9rfnOuLc1Pc+119hEozn6IHOFiRSAiBCmmDT9sruU9T50k0n6nDm/AN5VKR/dxbSJAycsGzy/yckuXdDhZj6fT6SRCIpWl6yYoSrNv5hlNAjkvD6ooStVVaDyqBJHBnk4eMKQVp834rrixCaehCZCxycSR65RhcqzTKzU2sULZH64m4q9vEmjaBFp3qiOHVG/ahIjJqcokS23iRSaFik6lMKkXYQLKbbWJmJmZKc3YroL0MF5hamjK/nkUc8o+ZmentLAwq/mFae28bMG6U5LnYHlpWc8+84zJoQMmuw6nMXR7XfETEXryyScTGbOwMG8ib9HEZt+kzoog+a666uWanu5qNO5r6Pz7JiptoqeeekrPmzTsdrvasWOHeBvolVdepZmZ6eSrY/8HDh1Ud6qnK6+6UtOzM5ozibhkUo6+/mCg5ZWVRPyB4fP795s4PKhDi4c9H10tWu9rX39acrD9L7zgIsR39b3wwv40jk7XuEKomfxqiT2Ivv5gxfaFc9pmXLvqmvCbmZvS/PysfVQmJp8U+s8++w31TbzK5Bz4HDp4WPufP2DS81kdfPaAFvcflga1OlWp0nO/emhJMapVmMiK0VgznVLzU1NaPHhA0x7rs889I8iz+YUZk5dLJh6ftzynQ4ef1/4Xvqlnnvua9h94RnVZiZOarAHWCPfT/MI2RSFxirMySTcG6/FK8rNkonB55aDnZNHztuwZN/lbDtSddi7dWlFKA+sXHRnr0oRhaGraFx5Xbe3ahGbtdcXaYt1Qjo1b5fVEnfG3UtpXhzVrKU1+Rtj/msjrTes/9XrtSCUUvuD+GHlOqkSob6ZnpZP9nTS389o51AWZVGo+QzZ3FBGKiM07c2tG4HQQuPx66X/5RZN8XzWR9xHpB94n/eDPSv+nP5b+1sel7d96Ol6zTUYgI3CJILDi/965RIaah3k6CGSbjEBGICNwmgh4a3SaltnskkeAzXWEN80Wc16Sq7XrWpOIcDWEXmV2DBmbDOE0ThKTUvTViXTwBj2VddKvTUZUJrKQ2oREZYKMUnWl2gRDHWzqJQeQq2tCjSVNebRAyJVlqU7RFXX5pyXlZOvRaGRyZ1WLS5z0WtFgOEhEk6zUEn2h0raFpVTXBM709LSmTV7NWroml0bjge1Wk5Dv2CSKTNJFWWtkkgYZmngZuh5unzJJ1pvqmnTqqfbYK8Zp4m44WjXhs2Q/y7ZbVX+4pCUTOvsPPKsXDj5vom3Rua1oWK0Kf5WGKjkBWEhLJsMOmvDqlIVHVZsQWjFJ9bzbl7R4+LCmTUDxUgkIuLm5BRWl8bCYfzFZZ5Jqelazc3Medq1nTACWRakoCo1MZD733POJFFxeXtSsicW5uWlddtlO12e0YJsFk3XgyNyuri6r1+vYT6XSudQe4WA40ryJq6e/8U0dOrRoMm85+Z6ZnVNlnOcX5lU4VhSlwHbWPrvdrnEYquOy0+no2eeedZ5DE2UH7X9KkIg8ntsxuYZ4ijUwobe6sqSrX3Glrnj5y8Txyxf2P6ulwwckE6v7n/uGVlcOqb+6qLmZnqrBqqYizIqNNFpc0ULPuIw62jl7mRamF7Rjfqdmp+ZUVIXKUaH+4VWNVkfyMhQ51V7HI5OTo0HfZOaUnt//jEbjVT23/xuex4PqzEqlRdOV+rGicXegqYWeXv6Kl+nyK17mORwmEnO1v6rV1X6aq4EJ3+FoRavDZZN1rINlDetFDapDXiWLqosVO111nTWwrHG1Yukbx5E4UQexPHBOqx5bfzAU63lgsnkw6qd4I99PCGu0bu81r73KHmvEbfSNTPohY+vT1whz2vG8NiJjl+7HkKvGqCzSvA9HQ1WJ1EsdaW6LIlREocl/QqXC/9Ty9KxJ5RKJonCcMkms+a39GVCZNK8p7b9yWXt9rYsd1a0/r6vCPuxOEUGRJSNw5hCYu0K68UekN/209IafknbecIq+H9Hde/akFzPsSeXteuDJE7hYe5FDo2/bdz4g/2+PExjl7osRgTymCxMB/mfo+9//fh04cODCHEDOOiOQEcgIZATOWwSK8zaznNh5j0BNht6siz0zG+cJSRttb6zZrkeUKkzYtCKVtkQKb/7H68JmXd6oI2MTDKNipHE0MjRZUpkUk4msOmpTYfYcduPfQmGPIUqlozz2XR8tdRUmhca41thEVW02ojLhWHsQhTf/HbNCXZNcpfOMCHu0P5eVFSCr5J+pXk/dbseETqGyKFSUKaIqk3gr/UWtmCySCUmZGBmYRJHGor1yzqN6IE7lQZzMzs2otl5lkYk/RS30hx5fdEMqK+vWmtvmeNMeJzjYvtsLld1aw6pv/VV7H1r6Wl49pNX+kuS4Tks9E2F8B1+301UZhaWjqd60GKOHZBwG6k31NDLZ1uvNqNOd8fW8ZmcXJKMIAdg1kTY3M6uZ6RmTYEP4MRNhc+p1TYaNxhqbDeSFG4cOHNDBF15Q4cAHDx40Ybdk4u6Ay2U9++wzOmyykZOM/f5Ac/Pb3D5Icebn52VotW37duczUs/YQmxNO+bAZNSYxzEtUyZQ861jdwAAEABJREFUB/2+ce8qIoQdsWZnZ30tYeOkFY4/l17e0VO3w7yM9bWn/korS4dVeS6G/RUN+8upXhr3TjFWGNP+4kHNlaVmvG5mq1I7e/PaObXDPNyMpusp9WTpTGvb3HatLq6qXh2rU3c01ZlSbfaJk4cGWJ1eR+FEIHVLz1+na73eWIN6SdX0SNXMWGOXw6mBlmNJ+/v79VfffEqPPf6oDptQHpukGg7HxrFU4X+63UJlp1JhX5X6XkGLGsUhVeVh1eWi1DEx2u1bZ6QIrwMTvWOvn9prsU53h1QUpTpFz1kVUhFS6WoZtnfpJq49bNWdWnVRi/WIjI3P2PddpUp1+0/UUkitjD34VtxjLa9TIbbwfRVWLDwnheMmiVCnLNQpCvdIhf8p1XEKXUvHhoXkttpSRSFkbN2RPY+MDTKGREU8xjFko3OovYgaca7ttT1VFneJPtaWLy/V3zzu8x6Bvbpv3z7tQz52qx76J8ch6yD2PnSjHkS3lY/eoV26wH88rrs/c4GPIaefEThJBK655hrdcsstuu+++/zfS4dO0iqrZQQyAhmBjEBG4MQIsKM6sVbWyAhsgUBhAmGzLsgKNv8jb8wrb8irVLIBhwrYzOLstkWECpMFrXQ6HR2RrrrdRmgrPaayLFN/WRayqWqPYTgaaGxSQar8z9ikVF99TomtLmngMgJKoZHKevUa2VB57MPhUJyeom0wMElkD4WJj6meiQ0TJ5BtHceUGYkUzwTGysqSlpcPO86qhqPVROiNxkPnMLaM0vVYA83MT6k7FQoTVmUnPJZShfMm957HNT3VNZFVmUBrTtIRfzDomzaxNXnXlUm8nlaXV9UzaTXoj1WPC40GlZ5/Zr8WZhZUD2v1lweWYaJkILo0kmZ6U9o2P6fK46sGA9Um/kaQc5blw4t64bnn1V9Z1eKhwzIjqNqEXSG5rHXZjp0m35Z1+WUvc/wZzZmwu/yyyzRtn/Oz8+pEqZnutLabFMTvy9Fz31Uvv8JE24p2LOzQYKWvkYnDFcc6bHKxY3KotEQdyX7l0LJ60dP81Lw0Ck2VMx7Pds1NWXrbTdRNadwPFSbyNOpqvFrY91gx7tpLT2VMSdHRAef/zf3P6tDggPom7OpiqKIrFUUopLRWuiZMIUanZ2ZUlB3jK4083kMmQJcPH0449JdXnPOqxsZnPBrKaapkLZalp36s5K+wQxN2cow6+qpiRaNqSf2hfQwsw0XXlzz/KxqZoKwg4kzIVaZ6x5xos3lt8YLwb5lEQZY0SuF/xDUiqRpX/ivHLi1F6mLN1kpeUt+Z+FOZ9GvFy9wuw1JYKF2cyq9NalXOsPLfyqUElojcN+kqIhTRyGR7rmcEzjsErr1Ft+pRPZESe2TiVN/teuDJp/XAh57Qu392czLv6Q/ffuQE4MRpvkfee7cemOi7+zP28849a7r4JZhjvfcBPXBM+1pfOlXY2KyTcE8+oLs/bFnva33ZxmTdsScLN8bYo+QL3fc8rIffg//Wh3WP8TvZtke3fzifVzTS+fcCReAHf/AHM8F3gc5dTjsjkBHICJzPCLCzOrn8slZGYAMCEVtvmCsTWkgi+dbqXNfNrn6Dp2Mv49imIy3mHI7bf0RzrVabOKlEfIRTYRBtyNAky+rqilbWZGCSamjSBR2IvIjaxE1hAqYw8SH7GGu1v6LlJZMsg2WTbAO3jcRjtkhlUq423WDOx/qhbrdj6ao02VZVY1Um/Pom9/Bf+O7rTXVVOEbt9rH7B8OBBu4fjQeqTdYQv06EzVgqKvt0UUphKSwrJhZrjRzRUg1NYlQey5JjFhoN+xrwqKdJwuFwVd1OaSk0bRKqZ1KxLENjxxua6JudmZWTU3+57zClpjrT0jjULXqKqtB4UGthdru6Jso4DTbVmTJBNmeiqq9vPv119w81Ho60srjktlX1l5Y11e1px8I2Qcwh+030vfDs84LYGpkILKPQwRcOJHIOInBgEnDZ9thwYnDn9p2am54RpB5+O9aHJIRDPXzwkBYtvU5H2Jayr/0HNFztq/Q/o9WhXnn1KzXtcfAIbWGycq43r6ef/KbzM44m75YO9FUPOpouF9TVrGZ7O7Rz/kqTfzt0+c4rdMXlV2l+fsEk2lCLq8vqV6vm//qqeyOpN9bM3JRm52Y0OzsjLzATscs6cPCA9h/Yb5uB10bl+QiNRiOVnizGst3+5o01J9hGrDWLPNMIc10UEutoyCO5EHnjRa2azKu0qrJbaXqu67g9FR2Z8B1oeWVRIxO+3W6pjqXyOmrEq3CCTKtSvVK1fi+OU524HWNIObQfcq19j3bKjgrjrTP40+l01UjPvkuH9GAVjoC4OMXf2vo1947x82i5smz+GxGeIiw278+tGYHzAoEnP6mHdKN2CwLuft34sbUTffs+ojuufUKPPr5bu6/dJFMTZLd9+c7m9B8n+n7iUf30Ovn1sH3+XNP3sXfriff8tPSza34/sFsPfWqNJPv4Q0fa108QbszjQd34obv1yFoKT3zwUd1KPMS+7v1595j0u33idOGDex86kstRMZzLhx7Q0zffowd/6gbt/QA5Mc4NMddy+fyH79cTP/VgMw7H+8i7dq1lkYuMwIWJAATfW97ylnSCj+8QvjBHkbO+6BHIA8wIZAQuKATYXV1QCedkzx8EIkJFEYrwxtkb7FirN6WXltvlnwh0CushYaKjWJcI2gpv9gvVJiDq8VgIJAQkQyua/DH5sN5+wv26FSAAbGNqQ0jtXPlFqJdlqdJkBhKOg+/ReKShia/BcMUkigkdk3YVYgKtspjxMjkybKRuytrkHARNwD4VbdyxKsg5ky6J0DMW1RrBUhSlZkz09KamVJaObLtut1C3V6o3VYoXV0yl7+VrrjudsJ6EDn029xBGJhuXxPfg8WjuwCTeeDxo3g476mtmuqNup1DH/iEklw4f1CGTTy88/6xeeP45Y16pMuacKOuV3XTarYxSHqrKuquZ7qyGKyO3d1UPQxoV2j63wwTYNkH+lSbSdm7bYRKw8HWlbbNzinElCKyVw4smC1dsWyRCb8F9nLrzMHX4hUP6xte+rvnpWYXnBuJrpjdlPY9neSWRhIcPHNTB/S/o8IFD9il5lTifaWHfKzrWWTYRKdWjJt50d8rEXd9k35KqYaVnv/Gcdixc5nx3aro7p8LjuXz7FZoq5jy2GW2fvULTHY9l+uXq1HPqak5T5TbxHXvk7xFpafmwllYOalAtqTNXa9xb1eHRCzrU32/C7wWtDhZ16NAL6ptEnZ2ZMc6d9NbhhYUF8XP48GETlLOOp4QF5OTKkvMz4VeEjP1IhQMtm8DrTXVM1PUVHuDA5F7F6b0OhF5H0a3VH6/o0OKBFKtKa02e247D1F6jI0HMFXYWRdhHqCiN2Jp0Oh3rdtXtdlV2SpVlqSJ8z3mZDky0egrUMxlb2L7yfTjy+q+9ZrXFT9uHPr4iQrWdIJubhIYm0nn02Kk7v47KwrkUHRVF6esm54g42tz54bOVozu5skLUjl35Pqs8Jlli3V/h8UQEilkyAucpAg/rrvaU2jse1Z3pMVsTebpVt2xG5G0yiqe/8oT2vu2mIz27b5Qe/qQpQppu0K1vXSPCrjU5eP3Rfh/7cnNOUJPt6QThQ/rkkxvz2KXdrzFZ2D5C+/ZbtR7VMdM3Dj7xqB57/F7dtjam2z74mDaP4VxI7xhxzMcf073v4CSf5R332t+jWn7Xndr9wdu0550mBI+xyQ3nGoEc/8UhUPm/C1+ch2ydEcgIZAQyAhkBqcggZAROF4GI8CZ6YgnVa568yY+gr5G11qawTnOyqNmMN43N32iKk/hrJ1oTb+yV6sc3K01mdDsmN9ak1+upFQiAVkqTIBAhrWAXxLDUJjtq04NNvMpjJ+ZaHs6h1piGJKFIapWJkspkl7sFmVJAIprQkPuXTPIcOnRIKyvLoj424ZNimP2gPhwNNBz2xUm/fn/FpM6KllcWtbxscbm0dFhh+AuTOb1eR2VZJH2ZTOyUofF4aN+LLgcmP0YqylqQhXNz0yb9eup2S8ljsrmGg77k/7gcDYcmz2qTZKuWvmamZjU/s6Dtc9tNUs1pujttkmpgYm1FDHe2N63hSl+zUzO+Hqu/suLwI3WKwrZTmjFhBxEHiVcNxxr2B+qZRLzy5VeKx23LKLW6tGJ/y1o8eFicvOMkYN9tS8ZmsNrX/mefs+9aX/vqU+L6ma9/Q/hcMDFaVNLOhe2inHVuOxd2pr7tswuqBmMNlkYaLI5V9QtNaVbbZy9Tp+pptjOv6WJWxajn/KWX79ylK192tV5m8q9UoUMH9+uFA8+Y2NuvlcELGuiwlgb7NYxlDbWikfpaWl1U32RqVY00MhG86rGveC4pRyayIkJTHj85t9ItSs1OzySZmZ5Oc9Dz3E11etbtqtMpNba/qZlpdaa6GptlXe4vizUAOexlYyKv8pxKdV0cEeMg5x1RKNaENdaIdb0Aa8T3Zm2pPNe1556e0veG/DMajvzXXjx3hXNPF1v86XS6UigRikOvGfzhB9EWP6VtOh4nUnjehQOPQelZWp32j9MQY2MsEVwd7arweI5uyVfnCIEcdlME9h75zr1992idLNPGn9268fon9MSTG9vPv+sbJk7Ype8SfN/Wo9o0++vfffT3CiZcbtI9+/Zp389KP23iMD+WuylyufECQuB3fud39MlPflJ33XWXtm3bdgFlnlPNCGQEMgIZgfMVgeJ8TSzndWEgEHHsZhq6a6vs2YRDBLSCNbKV/ubtRGgFVoP65pptK/HGo7EQTjhNCqTJ2MQaUo3H5riqdakhQkyCjNNJprHdOR5En0m+2iIk3EZpikFJGFEoEslSKgqLyQy7UjWulR5Vdi5LJrAOHTxksm4lxYMk4QURlOSLfjOy2l6RSpXJnnE1sI+BIsWttbh8OJE/Dic5N8rKBNHYesNR323OL8YmgoYaDle0urqsgUmp8XjgdEfqmeQry0IQfGWEVpaXxSOw2+bmTbYNFFWoHkrF2B8X5n/KulRHJqKi4/ZKvaIjiL5tcwuan5nRVKejHQsL8qilkftN6MyY/Osag65tBiYDDx84rFF/pKWDi6msTPyF0ywVWpid1WgwsJ+uOFH4sh07VZlAmp2aNok4raKWZnszWj28orF9DFcGKY8+L7ywn66zK00YzVlntlzQTGebeppxOa9uNa0dszt12dzLdM3Lr9Wuy6/RVZft0kx33r5qHWY+Dh/S4UP7jdNBp7+kKlYUnRUN6kMaR198315VjFRpLHijXrejqalekmnKbld1VSucQ+kx97pTxnhKU92e2yvjbNLW44MQHHpcY5OwEbXnsO/5rVS7PvR665vYHaT+seda6hjXsrSPutBoHF4DodoxbCC5TQoJcVtd16ogiVnPSSqvPQukHuJ+dFxYz8BLKhPJV9unxdfClzb/GdunamyKZBcRyQ/rdnMLOX4rlWOgVdevG1UAABAASURBVPhPK+H6Zr8OQqAk7o+jr8nfrc407NN9uEFoXJOIUEQja025yAic5wiYyBMn5ybT3KU7fmK37t3khRu7rtuthz/xyBHlJx6V9t6itfN6R9qPV3t8Il56PPhW3XLtxjye1hNf3qtbbz6Oo903Sh+8XxPZHEf5SNcTX1l7PFjEvFf3t6cDj6g0tWvv0Ec+9m6pPXHYtOa/GYELCoFM7F1Q05WTzQhkBDICFwwC7KwumGTXE82V8wIByIEINtVKG2sogQiuvcneIsNwe2GdVlzVEQnX18R66792x55+XbzRD1Mr4bLVsYqrhdI/dhi+CuuoHsusg8K6EFdlFCqjTMRLmARBKhMxlVmCVhgXdV4IAhFH3XSEPdiV/Vb2WclEjJY1NvEzqlc1MvvVjj8cI5wJUjgGRFOhUMdxSyc6bYKma53psiNOnPVMeE2VXfFYac9tZdFRpwNBJBVmj3rTXU3PTKk33dG2nXNa2DmruW1Tmp7vqXl8tyNO5Y2qvpCxcwk7hjAyFFpcOmRCaVXdTqm5uRnNzc9oxiRUmLScnelpxv57ndqE2qKKuq9eOVbXUmioeryqMNHUMZlUDArNl9s0VS1ooXO5pqsdmu28TDvmrtRUTJsgmzWBNa2iKDUaDVUWIS8ME29j+1Ai8caDsStSN8r0CG636Da4gJfnoR6NxXfu9TplepQ1fF0PRpozORieo04Ubg/NTk9rbmbWuXbtLzTXc04z29Wrp7V9eqe29bZrtljQ5QvXasfM1am8cscrtTD1Ms33duqyhcv1ymu/RbOzPVVa0aHlb2p59JxWq+c17iyqN1+pM1OpnKoUnUojYxGd0LAaqjK2I+NUdGuprFT2Cnk4gqSbmZlWp+xopufSjeFxrfBdgpaV/qpWB5b+ionDZUHu9bpdFR7TtOd3HEPV5cj+BxrXq4Zu4FUzkjRWhJJ0OoWY69I5FY5NHqPK68+ieiCjajzH6nhUSDcqdaIWc1GUtvXcFMa8iK4iSjU/lXxDSNiAexmOXaky3v51XZtI5fvB4jUk27X2tb3UTjaJ7EeF9Vw6/3Eipj0+3z+1HTOfhcvCNmXZs3ZHqkOlicqSK9dtqbR4TE4rRs5jbHG+ciSPzQZqfnzttvBYmzaum578NyNw4SFgIu+jd+rR9tHUPbfrAU7s3XyP9v3Eo+uPvKaXVrzXNJrbH3zN/UrXe/Zoz4du1M+965SoPen63Xr0n9gW+3c8pFt/9g6TgxvzuE2P/sTxThcaaci3D+jIo8b2d/dWRJ3V+d311lslHrlN4yTmfVJ6wcZaPh7jUS8MIb8fvwnTLBmBCw6Bp556av3E3o4dOy64/HPCGYEzgsA/+I/Sf66ln/6E9G23SP/C/y6jPJ7zzfqwef9fSu9432a9p992tvyefkbZMiNwUgiwrzopxayUEdgMgQjv2r2p5pf+dEllCwlv2oso1ArXrSQTHLSSGmSLo6XdvKeNv/+90PSylNc8rZECAemQpFbj0qXQaSxC8pVUFsW6FFaMCEVYijWhblEKYULDpEINEYOY9KlN/dQmYJq8QlIj4bKRwqaFSv8t3ZYIKtc7Uaa2jvEYDUeqTGSNh2ONXY4snOoauj2Vo4EGw74OLR60HNDBxRd8varheKDahAbEyWg8VFE6oq9r1arWTmhN9SBypJXlJfVXV90+drliIg4ypUrfvff8c8+qU9SObaJosKIBj4JanJTcqOnSZNrUvEm0bZrrbtO2qctM7O1Qp5pTPeiqMvFXDUOjQS1zN4614hir6nU6SZyS+4aO0dH87Fwi5rqQYFNT1q+MhtxXaOD85mZmjIusN6PLtu/Q0uHDumzHdi3MzSa54vLLVQ2H2rltm+ZnZt33Mk335rUws0Nz09s03ZnTVDmjGZcdTZnc6iXhxRqc8hus9PX0157UF7/wOT31tSe0tHogPXp7aOUZ7V/6epKl4X4tDQ5ouX/IfYddWgaLLpdM8PXVH61oZAJuMF7RwKSqTPiV3VJTJh17vSnnPq+F+W2anfFYeYnGwoLmOdloWXB9Ydu8ZmanVXhdTU11xTUv5yi74ZU01HC0qoGJwAFz4XLVxGC/3xeP53qWPLtjy0iGUNhQykTb2OtkPBx42gbm28Zr0pBh5tHUSgWRWitde0nKNfurVdkH12URFG7f7NeG1sa4tsOKdYa4Xru9tuURwfOaDxZBNLmE9cLNR8rSuRaN2L7wPVzUcs1/0j3c2DXeaEPkn6YkLn0ReKWtFavk34zAeYvATbonPXK6WYL07Vt7gcRHdMe1azom8tKjrjyiiryvIbl2vesja7q2Sd/b1+jf9L4JW9nnRJ/wtWYv3ag7P2pbfKYXeDT2wia1NX33tKf2IPHWba07eY3fY2w2xMbvRyEQ12yTfpurddN1E3Of4xw1vqPys33+zQhMIHC+V6+55hr9zM/8jDKxd77PVM7vRSPw/T8m/W+HJIi8SWcQZ7u+TXr/X29af+a3pKe/JH3pk831i/n7r/5cQl6Mj3NtS/4IeUBa/q+fo5YlI3BSCBQnpZWVMgJbIMBeOoINtRXYT1N4k+/ilH/XvJy8nQkAiSVc2ibWxIWJAzb6jcgEgdZ+rJMIBhKdEAiHjZIIBXQaL5AHR0iVsf01fa4c8zsajXSqUpscqUy4HCuVhib8WhkMRiZ9GllaXhHS7w8EJ9PtmsTqdNU1uTQzPSOumQps6e8UpTom2+gLo1L6unbMsig0Nzub9AvXp0y49eyLOifRZF1On/VX+2lcMu6jcSXiRl2aaCvUK+dV1NMaD0vN9BZcStsXdjivWpx+nJ6eMgm3XTMmskYmKetqrKYcqfSc9DqFpt3X7YTbV9XxlFbVUGGGB+KKR4nNWOnwwRe0umKSbfmwICBXXDJ1g5WR+qsj29bGq9LS0kAD43bg0DeM0TM6cOhpPX/gKS2tPJfK5w88bYL0WS0u79ehpedN5B3S6nhJKodaGR/W4vCQDvcPaMllv1oymWdSz0TeqFrVuO5bBlodLml1hCzq0PJB7T+4X/t5WcnBA1pcWtZoTC5jE3IDrQ76JglXtWTCdHFlyXksamVlxbkONV57xHUwGAgZmdAFs8qTVqn2P9L6Hy+7yti3ArnWCkoRoYhGKmOMjCmxSWusUuXyiI19b/it3V95XeBvc9lgcFKXTjwNYrPyeA7CnRvFTWu/ePOAxVplTGvNRxVlWab+oxrzxaWOQB5/RiAjkBE4ZwjMzMycs9g5cEbgJUPgpv+L5P/prNd839EhIfH+lf/HFOXPvc3kn/877z//w6N1TvfqX7xOQk7X/nywI3+EXHbskrrT1LJkBE4KgeKktLJSRmALBNg4s7lOG2t/NqNGYX7BzaFwQ0TIv0kUbvDvWuGaFBHrUihM1/lam/+wmTfnodoEk1QqorQiUpiHiNSedGr+Sna9QcLXsdYhyVVUjxETEZAc42pkMmSjDJWIFydS2dC/4gcMKhMjEA2tdEwstNLtdkygdTeVoixVlsUxUhRuL7oq12SqN61GZtTt9NSzdLtTKs2AVSaTBoOhSaNVra4OjIVMmE1rZmZWpf2PRuP0JtnC2G2bW9CUbanzfXgQf7VJIDl/8jTHJ64Nj3Ede3ijRuqhirJK5FuvLDTd6WimM6XpcsrljKaKaU2Vs+qop1F/bHgL21carC5rafGg+v1FVeO+Ca0VqXKOVV/LSwec82EN+ksmGad04IXnVNpseWlRyybvpnqd1MaptOWlw/axnPo5icgcrZjsW7KP5eVDyc+Sy6WVw1odLmpx9TktrT5reUaHV7+p5fHzWh4hL2h1fFCr1WH1q0X16yX1x9Y3oTcu+hpqWePCeRarGseqapN+KoaqYqAR5J4GGprsG4yX1TfB1x8tun1Fg9GyVgf2NVpVUYS63a68lCysR0RN3YumtozHY89VX4cXD7tcMfyVIkKFpSwKMS9p/RjnMkmpyZ8K0m5NaC9s00pEobDgq3YSxEPQiwhFNMJ1K/SnLMMt4RrMaSuq3NiKqyf4jeB+dGSPE79VPVZVjzaRsWrryDEj/KepKBX+E/I4LNooTk9rP+Eygr/AWysikrg5/2YEMgIZgYxARiAjkBHICLyUCHA67+W7pd9/QImc4gRaG5+TfP/iEekDTzWP5vJ4bntSDR10f75/pA89/NGHoIsN8g9+npYjwmO+CC3Eod7qU6d9UmjDTytcT/ZvVcd3a0PJNbptLNqQtp1TjPT9xC8242JMe/+fzSlDdBgvpxzRI4dWbv6/Srte29hgTwx00MU/0rbTl+WSR6C45BF4sQBcwvYRodKkkbfRaXNOGRHyrtq/oZAUEZr8xy1a//GGnk19ZYKjMqkEUVGbYIKwoR2x43X1VLGNeQpv80sVRUedoqdO2U1SmuBqxH1lkdS91bd6JXxWjoHPqoJwMElRNyq1SbqNYiP/omCCyuRGHCW2t68qydhO0KvVXK/5bZrcF5IxQJqmOvk9+i8qYZXNpHB7uS5VFY6D2MbkplSYLKvd5uuiVLmGhUzgDQcjE2crWlleTf3g1DMRt2Nuu16+82Um4EpB7vmvzEypdJ5FSOOhCazBwOVQw0Hf/k3oxUjj0YqJtcPqrx7WaLhiTAcKEzZd24WJxaIq1FVP49VKMSo1GlSSsR6PhuLx0tXVxUTgVdWqRsMlz99IdT2QTKVR1ib7iqLS4tLBpF8Y82F/xTYrKkw0DVwfDfvqdUoN+32Pbcn+K+eJv0V1OmON61WTa4upHNXLhmHZ5NxhDeuDqexXBzQulzUqlkzPLQlib2BirzKhp85A0RlKlmG9Yn37dTmslk1r9TVO37PYTwTeyGMYk3cMHavvOH0VXcfXatLrD5dVu9btdrw2SwtlR13maE2KovD4a41GI2PaT/XS91PHJJ5BSde11/u6VJXnolIUsalgU6GzJhHyupH4ExEujkgRhTEtUpsmfojFZQS6cn+9JpUvJqXW8X4YW0Ssj6HyOCqI8s3IPbfXRisi1NhJISnCf5MUvigUmpAoJF+rDpf+tV5EE89X6TciFNFIash/MgIZgS0QuEn3tI/IbqGRmzMCGYGMQEYgI3DSCLz5ndJwVfrou6Vnn5Be8/1Hm163R/qd/9Sc2uPx3Jntrv/HRudj75V+fMrX0cjKQQl/9EJ6Uf6Dtb4vfUraeQ0tm8tr/7r05d9v/HBKcKMWba2vn3+X9IobJcizjXqT15Bxb/pfJPRb2/bkISfu2rYH/9/St73Vcktjfdm10rXf2eTyHuf81c9LjPs79provFX6v2+Tfu8XGl3+kttf8MjyXzQ2+Ibk/NH/j/SH/7VpI9aBr+uCfxSZ8WY5IwiwQzojjrKTSxOB8CY7IsTm/FQQgBpAvPv3r61NElUmQ8amUUxhpDb/OcZleENfFB0VRWnCpFRRmqQwSVJYwqRHKqMQevLf2pv/VswzqfIfCIzawf0rJ57CpGs3tKX842EpIjYVd2/xW9vsoO3fAAAQAElEQVQfUrlcE5MttQXykpNam0kkb/w9WkL804wnVNinsV4bU2EcIPMQqTBhVq2L+Urj09VUb1pdk571aKyxyb5Rf6Bnv/lNvfDcfh0+cEiD5YFWF/0vX3OU1dAAmL8Z9k1YjSp7DI1s44j25esYSfXQRNThJIP+kiD5KpNy9XikGFfqheemKtUppjTdm9PYPpEySucylXzyvXqQcxCHEH+cTitqJeJq6fCSSv+T4nqcYBXGoLClfF3Yj6w71etpesr+PD/yuokYW8s5OMfaJFyUI6+kvnsaqUzlqRiamHPO4xVVJhUH476KTmhmblpR1hqOh1qGQPRYnI0acTDX+E1rw+uHNeTppMlSOK4zDGvb59jCo8Qj+xiZtBobE/PVqkdWsNSjQmpl7DZ7aH/D65bxDkyu1gRb66BO+9hBxzhbaz9R0eRZi7U3qcs1fpCKhTLZeVSdsU+KF4dRFRNwlN6RC0bEPXikZWOt9TFZEmOj3tp1bbxaYQ20QtuaCgVxI/jr7Cawo68sS0U0fVxnyQhkBDICGYGMwEuBQI6REbhkEeBRXEg1APjy70mc4oOY4hp55ssSJB51Hs+FwKO+mUBeXX6d0os3IN9av+g+9tvS6iFqm8sLX5P+4KOb921sRXfUl6781o09R18ztv/5h0cTcUdrNFff/B9SxyTlzquba3zv+6WmPvn3Tx8++e8bvPEt3kc4x8kxge+2K3RCUnIyZq5ftAgUF+3I8sBeMgRqEwQh/7O2gXbthLEjrIUUYYKlEBvwVoqyUOH2KLw8raP1H2wKRUTSjwhVJjuGo4GGJkRGbTk0OTUeS7K+7CssRSkebyzLsG2osH+FiQ9LFNJG4SUVEB8QKiOImg0CNVFHmOaIRHdwXdmXPaqqR6qqNaG+JopKheNvJsSqjeOJpHTerdQe+xjSzhIe61S3pyQmvhirkxDkmUOa4CtVFlK3U2jYX9XqyrJmZ6Y1Nzsj+gv5342rKxrZV21ypCwKceosPCaZOFtaOaD+aNFk2YqGLofjRSGj8bLG41VL3xlUmjHh1ut0NDs1q+Hq2Oh3VUSpgQnDpeUlDQYm1MpocGAsTsowGsfaPsbuH2j7tu3qdrriBRKd6GhhfkGrg1XJec3OzGg4GKrb7abHWAdut6Xtx6pjpLHJtcpEXpjI46UnQxN5Y5OPI8vY8zA2gTeuhiq7hXrTXc/dSIvLhzQY9hXOa2FhXqVzKpwbEiH/1ElCtaIoxMm6wqU8YrojIo2H+a2MUJRSZcwG44HJQo85rc1RIi/LKNTr9JJ07CPQT1LZWyV5DYxHI9Umu/GXRJUjW9xXW6ykzaS2Vit2pk63k6R0SXtrY0/277/21fizu01/w62N1DKxPCFyXR6LEXHUsF7RiNtEcLU/tStVktrrv/Z6SmIrckriNnJLdWvWtk9S49cNvhaSrmlD5J+2lCqvDTds+tvM1aZduTEjcD4gkHPICGQEMgIZgYzAxYMAj9Ve8RqJR0p5bPS2/5fJvVdJ7em7E42Uk3OTj51y+g4bSLKuybIDT3PVCITcynHIPUhDyMNG+9i/nMIjR4QXexzvFCDWEJSctnvuK1wdK5wsxBfy4x+WZrYd0fFeQxB+R1okCL/J8Uz2bVbnO/ggDCf7Wp8nIiUnbXL9okWAHdlFO7g8sLOPQESYKKjF3rsyWcAJoykTPDrm58hG3NppM95s5v3XG3NsZV9hcuCIhCIakUJK4r+uVibPRmtETV0PTRUMJZMkNUSI/bnBMeTcpMrcAiRG5UoS51mhZ6XaQn1d6DOxUskEi8kIcaTMd4nTUuG4rcjETFWUqkqLGyvrVIW9FGNFaVJrTaIYqRXIprHJp82kdsxNxWMK57IuJrBiTaZ7Hc2YuOmZlCqx518aJpLqkbEw8RceY0lOJrYqE3C1y/FoRYqB+oNFDSyr/pdemAyrqtVE9nU6pcqyMGZD6ywbHROldV/dmVDRG0vlwNksalgf0lCHNKoXneGqpa/+cEkHDz2v1f6KhiZYty1s84yVqg0ORNOMycTapFdtbTmvOoyy53DF+mPjjk6319OBQwdNHA41bf2ux7hsUnB2eka9XlcRSuXYZCt9nLizF1XGeeQ8x/WKquhrYNKxP3SeVV+rwxWTfiNVYGR7MV+uVyb7wnl0OjRWJt/GiVBkjaQlVMs//Gmkwsa4ErtyKaMjrw/iQxyO7G9knYFxHhnTRWNblyONY9U5DSTWhomsAruqVqhSx+skjGTtPHmxSNe59by2mGPmSTFUpBxDHROzHc8PsTeTsWM7mudn7PkZqW9yEYFkrI17tSZFRyp7RSP26UGu/1bppGFlLCxVGLdOkqruOOtuI64Xpf/jKnxdl86vZ/HcFJawc49MltpzWhsTpPI9WkVlLOokI9eHGnvkFudNjkPPKacnx1WlsfFxKnYTCmPGeMf4sG6d/NZijrT2U69dRMRay5Ei4ti2I725lhHICGQEMgIZgYxARiAjcMYQ4BHcx3/nyGOjPDr6mf+vjnmxxmYBIfb+zx+QfuPeI/Y8moruZkQehN8kgYbeyQrE3nfsbd7aS448HvzCU8e3hij0f99vqgSxt+MVR/Lmsd3jEY+bOjlBI0QgBCfjblVbUq8l+dr2XF6SCBSX5Kgv1kGfg3FFhDfZdYocilRO/qlNYNSmBIR4k64NUrkfQaf2pr1ak9rtycZ2tW2IULuObuUN/rgyNWDyAtKgNmnRiFk8kwYQLumQjxPBBsGuts/ahEK1QerUXiXvte0rS+2r2nHFHYIwNMo1GZncGZmMGJmcGjvnpI+NfXE6jHakMgnZSu28N46/vR6bBNlMKrdvJf3Bigk1E1fGAj9lt1BhoqosZe6xtlQKY1OUldtrlZ1KEI/jetXk2ZIJsEUNK5dJll1fdZvFBODAZN9oTQYmyg6vHNBy/5BWhodVFSaqyqFqE33DWDZBs7Qmyyb7luxnSZBsYxOZ3V6o2yudkGczaqNTOXZfq4NljUxo1Sa8etMmjpwnbf3hcsq1NqnVHy1LznlqtpPabGm/fY1M4g0tqTSJNqhWnNNQq6Ml59EXhFpVDCUTZ5X9IGP3jE171SbKFJXzGJvsG6lZK5UUtWePdovns1qTMUST5yDNjeeSssKP8y3KWpHIPfuyz9r12lhXJhrVcRv48L1/xkpd59MdqUptqx6DMQzHdSZKUotyMBp4jGONHWvk9Z3E89ustZEoyXUzCRODhcm6JCUUYu0xNcJ4ao8JGTkGJx6Roeuy1imJsRqYSGadG62U93o+a75qr3ViJUnj81htB95JqK8J5J0/RRTWC9una/dRJnvnXRRSWRRJXBh3KSKSyD/1GrnnavqNiFTyp8CASpaMwHmIwCPv3aM9e1q5W4+Q42funmhz3zsfUHNO4Wk98E5ft/rvbNsxOiKb+nT3Vu3u0tMfvn0i5u164Elas2QEMgIZgYxARuAUEOBkG4/g8qjopBmPz/LoKKf6JttPVIfse9WbGi2INb6/b8+PNNf8veGvSdPbqL144WThiU7uEYXHgiEFGSvXWwlvCz5d4nErn49+WvJ/g4txtzqQqYeeOfFjwq1+Li9qBLxluqjHlwd3FhGIiPXNtWtHIkVThVZYJw28WW/q3uR7E68kEBqNoFtDdqxJqicd9N2b2muFVyyESlFKZYfrpg/92oRLI5Vqx0Mql5VtqdeppG/sfouJnhpZt2vatK5n386htuADaXzUKstQpyySNNxBLcnieCXtJlk6lgLCZU0gCit8bSIjCJxNZaARJ8G2kMpEE2RJ5TFw+mlgwgwpu1IBPiab6hiZzhxoaFJvUC27XNE4Vl029WG9opEllXK7+vbalEPXh7brm+Dr27ZvIi1dUx8vql8vahAWLZk+W0wycn1UL5kMPOA4fVUxUO38auNKrpwa604Vzq9y+zD1yzlCxk3PdVR0K3WmQrPzPZW92rn0k5+xcxknUm/V+a5q4FwHznvg/CD0VsZLzmdFq85tySQk5dixIfoaGaky8VaZUGzyGasWUqmOSpXrjfivyakRBK5JtnGSocb10HqjJLKPSPjWthq5j/bKoFciVt/YrA4Paan/gkYmQAfGpG9MyHfknOQxNnlU9tdI5bWTyD3HC6+vgvWziVjbudYTUrleOYdxIv9GkM72wZgaadal7B+JkJr7yKXrad3KOkh4DJPi0ekYqRSOWJRSt1vaF7aV5LYaMXa1CTmuiZdKt1PWJuGS+DrppnLsyJvL2PdE5XlwQBVgUsrxQoXvqUi5pz/iJyIUEa4iLvxbmZyNOHLtpvybETh/EDCJd9fHpb0f2Kd9H3u3btDDuuu9pvduvlV7/c99+/bpwZ+6QXr8Xv30h03vfeZ+3fu4dMNPPah9H9gr2m9Df3JEW/ncqh1b9932wccav/se1LvffqtuuZaOLBmBjMDFgkAeR0bgJUEAgqwzJUFCTQbkRREQUBBRk+0b6+j91RclHuXl0dYf+/dH+/rVfy3xWCx9CC+sONFpu40x2uv2e+t4HBdffJfe1/6s7d265OUZX39Uau1+vi9BWj7yv0u8NANfSG9G2v8i/0/ZpM9/9efNd/NxIhBykRgI30P4wP9j63xzzyWFQHFJjTYP9owiEBFpMx3hrb430ZAKEYXm5uYss0lmZ6c1PdNTb6pjKcUprknpdbs6Iug1Mj09pZnZKc1a5udntLAwZ5nV7Ny0etNdkz6lCk6q9UKliSKk4/YesWZ7mppDpjRt/em5KU25rbcm3ZmukM5UKYT6ukx3Ul+6dr20DoIeUvZKIR3HbqXntmZ8HVEvilqxJiUn6SakcL6byYzz3UymnfPUbFet9JxTK13G3ZVkogkirzddGpuOus55aOprbCKr7lRqZCR1R4reWMVUpXKmTlLM+HpN6t7I/ZU6s1I5LdfHSYrpStMLpaYslF33d2wfUyOpZ+KtXNS4c1h1b8mybJtljctDTRluL5ekzormtpWWrjpTtQPYthwpyqFl5Lkcu93NJvMWtk+Z2Ov4Ypjai+5Y6owcywRQz+JxVJ2hGE9hX8V0LcrOTGh6vqOpJKWmFzrqzIW6lt58kcrubKg3V1hKTblsxPXZRsBwasZ1S2+mUKob/+m1+Zmdn9bcwoxlWswNMuM1Rjv1HjnMFpp17LntHc0syPkgjjsfzqFQx34Lk5fRDXW8ZrvTPc1um9OM1/n8tnkt7NwmyrkF30fIPOWsYzaybceCjpZtvt6meevOzM0ImbWvhe0LamReO3ZsOyI7t2vnzh1JduzYrm3b5teF61a2bXf79llt20S2O4eFhTlxb8451roYi5mZKXHfzrq+YN+tzC/MCxtk27YFbd++bU1c3zGn7WsyGW+7x4Du/Pysfc5obm7WMYk7p232jWzfts3t85qZmVVEqYhQ+wO519ZzmRE4rxG4drd2O8EbXsPfm3TPvnt0k693vetO03zSY19+Qrr5Hu0z4feRd+1y/dbUpILm+wAAEABJREFUbpWtf4/yOaF2VPvTeuBDD0vXv1s/965dVtqlO953hxzB9fybEcgIZAQyAhmBU0AA4os3wXLKbqMZb3vlDbDoUJ/s55p22tDhMVmEN8jed5tEG334xT99yM+8WkLal3Ogh6CLP/xS30w2+kL3f/2e5kUf9E363WhPDOIjPz7V2EBMki9tyL+6ScIn7Qh5U7a+toqBbwQ99Fuf+KINO3wRA6FOG31ZLnkEiksegQzAaSMQESqKSI/lhsuiKNTplGKzvWvXLl1zzdW69tprdd0rv0WvetV1lt16zWtePSGv0Wu+1dffSom82jqv0u7du/VK21x77TW62j6uesWVuuqqK3Sl5apdV2rXNa/Q1ddavmWXy6t93Zav0Cvct+uaXW5z/WrkqiNt17rdcvW1V9tul675lquTYLOVNL5sl3y6tP0ux045XL1LV1t27bpKr3jFFWtypXZdfZXbG7nK7a1ccdXLdfkVlx8jL3fbjpdt186XbTsl2bZj3uTNnGXWZNCMCaVpzW2b0bzJmPntcy5NCrk+t31GczuOyPzOGc3vmNb8zqkjssP11EYfutOa27kmbp91/9z2ac2aeJu/bFZcz27vaWZbR715mSyr1Z2tUtmbG6ucHqic6qvorqjsuuz0VWlZdayq061MmhUmx0pLR7PzvSRzLnuQXqUJvBiqMDEpE5Q8StyZkrrTYfKyUA/izWRcb7bjeKWm5jrqzhSa3TblsrQU6rm/M+22hSnNWKbteyZJV9PWn5krNWP7RkrNum1uvqsF+1jYNi0Iph0mm3ZetqCdOxe0w2TWtu3zmp+fse6Ubac0bSJ52kTW3NyM5kxkzc1P237WfV2TvFJpQrLojkzgVc5JmnJOs85lfvucFrbb17Y5zZq4m7Z9d6orZMpkdg+yb2FW89vQmdeCy0mZm59TK7OQXnOzzmlWCybCdl62XciOnTu0fcf2dUF/3nrHiO3n3L65zDjO9LEyR9tEn/Of89gR8Jkn94U5YzWr7c6pkXljZBt0N5Vp9x8riQi0j23bFpIvym0LC/Ztf2u5z87ONtez8+IzaJLQ45RgRCgilH8yAucdAibrOJn38Hv2aM+eu/Tw2+9TIu4mEn36w/frYd2gd/+4NwkT7frMQ26X9r5tQ/tWPrdof+S9t4nTgOkUII/7bvGo72ToXM8IZAQyAhmBjEBGICOQETj/ECjOv5RyRhcSAkVRql5LuBpXGgwGGo1GCpN93lEriTXq9JhebSKwslAi1BGTOROP8rEPL4pCnbJUt9tVz9LpFCqRslBRhgr7D9eDeifEI6+t1FGbSKpFmcRXFUKM9MihM2bltxISjw/W1tkolcZuXRPbV0kqj8HivtoyrsYaj0frUnusraT20VBjxLYpH+c3WVbOKYoNObW5HacsOT3YK9WxFN1QVTjbcC6IRhrVQ43GAw1rS9XXEKlXNahWxaO1Q0oes62Wfb1iWXVfUx7pp21VvJRidbQsZIgfxH7HMVBdDlV3XE5I0R2o6PZV9vrODxlqVC0ay2WV3bGKslIUY+M+NpZDVc61sj8ez62de+3rVPdYZL3w2ES7hhLi9sBHWdtXrbFtu1MGy8Rg5f5we2WCkHZkVPc1HK9o6DEM+W4+ZLykoWVEfbQoSmRsPaQam5BMMlA1HqrmUdd6JHkefaFQnYTr2nNOW+V1wHU4P/In18qxx8YrieeDx0yrqvKYK7FmS8+jr4zPyJiEMfI82s/I8TaTseO3Ulu7jkoIbc1LKUYe11D9YX9dhqOBhl6Dx8rA4x5uIX23079BjMlo1PQNU9nUR44xAidjkcboPIfDVQ2dx4AXvbgdnDYV30f1JjKuhus5DO2jjVH5ngPDuvYcRKgoCoWlLErJsxIR4iciFNEI11kyAucXAo/o/g8+diSlj9+luz+zdvmZ5nv3eFxW1294TJa+9zwsmQy85+Y1/fViK5+bt9/0vvu0F1v74lTgvo/ekU/tgUeWjEBGICOQEcgIZARODYGsfc4RKM55BjmBCxqBwiSbaqmIUp1OV2XZUVGGSreXXl1IFMX6BjsiNPkTEet9bXu9RgJU3rhDnI1MhIzGYyFjb+prt6Mb/hMOfpTYFpIlTHpQCl3nF0nPBq67KvMhlrDI4kbzLFG117Q1UtQhJFxqXeQf26iVyrU1iUpVUWu8JtSrQm5To2PCpl4TiKBGTHAlj7V1TiAeD+NHIHNGJryQsYkRQYCtCeRWI1I4l8LzUXgyiqL0/BTG3OJ6JOlYp5RVxCPFRVSpLE2QJSnka0lRJ4FIktuQZo48Xs9Rm8+4zSnGGtvX2DlVrtfOo+baxN0YkftNloFRbZ0xc+a1U7kdwhMpug7ZEpf4tR3fLTg2gVdZauzd7gxMwI0McqUQP3UqiwghZRQqCqR0WSoYd7i0iHpZSu5H6vBqsXg5OKNalcddkbdnp/L6qjwHletj1xlzpUoOnMRm9mMbj5VxMfdhv03sQlFYLUaqTTxC/tUeT2UCi1Jg5LHI4w/HLDwCJEKuxZrI4zRSvh8qS23cW5HzCTHuRrhuxNchyTkdK1LtoW8mKh3duZP/UeJB+FebiteMTLqqU0v2WzkfcKxDRsm4cL2JWNutOkY8aKkgdySUrj0XQta0a4+bcTpdtzAXjuo5kn8iQhHhWv7NCJx/CDSn8vaK79aDWLvv7dLDH1p7ScbNzSO4+/aZfHv8Xt3Wnqh78gHdvkbs7XvfhlN7krby+fl0AnDvMbEefO9dMk0omVjkxR63f/hp5Z+MQEYgI3A2Eci+MwIZgYxARuDsIMC26ex4zl4vCQTCO3z20ZQSm2i26a65GhGKQJR+0GukVu3KRqlMVCC0Q6CMvWmntLYgBxTJzZE/9mFHZgRqdzXii7W6UlnYpiAHXwViR7Eu1nHdrEPiCqJursNtm4ncvy7ip2mwe7WikKqo16X2HdYSJ/SRC2I1X9br0vh1q2PrODIxZDWkR+2yEUfVMdKSIEG+UkQobFinGBPJkaitQw05QhnpuhZEk6fZpfxTu7UVub6ulSzribGbgjJNVWnkeUQcVoShPTqhslsqYSWTMSEVnSJJq1M593HyMFbtOmRRbYKqNhGYiEvXIS5l+4Kh1GOFpIRv7dJXLfFFKbfJbfQgtetHpFDtQdbG54jYc1hUO0KtOiyFx4u4PV3Tptr91YT42u2VdZJI1rDUtZerx2ICr64HimIsrRF6jANilevw+Kzt37qRyna+NxhD7XoRkcZIGR7DicVunIG9bP7Xua6PZbIu7Dxex6gnxfHrcB+6eKRcE1AYe3xVmrdKdWH7pO8Jcqkthf7NxIH8qyS1juTpdRq1tCbhOOiMxyZ41fxEYCRFRBLln4zAeYnAE3oifd/2I3ro402C3/zw7RMn+JrHb1MPxN477pV4ocYmxF7SSX+O9ZmadWz7nvftE6Qi/TfYL48FP/LhNYKRxnMnOXJGICOQEcgIZAQyAhmBjMApIODd1CloZ9WMwAYEImK9BVJu/SJXMgJbIBAR4nHrqakplZyYs16n09H09LQgdwszdRGh0Wik4XCYhPp4bDJMErou8m9GQNLmILSfRayviCOfUZtr59aMwLlBYNe7fk7vvv4x3fuOte/c017d99E7dKWk5nv43M4pvbV2feoh8RDvYx+8TZyya+RuPQLpt2dPIgS38vmGLWLtcqyb3veg85Bav3elo3zuyL8ZgYxARiAjkBHICGQEMgIXDALFBZNpTvS8RAAiho00cmyCtZtacfVc/W4Sl3xb2aT7lJrwc0oGWXmd3AO7iEiEXUQkci+iIWMg+uhHIPYQoIto+qlnuZQRaD9b2vJoLFg3tPAZFZHXDFhkOd8Q2KU7PrpPPJLbyD3iQdtd7/rIRBv9W7Wv9T3xqEm/vbo1ff/e5j6lrdrBZEPfR++wNu1ZMgIZgYxARiAjkBHICFyACFyiKWdy7xKd+DMx7IhQu3GGiNH6jzfba4/Lpcfm1tvPTIVN+1ZyMhE22kZEemwvoilPx8ekz5OxPxM6YD4pkzlM1k821qTNydZP1vekHjnjn7XDiTzKiNDKyoog8Pr9fnoxCzacvGpP6nGKDzt0KE9G8HE+y8mM4VzpnM+4Nbn5c0atNC38jQgKgRsV1hdle009S0bgYkLg6a88Ib391kQMXkzjymPJCGQEMgJnG4HsPyOQEcgIXEwIZHLvYprNczAWNs4RzWb6HITPIS9ABCIikXgQezyKC3nXEnYQeLQzLEjAwWCg1dXVdKKPtiwZgZNFoCXzIvLn08lilvUuTATSSb/jfgffhTmu8yjrnEpGICOQEcgIZAQyAhmB8x6BTO6d91N0/iYYEenEGwTf+Ztlzux8QyDiaHKP03kQei0Zw3Wv1xPS5k5bW89lRuBkEYiIdLpYL8lPDpIRyAhkBDICGYGMQEYgI5ARyAhkBM4NApncOze4XzRRIxqCjwFB8rXC9VYS0dhEnF65ld/zpZ0TZ61AWLWS8jsHf9pc2rLNZ2P5YlPDXxtjY7nRNyf0FhcXhfA4Lvro8JINXrYREYmU4WTfzMxM+o4+yojQqfyQ0/kspzKWl1o3IhJ5H3Hy5enmGHHyMSKO1T1e3Ig4XnfuywhkBDICGYGMQEbgUkZgeuFSHn0ee0YgI7ARgTP9mbDR/1m8zuTeWQT3UnDdknkRL/0GGtLmUsD4UhojJ/gg/jYKj+1eSjjksZ45BCJe+s+mM5d99pQRyAhkBDICGYGMwFlF4Pt/7Ky6P1nnWS8jkBE4TxC4gD8TMrl3nqyhCzGNiFg/2QPRtpWcjbER62z4zT7PLQKQxTyCu1Ei4twmlqNfsAiwpkg+Iq8hcMiSEcgIXNAI5OQzAhmBM43Aj/176ZY7pQv4tM6ZhiT7ywhckgjwGcBnAZ8JFygAmdy7QCfufEk7ItJbKXmsklNXmwmnsDZrP5U2/LfCKa7NpO0/UQkxuJVgu1XfZDt6pyNt3qdju9FmMp/j1c/EWomIdSI34kh90ndETF5uWT+VXCPihHG3DOQOiJ1WIjb3FZHbI47FwPAd9dviSHlUx8RFxLF+Ik7cNuHipKvHW0f04YgyoonP9aUjeaQZgYxARiAjkBHICJw0Amzm/7dD0n+us2QM8hq4VNcAnwF8Fpz0B8f5p5jJvfNvTi6ojCKajXNECBJvK+Gtp6ci/X4/vSWVN6VuJvRvFPQ2tp2t60liEsJu8nqrmIx/Uu/F1onbymn5Go10pu3afDaWk3HomyQqIWBamWynji5CfVIm/eX6mZ/HzTCdvLc362/bmK9Tldb2VMrJ9dCun7Zs+9prygvqgzUnmxHICGQEMgIZgYxARiAjkBHICGQETgGBE5J7p+Arq16CCHCKhxcg9Ho9bXyUcvK60+noVGXS/kzWyfnFymQ++GqvJ+tt22RJ/9kQYkz6vQSX4qZDniSZMsGzKUQn1Qh2k1ielNE5UiLXNvRkvW3LZUYgI5ARyAhkBDICGUVM4Y4AABAASURBVIGMwNYI5J6MQEbgwkQgk3sX5rydN1lDKEVEepspBN9mwhtQN2s/UVv7plRIQeroUyL4PB1pffDmVQRiEn+nKuQEoYZQbwV/W+VFX6t3JkpiT8qkz43t7fWkzunWW18vpmTdtBJx5PRnxNb1Vp/ydGJPjnej/WRfrjdEfLtewZt6K2cKH+YgItJbkbkv8U8bJTHbOLRtJui0EnFk3dCGPn44wUdJm/JPRiAjkBHICJxJBLKvjEBGICOQEcgIZATOIwQyuXceTcaFlgqnYthEc6KHzXPEkQ12xJH68cbF5nszwQa/PMqKoMMje7RRJ/bJCvrY8lhhW1KPaHKkvxV8tvUTlegiG/Voa4U+ckaot+2nUmLXyqRd27ZZOalHHTwR6i9WGEsrm8U+Udvpxp/0e7I+GHMr2LQ+JuttW1vSdz5Lm+fG8kznHNE8ag9+LUHGfQ7pRrmZ8HnQCv0RzT0WcXRJH/kyBvxjExFiXdFHST99EUfbRpzcdesHEj8icJXlnCCQg2YEMgIZgYxARiAjkBHICGQEMgJnG4FM7p1thC9y/xHNCzXO9DDZ2F9++eV67Wtfq9e//vV65Stfqde85jW67rrrdM0115ySXHvttcl+9+7detWrXqVXv/rVqbzyyiv1rd/6rWc69ezvBAgwt8dIXeulaGtT2xirbb+QS8Z0JvOHCId0e93rXpfuu2/7tm/T9ddfL8obb7xRN9xwwzFCfyub9U+24fe7v/u79cY3vlGveMUrBNGHMAbGEhGbvkwl4vjtkHrY44s6/rJkBDICGYGMQEYgI5ARyAhkBDICGYGLGYELity7mCfiQhwbG2iETfSZzp/TegsLC3rhhRf067/+6/qDP/gD7du3T5/97Gf1+c9/flP5whe+oC9MCHpcf/GLXxRCHcHPb//2b+tP//RPxameM5179pcRuBgQgBjjxN7c3JweffRRfe5zn9Of/Mmf6I/+6I9SnfvrdAVff/zHf5zuwa997WuJrOc0LWQicdvTgRHHJ/Iitu7ncwlfzAWfU5RZMgIZgYxARiAjkBHICGQELhwEcqYZgYzAySOQyb2TxyprbkCADTPflcUjdGykN3Sf8mXEkY06/iD2nn32WRFjdnY2+YOMQzb7jjy+6w4yohV0aMO+rff7/fQdX1dddZXoO3DgQPLb/mFMbf1ky4gjeWODj1a4jjjSH3HqdXxsJhFb+4LU2EwiYjNXp9Q26Tfixfs7peAvgXI7d+drGRGbnmgDmjOZ8+rqqhBIt/n5eV122WXasWOHXvayl2nnzp2pznUr27dvF7Jt2zZBzCNct9LqUWKPT9bS4cOH9Zd/+ZfpPufe5fMkIhhOknZM6eIk/qCP34jGB/lHNPWTMM8qGYGMQEYgI3DhIZAzzghkBDICGYGMwCWPQCb3LvklcPoARETaxHPKBjLu9D0da8kJHogFHs1905vepO/8zu/Unj179F3f9V3icb5v//Zv16kIj/e+4Q1vEL6+4zu+Iz2OC/nw1a9+9ajgEANZjv+I7FGA5YuLFgFIdO5rTudBrl933XXavXu3eET+OtcpT1a+5Vu+RQiPyCPY4QvZtWtXOqEL8Q6YkHuQc+19SNupSERD5PEZQv6QkRFN26n4yboXIwJ5TBmBjEBGICOQEcgIZAQyAhmBixOBTO5dnPN6VkfFppsAEZFO6nAyrm2j/UxIREMcfu/3fq++7/u+L30v1+tf//pE8EHQnapADGLPd3y9+c1vTiQhp/cgEtp8z/QYWr+5vMAQyOkmBHg0nhOvnG6FIHv5y18uyPYrrrhCrfC9la20bRvLyf62zr0HqYfgl4Dcf5yyo2yv23p7TXkyAqkHQUhJPthQp8ySEcgIZAQyAhmBjEBGICOQEcgIZAQuNgQyuXeaM3qpmrHZZpNMifBCCggz6sgkLlyfSCJi00cMId14JPfrX/+6+E6ur3zlK/qrv/orUZ6qcDoP2yeeeGLdx5NPPplOC/HSgMmcT7YecSTvSZuII+0RTX2y/3TqEY2fiKPL4/mKOFo34sTXx/N3vL6IE/uO2FrneL7pYw2x5qhn0ZYvHgGbiM1xpu9UhRO5Ec0Lc5aWlvT888+ne+a5554T9ybX1FvZv3+/JqXtf+aZZ5I+Ngj63/zmN4XQRwmRyEk7JCKOSpX5bxuot9K2bSz57EBWVlbEaV1ODLY2lBv18/Wlg0BEs54vnRHnkWYEMgIXOwL8ey3i6H9vXuxjzuPLCJwrBHLcjMD5jkAm9873GTqP8uM/IBA24GyeSY1HZ2+55Zb0fVmclIEsY6NOiS6C3ukIp3jw0woED3Vibyb0TUqrQxu2rXDd5kUMcmuvKU9HWt+Uk/Ybryf7zrc6OJyqRMSm5GzEybdvFRN8IiJ9NyKPiG6ll9vPHgKsX0g+7vlTiRLRzD9zuFHwSVvrj+uIEN+3xylgYrXCZ0pEtKqJ2EQfmby/uadbiQhx4pBThrzZl+8KxEFEpLVKPculiQCfIxDVl+bo86gzAhmBlwiBlzQMn2l8tr2kQXOwjEBGICOQETgvESjOy6xyUuc1AmzMI0JssNlQf+lLX0rfw8U1ibOxZlNO/XQlItKLLyKaUmf4pyUP2u/5OsPus7szgEBEJDIHApn/eI1oyJmIY8szEC672IAA5Bn3dESke1Fn6YfPE+5DhLmGcEf4bCEH+tvQEZFyae9fiMeWFIQYRPjswQZyj/rBgwfTOlL+ueQRgOjl9Oj5AUTOIiOQEcgIvHgE+Ezjs+3Fe7p0PXzuc59TloxBXgN5DUyugQv1EzGTexfqzJ2DvCMiRWXTzaaZjT+PzNIIocf3aPGSCtppo4yIdFoG/VORiEjkIRt+Hq/D3/GEzfzGftpaIRf6uY6ItNmHGOCa9ogjeUY09Yiga10iIo0l4ujyVMY1qdsSFBvLSR3qEUfHizhyvZ7chkrEEZ2Is1ffEPakLyNCjDsixDy00o5X/mFu0IGwgcBx06a/EZEIH2xPJBENFhv1Ipr2iPOsPMV8tMVPxKmPC4yYA7CPiOSZ61Q5zh90kFYlIo65b+hDB4mIdGqPuSZmKxGN3aQu+psJJCBCH+uFjQ7fE8i6euqpp9JnSUTgKssljADf+QiBzKPglzAMeegZgYzARYIAn2V8pvHZdpEM6ZwM43u+53uUJWOQ10BeA5Nr4Jx8GJ2BoJncOwMgnmsXL1V8Ns4Im2820pyu+fKXv6zrr78+kSv0TU1NpY06hACE39zcnHhcgPZTEWzY7HNi64UXXhDf03U84fu9kPY7v7BppW3jxQDoUNLWPj5Mnq0Qt5W2rS3bdsrZ2VmdqoDFycj8/Lwm9bZt26bNBCJ1K9kqN3xvZfNStTM28kDAshXWBzm0Y6XOOOiftMFuUtA5GcFPqzdZb9vakr4LUVinYLiZ0HeqY4Ik47OFe5l7BZJ9eXlZbCQg3Sk3CjqTsrF/8rrVw/eOHTu0Y02Y962EtbF9+/b0Ip9Wn2vasaFOOy/R4BqCj1MNfF4xliwZgVe96lXpuyH5DtbFxcX0P3oyKhmBjEBG4EJBgP/W5rOLzzD+W5bPtAsl95xnRiAjcOYQyJ4yApshkMm9zVDJbZsiwH9Q0AG5Rx2SjE0+p/fYXEc0J2MgFyBjIBTYVKNP22YCgdAKJEIrbMyvvvpq7d69O5GHr3vd67SVvPa1rxXC92vdeOONQiAcW7nhhhuSD67bOuV3fMd3pC/cnySKyLu9JgfIghMJYz+RDv2nqwdZsZm0p5MgMDbKzp07tZkcz2ajj5O9xuepCP+HmUcmwRqMeVsq8/zqV786zR0vaeE/Vq+55hqRA2PHBsJmM8EefyeSk9U7kZ/zuZ8xbiWnmvcrXvGKdP9dd911os5cnGie0TkZwU+rR517jvVAeSJBDyK2Lakj7TWn9fjc4bQun1OcbDh06FA6vcc1n2FZLl0E+PcQ/65gzfBipc9//vP5caz8SFpeA3kNXDBrgM8sPrv4DOOzjM+043yi566MQEYgI5ARuIQQyOTeJTTZL3aokHQRITbO1Nk0c/oGQo56xJHHXYlFOxLRtLOx3ijotRIRRz2+xyYd4o//gOE/XrYSSESEk0noImz0W9l4TTtt+MM/Y5mUiEiPjHJysBVyORdC/I2YtdcRkU5MTube1hnbZsIYWp1zVco/jIH5gsB985vfrL/39/6e3v3ud+vHfuzH9OM//uN6z3veo5/8yZ/UW9/61nRKizWHzWbCOMDpZITxtzKp37a15WTfhVIn9zOZK7hy/7KOqJ+M70k96pOy0b7to53cEeonK15G6TeieayXzwCEdUUHXx/AqUA+o/gfEBHN5wt9WTIC/A8DNsa87X3yMYxLs54fxcnzntfAhbIG+Mzis4vPsPxJnhHICGQEMgIZgUkEMrk3iUaunxQCbMp5XJYNM4/pHT58eP1tuREhNtURkU7KtBt1bE5VsOV0II/yYRsRKb/NCB5O6bQCEbSZcMoQW/LjkWL0IS4gFRDiUSLEQyIiEY4psP9gPyn44Npdm/5GNPYRTbmp0obGiEY3oinJqxVya2Uyv4hGN6IpN7hcv4xo+iPOXEkepyIkwxiuuuoqvfGNb0zk3ac+9Sn9u3/375L823/7b/Wv//W/1q/+6q+KU3s33XSTOM0HzhGxTrziAznZ2BGh9icijiJGNfETEUf1naz/c60XEWmtRhxb6jR+GA9m3COs86qq0j19vDpz1Aq2EU0u+EJYx21JHR38QSIi2NJPe0RjG9GUtEc09cn+tn2yjZzxxWcH9/03vvEN8RgTOlkyAhmBjEBGICOQEcgIZAQyAhmBjMDFhkBxsQ0oj+fsIhARifjgDZRsltmYI2zUEQTCRWfoB5KOzTlkYrtR5zTOqQhEXqtPHWHjHxHpZQ5nKNXs5iQRAHuInFtuuUU8ivvpT39afC8a64hTlZy+Yh3x2Mlv/MZvaNeuXXrb296WvncQ0uYkw2S1F4kA88H9R4lQP12BUEe49yhbwR/1U001IpJJRKTPIz5zENYNQp21EhEiJp9X/I8C1p7yT0YgI5ARyAhkBDICGYGMQEYgI3BGEMhOzh8EMrl3/szFBZEJG3HkmWeeEYQbm36uOT3Tbqqpn4nBsBFnYw65x6N1xOOkIPXNhD6EPkqkrVMik20QfuR+JnLNPk4eAYgXhO9x47v1+I445pr1g7B+eFyaNr6Xje9GhKjhGjn5SFnzxSDAvY1AwJ2soL+V4IP7jXJS0D+dPCMineJkLbFmENZPREPas2bkH9YM9z4E3+nGspv8mxHICGQEMgIZgYzA6SOQLTMCGYGMQEbgLCOQyb2zDPDF5p4TV2zMn376aUGUsVln88wGmz4219Rb4boVNt8bpe3bWKKHXwg4NuYQfNQpOcFH26TQRl8r6NLW6pBrK5w4ZKNPyViITby2pL6ZMJcRsemjj+R6NmSrmLQjZyPmqfgkh4jNMYnYvB1smZf/8l/+i/6Dudj4AAAQAElEQVTyL/9S//gf/2P93b/7d9PLTSDzIGW+/du/XT/yIz+iu+66SxDJv/RLvyTmlNzaeYrY3H/EuW0HE/KESHophZhbCTltJdi0fRGRTsKBMfczJKv8A/bc69wvCOOatLNK+qV9M8EWHwj3KKQ9fmhHsMEBcbcS1k1ErOeHnvyDLRIR6esB+M49cuczKCLS21C535966qn0pl/ibZa7XeXfjEBG4JwjkBPICGQEMgIZgYxARiAjkBE4HQSK0zHKNpcuAmzK9+/fLzbL7QaZTTYkAKQMG2rQYbONoNMK7ZNC++QGn013K9giXEMGQAa15NyplthC9OGHEqHOWMiBnCJOjxCCcEDA4GwIeE765bqVyfZzVSeXU40N3sw7j+I+8MAD+shHPpJOYL3+9a9Pb2flpN73fu/3oiYIwPvvv1/PP/98um7/gDnSxqZ+Pkmb10tZMv6N8WhDWtxY7620bfRHRCLN2rrWfiIi1bBhzhDuSYT7B7JuUjZro592bDcTfCMpkP9ExKYEesRE+1qdfJF2HeKHa8g9SD7a+RyxW73wwgvivqef6ywZgYxARiAjkBHICGQEMgIZgYxARuBiQSCTexfLTL5E44A8+Ku/+qv0SC4bacKygWYzzTUl35vGixBOJDt37hQntS6//HJNCo9p0r5jxw7Nz8+LTXpLHkIgIlyfSNr+Vp/c2joleS4sLIg8EOJRnopcdtllamVyDGeqDg6TvrhuZbL9XNXJ5VRjg/O3fMu3COyZg69//ev6tV/7NX3sYx/T//yf/1Nf/OIX9Yu/+It6+OGHxffu8UY4dFuciYlMxmXNnE8ymdtLVWf8G2NdccUVQsCQF5jwKHQrXNNOf2sLxu36p97KDt+L27dvT997SMl8cG+erKCPbNu2Lb1ABR9tHd/EbGOdTIn+pOCPXLiv+YyCfOSziZLPJdp48c83v/lNQfbTlyUjkBHICGQEMgIZgYxARiAjkBG4eBC41EeSyb1LfQWcwvjZJHPy5Wtf+5o4gdOeiMEFm2dO83EqDhKNjTzEDZtuBDKGkg05Jdds6tmQc02dzT7tlAj2bNYpOW0DWQfRh9DOixcgFmlv+2mnjRzwTR8yOzubiAlsqOOTfuJCJpADJQLZQXxyoZ2caaOkn3YEnbYNcoQxQ67Qhl9s0MEGPwh1dCjRww/tCDlhRzs6tKGHDiX+iME1gh5EDXbER7BD6GsFW9rIhTbqEDutD+zQQehH0OWaPvKgjfjkhz150E+91eUaaXWpI1wTC3t8tTb4RsiFcaDH/Fx33XWJ7KWNfmJR4gNBD1+U+MIn7egg1OmjJLdJnbadcZAbOvRzjR+ENvTwhT19CG3YtPrUEfRpo44NeujTznXbTp0+2hHqCHX0IdqIRxs27TW+yQsdxk0dG/Soo0dfK9jSj7Rt6FJHn36uidXqcE07/tt2+pDWhnbqzEcr2OG3LenHD23o0N6W2NPH/Ucbwj1IezvG1p42fHBNvfWDHuu9tWtLPhPazyFO9kLkcR3RnPbjswui74knnlh/4y/9WTICGYGMQEYgI5ARuOQQyAPOCGQEMgIXJQKZ3Lsop/XMD4rNMWQeb5w8dOiQ2ChzTST6IPU4EUMdApDvs2ODzSk/TmZ94xvfSG9E/R//43/oq1/9qmhD+O4+yMKvfOUrovzyl78sdBG+a42TNnwvGyW6nOTC53PPPZe+i418qE8Kj9+h/xd/8Rei5DFifBMXW757C6GO0E586vh//PHHBQlAO21tHza0kQ/t1PGPb3SQxx57TIyR+qOPPprGiS62CLbkxTiJBQbEwgZfjBtbrtGhjnBNXm0bPvH1hS98QdRpxw9t6JIb8SjJg7zwTTxOx/3xH/9xssM3OtjTzzV+8Nm244dr4mNLDPyQP33YILQj2JNX6xMd2v78z/9c6OEXf9iTGyf1KNFnjskVPewoaafENzZtnvihjzZK8qPEB/6/9KUviWts0cEf160eZSvMIWOiJE6bLzbYUxKPPMGX/j/90z9NJw2xI17rmz6uKRHqbR++sScu65ux0E8b+RKDeNgRk5J27MkNDIlHO77wQx92jBF/2FHHL+3o4h99fLftxKedNvRoJxb44ZM+SuYcH/hG0EeHONiRAyV9tOEHffJEjzjkjh+uv/71p9PaI8evf/3r6XMBG3yghw4l/tAhb/ppp+R+xiePdfO4Nm18DvAZxOO/kHt8BvE4MKR/RKT/GcFnE58TfC5t/J8TfI5lyQhkBDICRyOQrzICGYGMQEYgI5ARyAhcOAhkcu/Cmatzlimb4pbIYwMOccfGmYTYPHNSjlN7ESE211zTzyks2iH9sGNDzsacTTvECAQTJAACiQAxAKFALIQN+p/92Z8ln9hhD/HzJ3/yJ4Ig27dvnz73uc/pj/7oj0SdGG1OkAJs/IlNiS2+iQUZgC5kA2QJupz4Y8MPSUA/JxF5Oy+CDTHIpSUyqJNviw1kJ4QW1/iBYMQver//+78vxtuSWJAj6GFDvpAXxCFHbIgHiUR+2OCD8TJu9BgT2IIJWIIVY8SWOOgzLrCh/PznP59ITmzBFHIDIpFrSBTywf+nPvUpffaznxXjwA/zA97kyZjAiHbIEzCCmCGnP/zDPxQxyJWY1BkTsYjDqSr8gAlt5Mp8gwt4UqefHGhjzbB+OLmF7h/8wR+I8ULmoA8+tJEfscj5kUceEZix/sADYb5Zn+jjG1vyYq0wRogs7PFFTHDlVBl95Ekb+DJWMPqd3/kd4QMbxgkWzAH3A/mBx+/93u+lPCCRsCEHxkdcyCnsmRP8gj+n0PDRtoNRG5c2/IABOTCv+GM+ONHGfOAH/FmL+GM+qbMWJoX1Dj74JB64cBqONUYbuWPLfJE3JfmCHbHphzzDhjjME3NGH9esKXyhRyz68Aum5Amu5MPYq6pOL0fhfxKwlhgf8YjLGBk/p/o4pYcOfpn7iEiEfosJ/hAwoY0xIdy73F+Mk3XEPdYK8bDhMyoi2uYXV2brjEBGICOQEcgIZAQyAhmBjEBGICNwjhHI5N45noALITwb5Yjm9AsEAEQPG+iISF98zxjY4NPO47BcQz7wCN6uXbvEixL++l//67r55pv15je/OX3PHnoQBRAVESEIAMiDqqp09dVXp+/Bu+aaa1I7L1fgO9pe85rXiEc1iU1OO3bsEKQBfiBJXv3qV6fv8yImj+t993d/t77t275NvHkVn+SHHQRQmy+bfB77g0h45Stfmb6fDH/f+q3fKh4PvfHGG1Mu2BGDPMmR/HnclxzQ3717t6699loRk1iUED7Ewje65IQd+fO4I7bXX399+k7B1772tXr961+v7/u+70txiYctMSEsiIs/YvF4J+Pi+lWvelXSf8Mb3iAEIg1bYlCn5LHNiBC62IEHuL3uda9L4+WafIjFY5nkSRxwQY9xMYbv+Z7v0Y4dOxKe3/md3ynmlHlBh3kkLv2MEYyIxyO3b3zjG9O8MX/M6Z49e0QbawTyBXKMMZIvsVk3YAgmzDfzih/m9fu///v11/7aX0vzCibYEZMxkgd4XnfddbrOgn9KfPGSDsYOdsShj3yxISZY4B97xsSYsaNk3ZIzmJAvuJMPWO32vOMPDLnGH2MkFmv9b/7Nv6lbbrlFP/RDP6Qf+IEfEHmy5iCvKG+44YY0L6xH8gFnxos9GGHHvBKPNcR8YkcurFHaEOKSAzGI9zf+xt8Qsffu3SsETMEZW/TB7vbbb08ncLFlbsAVW2K+9a1v1Q//8A8LTMiNMTOvb/b9iy1rA+xZB2CLHuuBOQMjxkKufBaABzgRmz7mi7Xxgz/4g2m9g/1b3vKWdN9jByGIYAO2xGGOiMF9RW7YEg9c8MtnB+NCH13iQjiyLiOCy/Q4Lp8BEJCQfBFNe+rMfzICGYGMQEYgI5ARyAhkBDICGYGMwBlC4Fy4Kc5F0BzzwkMgojk1w2mYiBAbbvkHEoeTNhAHEZG+145NPRtxTtuwSef0DyeMOO3EKR1IAkgMNtoQBZR2lX4hLehno047m/Nf/uVfTqfJsOeED/0IRAJECPEgwiAwIAfIiXw+85nP6KGHHhKnujhJRB9kzXd913cJYgSChXGQK0QAhA8ngDh59OlPfzqdYuOUFzlDgEA2QPZRcg3hgUDYYM94eSkEJ8E++clPilNH5EZciEMIIsglyAhyZeyME4w4Nfff//t/F3HJlfFBTGED8YJdRKyTQ/jgdBmnsR588EF94hOfSCcY8YVf7CBNWnzAlbESDyKEXMGVk1ScsCI/yCHImreYaPk7f+fvCHvwZ6wI42CS/tt/+2/6rd/6Lf3Kr/yKyBW86SMWhBI+IH+wIRfmETKFU22/8Ru/od/8zd8Up+AgjcgJLCDtbrrppkQetnZgCxnU5sqJOfABW06MkRs5Q0hREjMixBixZU54KQcn8Vg7jJU187a3vS0RzX/7b//tRLqBLTEZG8QQ65n8OJ3GXBLzt3/7twVuzCcE2k/+5E+muSAH5gp7+rjmpB5jxR6cmFtKxk3e4EUs1hu4MDfUIyK9TAR91t3v/u7vppeKcP+QN8RWRKQXuLC+IbbAFuw5ZccaQMCYdY/8+q//esKbdQ15S2zWDidUWSuQp/hqT0HSB4HP/cSJOU6TYsO4mAviQEKTP+2cGkTIH9w5oRgRAgv8R4SIBaEH8Uau3I/MB/MK1qwB8OLEYUTzPxEYF/4hnbEBA+YAG+aVe5L1wIlMcqONUv4hVhufexB7fLU+OR1JTlbNvxmBjEBGICOQEcgIZATOJQI5dkYgI5AROGMIFGfMU3Z00SLA5hhig8fZ2OBzzWa5FTbcEZEenYTogCDg9BPkDQQU5AEba+wo2eRDaLABh4SBAKKEHGjJBogI+hE2//RFhPBPnRhtiV8INvRoxxaflBEh8iBX4kJaQAJgQy7YQAoRB30mEYIH0oV+yAd0aaNkPAh1SCnGxli4joh0Egr/LU60I+AHIQHZ0ObNmIlDXGIRG5ICXWwQ6gh5o8P4GQsldoyNsdIGaYFP+tClj1zp41QZsRgngg191PGPDthhRx0yiHzx146FPkisiBC5gQ34MR5Kxs2pKOyoo4MNMVr8aCMPYkY0fmjDF1jiB0GHduKRF2MCHwgjciN3fOOHcdJOHGzJn7kmr4hYP12KDuQ0JfYQPNjig3hgTEwIJepgREzyop88IkIQXJCa2KOHDj4hrCG5yBW/CHbgQQz80IdgA7b0kytriHaEdvyCO7gQB+KL3CGkyRF/jI+YrAN84It2cqGOkANCPGwZA+udsUFCQhpSJy75QeyxRhkjQizmDmwZGyQ9RDBxyRO8iQnpTn7ExAZ9fJIb/cSAdMMHbawPSHTmEnzIOSLSSV10GQ/jhnhl7dJG7twf5EXJNXEQsECPNnIiN9YBObFOImL9f0iAB+MEY+WfSxYB1iyP5kNsQzZn+Vz6mouMw/mKQ84rr81mDfCZxWcXn2GX7Af4fyD1vQAAEABJREFUSzrwp/XAO/eI/2neyu0ffvolzeCsBHvyAd2+Z49OZSxPf/h243C7HnjyrGR0Ek6Zixcf/5H37tHdnzmJcKis4XT03JPH0Wti3d9n7jZGR/rW2/HVyqY+3blVu7ukR3S356vNY897H0mt+c+JEWCPcWKti0ejuHiGkkdyNhGADGFTDeHA5p2Ncyts0CNCbNrbzTX6nJJjk40+JAWbfTba9FFyAo4NP4/tQahAlkHmsNln8w8JgQ5EIWQCj0my2efEErqQimzyIQLwAfHAxp3NPbqcyKNE6IcAJGfigxX+accHhAYkBKfkEIgCiEYeH4TMID/s8N/aYo8tpCe+OdWHPjkTk7zxBXEDDtgzXvKHrIFMgZjgEUzGBdGCLSU64AkWYEodPPmAAkvGzsk+csOGcfBIKXmQNyeuiBcR6bFf4mODkDen7DiZhw98Q8owFsg5TpfxH47MGxgy7xAtXBMDbLDHlvhcM27GQr4QLeRBDvhkrDx+ii9iYosdGIEP9hCTxGbu8AM2EGiMq9UHT+xoIw9isk7AH3vGhQ+umSNiEYO4YIc9+fEfxBBLrBdOhGHHumYNgA85IYyPE57gi3BNCQ6crGNNsPaw5fviwL1dA+TZCm30YU/u5AE+YEOuESF0GA/+yZn42DN2SDnwYI4YC+sBW8g5cGCcrB/ssW1jYI8/4tLHOgQH7jHGwOlE8uAkK37xwZxxj4AF80A/NvQzN+ADbpyUxG/bx33BusHHVVddlR6xpY/7lFw5Ycc6Z5y0QfJBrjEf+OS+ACPiUYIr42OsYMG4aCc31j95ggfzQzzWEPPBZwy2kIHUyYs1wngZD8J8EZd7iXbWykUjeSAnRIDPRT7fWD+sUR575ysHsnyPMgYZg7wGzv81wGcWn118hvFZxmfaCT/4ssJpIgCJc5vufdzmb79P+/Y9qHdfLz32wduOkGKJzLnb1It18u9FhoDn/5/cq8euf7ce3LdP972duf9pk5u7dMveG3TDTz3oNXGf9nrUD7+HNWD9Dz3sq726b22tPPyejWSkdTb1uVW7/OO+d96lh7XXfvdp3wf2au/bblL+OTEC7EHf//73p6eITqx9cWhkcu/imMezOgo2xJAnbMLZMLMhjoj06B1kCpt+NuGQOmyqOenz8Y9/XDzSyOYa0oyNPP8Bwsackg0/p2rYYLMZh3jAnkcBuRHblzOgiy3+iUMu8g850E7Jpp447X/o8FijVdLjmfjEBlIgojnF1eYTEYI04RQPBACP+fHl/ORFToyF+BCRxEaXEt8RIR7zJFeIHv4Di1gQReSCDlhhSwmhQA4I/nl8EcKDRzUhhiBhIHEgPojJeNvxtSXt/B9bSBQeNyU+YwMDSmJDrkDkQcYRC2E+ePEF4yRXSB1yBHtsyRV9YkOgoM880caYIaDIlUeOyRts2pwYV0RzAo+cIWGZD+x4OQK5Eg9siUM7+KNLzsQHo7YNYgrihXXFY5g8Zsq4IZvQYzzgSXzmjDbmnXYIO4hmiB8eieUaHcZDiQ1xEK4psSMv1ipkEo9yYw+hRFxyQY86Y6Vk7WLPPcG8M388aspjsNwjEE2Qacwn4yVH4jBeYmHPOoO8hFzkXsEPtsSCfCNn/uOdcROTduIzPk4vMJfgCsbkSz6MDx30KZlfpLUlD3RZA+QAbtRpa68ZLznii7lp7ckTfCBGWQPYoMv48M/4WNfEQLhP8MmLaMCJNcR8YMP6RJ+cWWfoI8Qkd2LxqDhtxGIs6BKHfvSwZw0xBvSQX/3VX03fqwfOkIeUxGYdo8t4GBtCrrTThi/aslwaCPDvGD7r+MzlPouIS2PgeZQZgYzARYFARIjPLj7D+CzjM+2iGNj5OIgnP6mHWmLvfZApu3THR1uC7349ArH3Hsich3UXp6o4TZVOX0HorJ20os1ja069tSe6IILc6F9Oka2fxrKPyZNejQ2+rMgv8azDabumr/XX6kACcRrvgYlTXm2fHazZE+/2n3/UDUd+j85js/xu1/1fPqJP7egcWps2h6fV+Gzaj9Y9klOj045jkxN1Cc+1/nferyNZN3EYC9LidnScJvbRp97u1kMk38oEJnve+YCOdyZz92tusNVu7b5W2vWuj+gj79rl65t050/R/oSeeJL1YfJt3z26SbsSAWiF4/5O+pxUPKr9M/cngnnvB/BrrZvv0T03u8y/J0SAfSVf33Tfffelr8s6ocFFoLAVuXcRDC0P4UwgwOYXIgjiAX8RRzZCbIrZcLPBjmhO7rFx5yQN3wUHOQZBwUklNvuc+IEIYaOPPzbX2EMWQUzxHyu0UedmhFiATGCzjw1EEWQaJ8loxx/6xIkIcTqMDT2ng97ylreI71SjDyIEW/SxQ9jcQywwNk6ukTengyJCkAf44sMAsoucv/rVr6YPBeIj+GD8kC/YE4f8OS1FThA8vNQAoouxYs8YyB0bMEOoQ3hAbuIP7MAcQoOXBvAvLNr5jzcIFfCCsCBv7MiDsaEDgQGphC90IUTIg5iQQuRF7uiTDwQaOeEHe4hB5pgTWdhyOgsMyQms8Ik9NvigxAftYMt/ZEZEeqkIfhjfm970JnESkRiPP/640Gc+IYrAFfIGX/hg7iDuWDO8WGRxcVE7duxIL3XADkIMwRZSi3o7DkrGQK6Mgxc/gDtjZ37AFAINHNu42OMLIT7rjZNj+OGUGX6YH/Amf8gqMGTckJ2MGTsEHTBifrAnJrmgw/hYB/yHOPbMGbrYsA4pW6Gf9RcR4jsImQfiMQ7GwzixIRfypQ8hB/qIxRyBMSVjpQR7xoB/CDLuMdYQL6cgZ+yxbeOBN/cNcaljB4HGuBgH64w+fLO2GCdjAktiEp9+8sQuIvT2t789PdJMnmBAPvSTG7HRJw/6wIO8WIPMCeuEcSPEZF4oyQ0bMKCPOmsPgpS4lLRzPyG09Xo9sTbJGSyYL4Q1gm2WixcB1haf9aypi3eUeWQZgYzApYIAn2V8pvHZdqmM+SUd5xOP6jEHPPqU1C7tfo0bZTJn9z3pNJe0tzlRlQhA+ecx3fsOTlq5yq8JpNs++NjESS+TgRBJJq7u/7jW2vfpwQ/cpzsnSJtdb71VNziDhz7VUE6PfAIica/ufOsn9dP2t/cDEEn7nIPj/ZMjxNRjH7xXou8DnClz38/zCKfJxkRE7k253qmH7VnNj/O76+M36N0f26fmdKLzg5RM7VZJpxbvlD4OGr7m132bjok+C6cb7/LYXJU8zk3zdfvxxi9TbQ/8k4d068eace772Rv1BGSrnT7y3tv06E+ste+7T0on5x7R/R/cncbH/7zel0g2U3vvvUsJj33o3+px2AG/jn/7h25Mp/LQf3DvQ/rpox65hqy7T3sfv1e3mVS97YMyRmsEG/ZJiGlc3n6n7rg2Naz9eVqffNjt19+qW45q38rnFu3kmOZNevg9DcnZEplrgXJxAgTYT7Onv1QIvkzunWBB5G6JTTGbZjbA4NFugtkgs+mHjGDTz0Yaog6CgDY26Gz22YCzkYfgQ/CBDhtrCBA23BAp+MM3fWzeIS+ICWkF8dNKxBGCkZitQARBCGAHMcHJKAgi4uGD2BHNKTP0iEs8SD18QMAQj7wgACAP8EMbuowJH62QD3VOaFHn1BolvokLeQAhgy1xGBe+2jp5QWaBGYQcJQQZeENIQHZAnGBPHPTbOj6whVSkHXtiQ8yRJ3HAnRNskDj4xJYYrS/GiB7t+IHw4T8S2zkhB+aQa9qxa/1gg5AHJbGxxz/kD23E5cQg5A111ghzjB/6J0vq4IcOAlFKLOYCm4hI350X0ZSMPSLSSS1y4Bp8wYE8eIyUtogQ6wEdxgtW+GzjExehHR3WEGPFB75YN8wJZDPrBLKUPnzhg5gIOGJPO6fGwAFiuM0BHTDGN23ogwlzhTBW2siD8aMPyYk/4kQ0YyUf8uVxVAhQHsmFzOakIY/X8uZaSh7X5cUmEKuUPGoFUYY+65VciMfYmF/q+OZxH3xAbqLLNXkwNvKkhJAjPvcMWLz+9a8XPhkD/YyBkrFSxze2YEKexCEGxC/rBmGM6NJHiQ1tYAT2+MKeOWBu8Y9ORKi1oeRzCuzAGH1889mDH3DDjj5yZTNESTsSEYTOchEjwGca/665iIeYh5YReAkQyCHOJwT4TOOz7XzKKedyhLDbZ8JvnZSbPOn1+EP6pHb7H6XHfPfsuVtP3HyTOAu2jt+1d+hOHgV9+JOmuR7RQ5Blb79Vuz/1UCLmWrInkWiPP2q6cc3y+nc3JOHNd4rHiFPrkyYjXbnhp+7UTS5v+vF3mzh0xb9Nfo/p3ndAHq09hvzlJ/T5rzzhXpN+P54s1k6oucm/jc1e3blxTO338TkHHmWFYNsy32tPMH6P6FFNkGPX3qJbr3dwo/HEl4+QXXv2QKR6fE9yiu6JdIryCAH2tJ748l7duk6a3qRbjSleBHm7RtxxmAKy8jGPO/Wt/Xn6w/ebBl27kDFaJ1GfXvsuRmKb3j3qMVn6wPEGvftn7zh6Tu1qK5+btnsN/Fw6GWhfayRnPrVnEE/xF4KPgz8QfOzRT9H8glLP5N4FNV0vXbJsgonGppybgA0ydYiRdlMNacKmmY09pAibZoiNL3zhC+nlGtQhuDipA0kFSYPfiEgvZMAXhBoEBrEgwrCBeMA3G2/a2bRTb+Oy6acdX5ALtEO6sFmPaE7eQexBLEHQYYsNm/6IJja5sqHHB/Eo6Ye4gPDAF6cPIbfILyLSF/JjQz6UxMUWAgH/kDlf+cpX0sk/xow92OG3tcGX/BPR5BER6Q3D5IO/iObtoowLvDiRBGFBXyvEJiY5IxBh5EE/hAvEKMQUJBvkDvoOmR6jRqe9Jmf8gA9ECHatH3LmGgzBgmtioR8R6cUm1PGLn9YnbeixVsiBcTBm/KIHDhGhiEikDHatYIsO1+ixPmij5EQkfmjHPxIRhE++8A+pii25Eh9diDLWJ/gi9NOOX4RrhDacgQXCesWWOeBEGuuAueXkH3OKfsSR+PgiJ3IgDjrkBK5gDgkO0U2deAjzRoktZUQkspI8GDNrkXXNnKLDmNADB2KwTjlBB5nHd/Mx3winTiHnWtIPQg1CjHuNMiLEeJgbxsk8RURa3/hlbOhyT0Ostf3EZ364p2kjL0g3cmVjAe7kiX1Egw2YYBMR4p6AYJR/uL8ZH3hM2qDPGBH8Qa5zX5EPbcTCljkijl2l+acPYVz0U8cOffzwORXR5NTmw7ySA7rkQexW8JvlRSJwHpqzNrivz8PUckoZgYxARuC0EOAzjc+20zLORsdHYPeNiQB7+BOcfGtVIYuom5g66kQWbacqN+keTpOlE3YPbyClGl83vW2vBBH44YcSyXTkFOERsodTZ5BoNzUmp/l378SJt33a99E7dKXO5M9m+Z54/FtnsPfofPd9JJ2c43FZ8Lj1ExCV7WO52vLnhvS9eR4v84CYjD2i3JzKW9f5mAlRk0SrFXIAABAASURBVIH3p5dxcNKusXvQ5BtEa0socqrw3scZb5PTEX/UtvK5RfsvP5BOaQpiMZGvJx4TUbJsjQD/zb9174Xfk8m9C38Oz8oI2OTimA09BACbYzbU3BARDYEG4cdGGfIEogF9NtyQQZAEkAcQHOjQ1/pkw81/iHANmdfGYBPORv8HfuAHBGlBnY03tviLaMgP6vSRC+QJ/jlJBPEC2QDx8PrXv17830zyQZ+SeBGRyAD0aIPAwA9jYHyQM/ThA5a/jU889MklIhIRgj668g/9nICCjAOLm2++WT/8wz+c3v7p7nXSJqIZA/qtb0gS7MALbGjnpBX+IGi4Rj8icJWIUdrQZezkAOETEel7BiEsOLl166236vu///vTi06YB8aPPratP0oEogk7+phr9BgfZExEc/otItK48YMNuvIPvplDcsDOTQljiKR3vOMduu222wSe9LU2bRkRaTz4RMCYuNSZE9bCddddpx/90R9N3zFDDOaL+Mwr19jQFtHgExHpJBkxIL0gulgPYMm6Q8CMGK2QM3X8EBdyjrUBLjz2Ap4QbcRlHJB+6BMDwZ58aEcHPPgPbuYWfWIzF5xYIzY5IMTDT1sydmzRgdSFrMM/7ZToQUr96Z/+qfiOOb6vD+G77T796U/rE5/4hPgex0996lOp/OQnP5na+H4+vsPwt37rt8T9zL3GvQfpyLjInzwhMBkDOSCsCe4J7rOIEHbYowN5xr3OI9LkRM7kiC/GhD/0sY9oyD3mkn4ekeb7I9EDN9oYGzbMZ0SkE8OMmzyIhS8IZ/xh0+q1PrhGn1xoA3/a8Mk4uF9oxw/xGAP/QwF/bd60Z7l4EWD+I5rPiYt3lHlkGYGMwKWEQETz31GX0phfsrFe25yc08fvUvN20kd0957bxAs22hNwTS6cGmtqm/1NBJ2pufs/zOO1DYkjHtfUA3oAoujme9JLEjaz1c23ai/Ezgcflq5vTuS1j+veO3mK7MOTBOQmntZPyd2fXv7xyM/fa6+NXpvfXTyKm5oe0QPOddd1u331mO5de6z3/g8+5uvmt7U5ZkybEJ5b5vvkica/WzfqIX2yPQ3ISb7Hib9Lu1/zsJrYXB8rN72Px5WZl0b3IXBOak+LU3+pavJWH2zwSNdb/GlP8z29dmJSRvDud7aPQa89frtmy3cI3vXxvSYeNyP2tP5zrM+m65j2y+/QRyAVU/de+71HN7W4Kf+cLALsg9gT3XXXXelQzcnaXYh6xQWQdE7xHCIwGo3E6Tc2wJAWrUBMQAKxWYLciQhBanGqhw0zxASn59CbTJ9NNBtuSA8IOer4ZGPP5ptNON+/RcyISGQSNgi6rUREOh0Y0RBPEDKQDuQAqQfpwEsOIhofbPC19kMs8iJ/7CAuGANtkEU8+kc8yELsyI9xrpmngn506YPUIC/qjJ0+4n/hC19Ib+ehn7aISKQXvrCNaK7BgrFDRkA4QGZgz6klyIqISCfliJGCr/2JiISP/ENsF+mXcXCSCsIQP8QmJuNuSRH0I5r45AIGtJErJbrkxUs7eNkEjvET0di01+AWESkP8iMOQjtEDC/S4LFccsIf48GPJn4iIl1FNHOJLbrkAInFaSzWEhhtJuixTolPSSwwpJ1HmxHIOvCEQIWwY+5T0E3+YE9MHhMmXzD4vd/7PbEuiR/RrL0WM2KxThg3MSMaYioi0r9A6MeeF27wohj8kwM4Y9MKuKBLSvghHmuZcYEJJUIdHXLBlnsGop2S8TM28uYaf9SZC2zIk/lGB11wIReEtUdM/o8nj3P/7u/+rhDWMYQZnwGsD0hB1haEJWuWXMGKcZEPcZCIZt3il7jE4gQeRC9jpy0ihF98RERaR1wzNnKn5LsRIXmJjX9wooxo/LfX8g9+iQNO6PN5gJ8WC+IQ16qJqOT+oI3rLBmBjEBGICOQEcgIZAQmEWhIIrdA8KXHP5W+I695mYLUPN5qAuwde7TlCxlM3nG6i++hax4h3av7Pto8rvnQe2y3x8L3qq2Rdzrq56b1x2Fv2HtL84inScePcNrv8XvTd8HtgXD88lFGm1zcpHuwUXNC8P7XvFt7W621/BKJSS4e50P0uZ03xDbt9+vGn1q3kNy31ZgwPUqOk+9xxm8Xu3THz96qh8A25eWs1h6pvel9D+rWh28Tj9MmSWQb5KuxTLp7dJfuTKf5bnrffVKL856f1qPpxRh2n/JSOjGZfNiuPX3nXv+uYZbmfo94bJdTfOmx2EnsH1daE/fc/Ejz6LQajFufvAAF0q9ZH1v53KrdaaQ8wX7N7zvu1ZEXi7g//x4XgUuJ2AOITO6BQpYtEWBjDmkWEekxSjbNVVWl7zFjM48hG/aISKfGIGU4ccZjlJx84hoyAkKBjXdE838YIUY4MQTxwgkvSDbs8MVmng06RBR2bN6Jiz3XbOyJC1HDdesfH+TETQwhgV9s0UWPEl3a8MfmHxsISWKRKz4hkiA4IJaIiR76EZHIOezBgDFERDqdhy1kCcQg+owBYoQ6+RKf2MShHhHpMdn2Wv6ByIAsAQPITXxwIisiki5x8UFOk3VyIzY5QeJgD6Hzh3/4h0Jox4ZciE1MrhHqtFPHhvkmX75nDYKLFxlA5jBWdNr42HGNP/Qhh7CHSOE0GKfd6OfNrryBlj5IG/TkH+zJG7+MhRI/7hI4kAfrAfIFchCyCX3sWVfMG1iROzkQizkgPnXIKx4ppY21wHzSRgxi4YccsKVkXPiiH0GXeDzWzFoGgzYeuti1sciFnCIagpu5YAwQSuDA6Tts0GddY8uY8UculOSDH+r0I+RAiT1+iMH6RAd/jI3c8cGYyZd2MMQ/QjvSEmr4gDBEqDPHzA1EHWQ7eRCDuK1vbIlBfm0d8h498GGeiEs/ethxDZ4IscAQPLjfsWFMYEpu2BCvzZ9rfPP5wLh5OQdtxGFtM/5WH3uENR4R6XQnMYlPO7EjYn1NoQculOAEKcp6Zc64zpIRyAhkBDICFxICOdeMwNlHAIKP/45spSX2UmSIFx7nRCDs1q6P0rFi+7ho4+Oe9L13WtNt2vaJR2GP+s492/Hb2h7l0+Tauh2x0+OkJsM+Ouln7Tr12dOEzUfedUd6JLj12cZofbbtR8b+Ed3xrnu0b+3xV3vT0TZrY9JazI/e4RpaazIRO8Ugp5MZ/1E69+ie9zmPa/G5FoexIymeCTLqrRADVaN9T9vm/PGRCDr6NuS13k4fsqG/wWVDHPveqp2xfuRdSqcF18nZTX062Fbt7oJMxVcrx+SJTpZjEGA/3Z7YY99zjMJF2FBchGPKQzoDCEBwsOHlJA+ERETzSB6b4pa4gHxgE81GnJJNMgQOm3LIAr7rC+GRRh6PZIPPm3PZ2HPSBz/4gFzDDjKOfggyBBse46POxp6NOoQAtugRkxNqnCriww5CCh/oowsxgD3xaIfsoQ1flLRBbLDBh0Sijl/6eCyYOvmTBz55NJCx0Y8v8mDsjBuyg++nwye2r3vd64QdYwYLiBP8YYcv/GCPgCk4kAdkCzbYoosv8KNsx8I48UEejJPTScwRGJID40OfePhiDORDiS1CO3rkgTDXEIO8hIOxMA4eZwU7SnJoBb/Exw8+yJWS/BEetyQv4hEHffzw3XC0gQfX7Xjwix75kwOnwpgP/NIO7nyPHDbotkIfbeRCPzljx5rgUVFyAiOwIC7j4DFjSq6ZE+r4QYc8OdXFuoRcBEvGQZ74b0viMwYEO+zJgRLyqV3PfMceRBPtxMGeuIyLEqGNfmKDJ/5a8ol/IXF6lHEh5IsuJT4gyRAwICdK1gz9+MUXbejSThtYsuYgBrlvEMgz/oXHWNFnXJTkzLjwg5ADubFWOaHKZwNEGzqMhTjERqjjAxvmADwh2yB6I0LghB5jpkSXsZEjQr7kyHywtvn+StYpgi0xWyEG+HFNnc8I7JCWjMQHefPRGBEU6eQe9y5rhgY+8yizXIQI5CFlBDICGYGMQEYgI5AROCcIPKFHH79Bt751M+r2nCR0yQRlP/EzP/MzYp9zqQw6k3uXykyf4jjZiEM6cYqNE0dsfNnYs2Hmmk1xRKRNOq7pgxji8UNIDU5b8RgkBAVkB6f/sIG8YaMNqUA/ZBaPbvK4YkvqQBpwygefSEQIMoHNeXvNCT025RBR+IJQ4vvCOGlGHvRBFnEaCJs2Nm0QUNgTm3zogzzgpB6xyQshZ8aLcHKInBgrJ5Nan8QiLiVjJ0/IktYPNmCJQB6CBz7AExKJ2GDFiSZO6jEOcECPPsYB8UZMPpi4hrzCnrFRkiuYU/IILbHxRR74YhwQocTFD/MBBu3Y8cmjp/hlLJwWBA9egEBe5AJuYABZBaEJ7uRHP77QxQYcPvvZz4r4fK8aOdAGLpzsAjfISOaSdYAt+ZEna40xUPKdceSCX8bGmJgzxgw5BWHEOPALBpBH+CIHhEeyWVPkAUGGH3Q58QWeYEkujAOCirnARxuL035gSYkP4rdjYT3ghxzADh9gwX3BXIIl48GWE4esScbEeBgf6xUc8UFs8mYsYEKO5IvgC3v8kD854BcfzAcCIQeOtOOXPMgHAVeEPkpiMF/4IR9wwgdrlHuBPjDmvgcPcsGW+ceWuBCe+EaPuPSRG2uHtUV87FrBL3ZgCO7Y4R99xsgcMH/cG+iyVsiVGOBFruiDETqMEZyZA64RrinBDz38khPt5AQhiD5+iUUebVzuCfQZL/UsGYGMQEYgI5ARyAhkBDICGYEzhwAn/doTh2fOa/Z0cgiwfz05zYtDK5N7pzaPF7U2G1+EjXC7oYYAYtBc08fGmI00m3jaIUnog6ygZFONDZt36mzYW4FEYHOOQCqw0Wczjh9s8AmJAGlAP48IQl6wEef6jW98YzoNx8meW265JT2qyqYc21bInTi0c5IH8oQSH9zcP/RDP6Q3vOENetvb3iZebsCJI+JhQy7kSh1igJND2HAS6E1velP6bjBedPGd3/mdwic4EAdd8oMcgcggB8bGeLAHI04lMRZKXjDB6ai/9bf+ljhxhC754ws/1CE2IEiIwekjCDVe8ME1+pzA4gUNtIMfORMPW8gkSsgO/EFwcNqJU1KMF/zJ6y1veYt40QSn2fBJ7vgBB+aPueAaEoocIOeYA07EEZdTY+CKPZjgFxswhAhr65BmrA3GCjFHDuRE/a1vfasgcrAhX8gi9IkLsUMuEHr0Q1BiA6n23d/93eklJeDIqTrwYG7JjXXKeLAHB0gd5gZf4IAfcsAXurz4hLF83/d9X/oeR/SID57MAQRX64v1Dxas97e//e1AL7BiPbBeaGAeiUds/IALPllntDGHrG1syJ9++jgdxzjauGAGJu01eeCPnMCE+WD+yIfx0sbpSGKhB67EQ8AVuzYWbeTBSTdO2YELscif+wI/XDMXlGBIDNY6a4exclqQ9Uye//Af/kOBH/cWY0EfDMiF/IkLdvhjvlg/EN5gSDzuLzAlFngXpQmKAAAQAElEQVRC8rV26ELQvfnNbxa+WdOMhTFyTUkb+WGDLfcP4+NexB7f6BKftohIj9iTA7lix9hZD5RZMgIZgYxARiAjkBHICGQEMgKSMggZgQsGgUzuXTBTdfYSZUOLtBHYrLOJ53QPRAV9CO2QMmzUaWfDDHlGHwQQG27IHjbqCIQPj/ZBHqDL5puNNfqUxKCOLzb+kC7Ys+HmdBf6EFJs+CFC6IPgIIeISF++T1z0ITbwiZAnfiHT8MvmnlgQDejjG588DggJhV8IC/xgFxGCBCBn9CE+yBG/6FGih29IBfrwj578gy39rgoSCeKAGAhtEFUt8QGW+IGIwA/+8EWOxMEGjMkNUgsdcoeQAAtOx7U+IiJ9L2JEpBdwgAW+IZLAFhwggsCPU1uQP5AmPNJMfHImHvHBE1vaIE/AAR0IsYiGGMEf8wNBxJiJR574wJ46YyBnxkVsdMAJcog6uvRTxwdxuCY29uDFWMmDa+YE3+SNHm3oQmhyDTkGPpBXzBWETkSk74Nk3OQMFvThC1tiQGyCA8QSPsmbmOSHHvnSTn7YE4M5Ym6wZ45pAzsEm9Y3eUU0j7XTxzVY4J98duzYkd4YzHyyNrAjPnrkD+7EID5CLvSDF1jgA/w4Rcg4GCd5U6IXEWK8EZEIceJGhLChTjxIOuaoJWT5rkb8T44DfdrafLBlPcg/5E4fa418iAdO6JALJXFYK8RBB3+c2mX8rR/0wJRxkT8YgC0n/yKak8LMATrkhg7SjhM7+plH8iQmJCi4UeczityIHREJd+p8DlASH18eUv7NCGQEMgIZgYzAKSCQVTMCGYGMQEYgI3BuESjObfgc/XxCgI0tEtGQWxBQkBHkGBEU6fQaBASbZTbybKTZaLORhlhgw40P2jmRw8kkSDQIHTb5EZFOzKCDQADQzgYdHwThms0//cSBtOAUII+sogdJ99u//dvppR4QCtixcceOEh8QIJCDbOQhXSAIIEp+4zd+QzyyyeOOfMEmvokTEekkGD7IHR9s8tnwQ2ARG8Lo05/+tCAkWuKT8aKPLn6wp46QK30QFGBEDjz2+eCDD4pHgIkPCUGOjLMVYreCPX7Bifj4ioj05lYeG6UNXUgN9MCCWLS1ArkBLhHNW1whV/ALmfXxj388zSnjbPXbkpjUGQfjwj85gjlzzQtDwJY8GA8+I2KdMIkIzJPQRwU/YEMOEHK8QZb2iEjEE3mgQ8nai2iISmLTRh+Ytz6YFx6DZYyMh5epMFZyBxPiRkT6fjWwQyKaa3Ai/w9/+MPClrnhWms/xFyrpjFxTd60kQO+WpIO0oj1Rmz6IyKt84hIxCJ5tMIcMQ7GQBslNqxFfIIx/a1wjeCb+OCCD2y4F7i/yA1hXuhHsEcH/wj9lAh9lMTDJ+NB8Auxx7okNwQcudfBC0Efe9Ye9ymxfumXfkmsg9/6rd9KJxnxS86QsJCg5MH9xz1ADE7DgheP+f7mb/6mfu3Xfi0R6vglD6SdQ8ZNHuDDqb92HeATiYhE9BMPIV9iQF7jLyLSm7wZL59d+AML+Yc2/DF/kOQRkT4H2n6r5N+MwJlFIHvLCGQEMgIZgYxARiAjkBHICJwFBIqz4DO7vAgQYGPMZpfN8eRGl409G3/aIVTYSLM5ZuPOZp06p8kQyB/IFr7DjccC8QNRRBnRkB8QA1yz4WZDjl/ILjbdEArY0cc1p4MgAyDXeEwSmNnMo48OthAC+OMEF3kSj7xoo5/vMeMkGJt5TuvgA9+UjAW9ViAUaKckHvaUfEcXJ5wYK7aMgTwghiAl0OcaIoR+6mBFP6fgIGSwheigjfyIw/jxhQ3XCPmTD37Rb/vAG3KFnNEjNyQiEhFFWyvkgx8EYg6s6MOeOea6tY0IutKpLnwTr7Xnmjywww9rhBOAnKpiXZA/frBBNzla+0NsqhGRTheiBxb4iGhyBhPGii4luBGH+PiLiJQXxBHzHBEifx7BZE4g+cATu4hIpCV4tr4oiYEvcsEv15BGYEDeCHr0txIR60Rd20aJb/DAH6cqebSXdnziA8EfvluJaAhW9GgDB9Yv+LFeeKwVMowx4BdpdSMa7PBJDHBiPXIyljp+IL94XJaxoYdtRCTyK6Ip5Z+II1gSG1uEdcU6IxdOnfIYNo9A8zg6ueGbOWHs6GGDLvcT9xbzSVyEsd10003iEV9wYm4YD3MGKcppPbDHFp9tPGK2wmPW3K/EQBc7fDE+D2P9l1hghlAnDnbMAcL9Rx/3GusOHYzpI1fG3d6XXNNOf5aMwFYIsI4+97nP6b/+1/+ahDrraCv93J4RyAhkBDICGYGMQEYgI5AROJsIZHLvbKJ7dn2fUe9sZluBdIBUg6yBNGCzSzA2x2zeIRbYPLNhZpMMuQCZB0kQEemUFBtlCDBKNu/4YkOOLcQABA11hD5iIMRhA49fTsxBGLDxx5b4tLeb+4hIpAVtkD2UCPnzSC4kFCeLiE9uxKK/HScl48Mv9YiGZOKaHLElLn0QBbTRxzVCHviMaEgXfLXjQg9yEjIBAgQ98IgIQXJwjQ/0yR3BH7hSBxN02nzxQQ4RDTnEeOhDh/FGhPiJiESA4Zt+4oMnRCfX+KUPe4R44E4bwhgZM/mTGza0IeiSB/NBOzqtLX4ZPznQRh/X6NGG4B896hEhfLYnLKljhz4bZEri4QO8GCM6lOi1dq0/xkJ/RKTvzUMPPJGIBhv6yZ3cwA2cqUM2EYs2csOWkjj4x446bdRpQ5eYkHoRIU6EkTd95AyGEZFOgbX+sGklohk/umCKb/Dh/iJHrtElf3yBB7oRke4vdNFBnxwgv5hrTpQSD9uIZtzoRkQifckff5S0M8fgC56sE/CgnbGw3v7iL/4ivcyGU5YQqJzmpR888AFufJci8cCTkv6ISGP/zGc+oz/7sz9La5I4jBWsOLlHzowPzMidzxyE+xXSEtKWPCARiYNfMOC+5LOHnInZYkNO6DAG9PnsAYuIELq0M9cIethFRCJuyQ0s8U8f2GbJCEwiwIlWrllX//yf/3PxfaH/6B/9I73//e9PQp3vMb377rvT/3RAN0tGICOQEcgIZAQyAhmBM4hAdpUROC4Cmdw7LjyXZiebaU7JsFmOiHUQIDMgidj8tptrNt8RITbrnJaDOGBjDVGADtdsqinxByHAhp5NORtpNtiUbL7ZtPP9W+iy4Wfzjw9IPmwgBijpg5QgDvb4JUnygiQgF4g9cuN0EH4hIHhEkD7sEHyjjy1+ICZoxx+61BH6WnvikytjwpaSPBkXeq2AFeOAqKGf3BgbuHAyizxoxxd+yCEiEtGALtfEIj6+IkLY8zIRxoQQG3/okDvXxMQOfKhjA8GBD/TQYWyt0Ab+YIQ+9bakDYKSHPFDDEgQ2olLSR7gRUnOjB976uRAiU/GykkX5p0Se75/DV1s8c98RITQpZ280aedkjzABrzAlRNlnPYiR8aMD2yJy7iIjQ9K/NFPOz5YH9hcc8014vvm8A82+MIHY2IstGPDGPBBHyV6PMbLNeQaMTnFSAxsyBE75hld1i75Mxba8Ecb88IYXve61wkfEFrkSy6U5IpwjZATMfHDOqKN+4Fx8Og7Ntyj5ECeCHXWJ/HJhbwoIcDJhRJSjRej4AM9xs+LKSC8yAlCDFJucv4ZA/OAP/InF9YVMRkL7fTzeULexAJz2iEOyZk1wFrAtiX1OJlLLK5ZK6wPbBknesQlH/y09vSRN/4ZK5iRAyQh+SCMGXtiMw7GCF60sbZpJy650p4lIzCJwH/8j/9R999/v37sx35Mn/rUp/SjP/qj+pVf+ZX0SD+P9VP/kR/5EfGY+d//+39f3D+T9rmeEcgIZAReOgRypIxARiAjkBG4FBEoLsVB5zFvjkBEpA42zu0mlw1wu9llo82mmI0zBAOkAQKRwaZ+9+7dgiCArIAMgzShjZLH+fhuMN4IClnXCi/KoJ9NOo/gsZEnCTboEIwQhvjDD7aU6KMLOQDBwca/FdohC8gJooXTRuhAiuGLOJw0pM5mn7zRR9DDHuKEPMAAghByg9jYMQ4efeQaIRewwA4f2BKX8eOPDV5LGkCA8B2EPL6JHTkx/nYc6LcC4UIf44Ig4dQfJAnjB2PyQIhLPrRDMjEe8sGWPvxgB4nEY83M5Z49e9KbgrFjDOTDeNFF8MFYyAXCBIH84cQKj1jjlzeXYocPxoQNtuQAxvgjJ/wz12ACGQae+MIH4wADSrDFDl368NXa0g5GEDSsPzBlM40twroCC9YJfrAjL3xxTR7o4Ze1y/rmu+kYD/OEDmNhHORPrNamnSfsEXAFS+aEU20RIewQ4lG2PskbsgwswBOM8I0esVlXrQ/WIzljSxziE5t2/GDXCjqsXbCEpGSdEoM1D0lFO8QXc90K9yn3FYQX9xY4si65p8Hki1/8YiIXeQlOu07JB1wZM3kwJ5TMJf6x5URfOzbwh/Ald+aU8aJP3oyBcTOH4M8aAJurrrpK+GWtYcdcoEcfY6IfW3KMiPS9jMTDD+08KsxLe7hPIPgQckMf4f7nM4zxoxMRAjPGDzbyD3oIeEAoYu/m/JsROAaB//Sf/lM6pfvAAw/on/7Tf5remt4qcZ/8s3/2z/QLv/AL6a3Od955Z1prbf95WeakziECT+jf3/c6/funXooUThTr4/q//cs79JtnKZWv/trr9OZfe+IUvZ/dnE4xmayeEcgIZAQyAhmBCwKBTO5dENN0dpOMiHRijCicdIIsgCRgw0tJOyUkEXVOHEFisWlmg8yX6PNiAwgLNsf4oA9ho8xJG+r44Bob2jgx08aAdGDDzcaf00JstPkuN17UQD6cyIFkQh//2OKLTT4l7fjED5t3Hh/kBBOPKfJdbPRjD9EAuYE9RATEApt+xoU9vhFi4gNCDCKJnPABcYYfxgLJA8kCiQF5QC5cRzQEAi8BaTGBFIPQiIj05lKIi4jmEUsIJa7Jp/VDPmABCUVsSCBeWADJR57kjA05kQd50ca8UIIJ44SEguCAKAVL5om8mANIGsbP3IBva8f8kge+wQI/xCUf7DlZRV7YMF5IGeKRPxhAvuCDMUC2kB9zwXyCKT4gk8AGG/yAIbgSl7zadnxENI8ygwMnsRBebEJJTuTNxhqJOHLyD1uE8TEG1hdYYMf3LfKYHfOLX8YBEYWgHxGiDVwjmkdMwQNCC/yw46Qea4Nx4RtbcqGMCDEWSCswps68gQX3CI+qUjInCD6ZK+JBaEFuRTT3JWuNeSA+dXyQM2MBQ77XkvmlHbwZK77ICcIPIW9KxoaQD/cA9xn66FLHD+QpBCFziD90mV/0WTf45p5Ch/uEOSAfPh/ArJ1HdLEhZ/yTK3ZcY8eawgd5Y8OcE5M1DFbYIuTN+seG/Lhf6CfPz372s6IPfIgXEUx5Emz5LCAv+oiBHfGICw5gShkR6dFhMKA/Och/MgKbIMD90r4IiDUN0fcf/sN/EC+VQR1C/N/8c7vYngAAEABJREFUm38jPiM+9KEP0XRysu8OXfYvC8sdEyQLpIzb7vt3+urJeclax0EAkumyf/lSEWqbJQJh5fn83z8uPfXL+oUDX9IvfPFUSa/N/J6g7USx9n1U/399VP+/fSfwc1rdT+hXv/wlPf7lXz61NTyZ01P/Tm/2vXHqBOFpJZyNMgIZgYxARiAjcMEiUFywmefEzzgCbHQhAdh0s+FFaIuIdKqHjTIbGzbgbJQhciBmHn30UUGYsPGG9OE0D5t4yA++Mw8SAgKEdq45wUUbJYQXmyBIHwgCfEAEsVmPCFGHxGIzTiyIBIgQ+jlZBBHCJh87/LCRRyAgyBc7SAH0IQkgXohDGyegIF/ww7ixxxcx0MEHAh7kAenANeQTxAyEARs5SAROWUEKQNrgA/8I+vhGH58QJbTjg5zxQR4QYpAe4EAe6BKTzSNjYEzkwZiYF+YBUg0cGRekEgQMRFJEiHbwJm7rhxIf+ANLciNv2llMEGzkAMmCT+zJkRNm6FBnfskRjMCU8fDCBOYSIpV1wFhae9qZL+aZ3InP2CiJ35JY5I1fbDkBBlFHTnyXI+QNmOIDARMwIj9II3JmLXL6jljgAClFHRxYe5B55M76wxe4MB78MW+sacbCaTDGypiJz9xiyziIh2CHgCN5UGc+GA/3BSfvwAGM8Pt/sPf/wZZdZZ34v57MD34pRAXElkDu2OQHKCTQItoakhi0O1BxcHCYSdo44mhRYb4kwkT/+EYoITNVVEom4TukEMupMZOkhho/4kRJt8oPh+/0qNgYGIX8oLETAi0qYGQAFRn47NfaZ52zz7nn3L739u3ue28/p+5z16/nedaz3muf3b3ed629iTHrWz0CSSz6MRZ1Qz+uSXNAR3xwkSrTk1dnHPp473vfW8QlXnH4zrpGxB4R9Vl75ls70YYEh5t5Ej/87MY0Jn7pfcd3fEd9+QkMjb/1be7EDjc4e/kFO/Nr7Hbe8Q9/Im54u+6NXczisesOLuyM2fyxhwn8jZGt/ozP98j3wLUiPvMsfuP1PVI2DqmxE3gYn7EiHpGn8uI1X7BgHxElIgr/Ylenj5REoCHg3wmPAiBe7PQbv/Eb5aUvfWn5tV/7tXo01zXadL2A5gd+4AfKr//6rxffkVa/OO1IvIN3lnLm+eWccqJIlsW9b3hLJSr3DUjKDe9h6zt86mvL77/+q+X3X7x04scy09fv/MqIYGw977q9fK6L5e27WsVGpkvlVdd+tXzu2teWp6/F7QmNaS2BpG4ikAgkAolAIrB1EEhyb3PM1SmPwiI3IorFtwW3BbCgIkJSLIQtUiycETIW08gdC28LbKSGxTOCCElih4yFdkRPLkREQdxE9DvX+NIn5xFRF9YRoVgFAYDYiYiCkBMPe4tuxMdFF11Un5Xm+B9yzCLewj1i4gP5YIEvDm1iFrs640DWIRXs5ouIugjjvwbQ/RKfMRI+9B8RhQ/2CDpjhpcYkZBi478zrzuB+NMve/0h4bQ7Ogoj5Bp/CA2Eg76MlbT+kQ0RUTGCLR9s2dERB1IkIgqyEymjD23617d4m4hZvBFR7IKiq4xcsYBF1iFQ2GszV0g0c/zoRz+6PhPPWGBKx1FK14B42JsTcUbE+IUn4uCLvrxxiocNP20O4GfxbDzi1iZe/bMl5hphJg8L7fAwbr7h4aiuuVUPP9eCcZiLiKgv82gY69PcGRt/dLSx01cZfIxB0Xj5007EqS8+4MEWmYUUQ+ohsNipN3Z+9CNvnFLjEDtckJvq9CPVRxOxRQR3RZ+t3hhVquNbH+a1zZWyvsyNdnr8I+pg6VqAuxgczXVE13yKhy1sjZmtftSLGX6uF+1ikzeHUmX3Dqmx09GvMqzFxxf8CcLa90ycxtNs9M8Pgk+s5paOGMRjTIR/eNFXr4wghJF2Y1OPxPN944sP8cj7Hpo3MaUkAkMEXvva1xY79Jog5X3fHcNV9zM/8zND9fLDP/zD9d8UO5WnGuYV6s6qUs7ZeVP50TNL+dWP3D2jdU/5d7d0hMzPk+HOs7vLT9U69WdMjj42cm2w46kROsPda7Vunv2w95GPflfhpI9q+yu/UN46juuM8lN2fun7XR1R2ZGUL+e77lKz80rco3jVdX1UH3Sq7BuRgR3ROfDZ99u1zcTxjeNjpL3+C971CwMs9NV10P1M+nhW+Xef6SoGPz0WPXYTfwOFUZ/jHWPG1sU6HmcXw1vf9azSx9j5GY1r4KGUkY+q8ytwGbWO6pvvSZydn1Efte6WDmNkXFc3vetwhGWtn8zLVH/aOvuHBn3x+fIHuxgefEmNezIW8zfy+Svt+uuxbdgcE68ystdvlW7eysiHOLpu9f+NU9eNuRrasekUh1h3xeFP9VH991hNYdjF3sfJ79Aq84lAIpAIbDoEMqBEYMMRSHJvwyHdWg4tfklET8JZ2CLWLHSJ0VgYW1RbbEdEsZgnFuPIQAtpZMTFF19cEAKXX355+fEf//FyxRVXlL1799bdDXYx2BmEgLnkkksqYcc3soDoo/UnHuVGmOjbYt4C3OJbu2Oujjx5sDnix0Jfyqd2qcU8QgAppQ4hZAzIDL6QLuJ33BWJYOGPeGDbBBGAbIiISnDKIwYQenCyq8lurw9+8IPFDjH9GA97MSEa9EmMx7gsCLUbC5t3vvOdxdHMRkLwAQsxRkR9zpixsGOvDSnGt7wdc8YgLy6LSfoEJjAo3Uc7YccPUkNf8LXL0rGy//k//2f5rd/6rWLnFCzErV/YIajYmW8+GjZw6NzXH3p2tbDXF/9SNjDmk52+I6KSU3SMVZs5+Y//8T/WHS/02YrfWNgo6xuWfIovoifrtCvbQYO4aUQVXWI++CFszZPx0NW/uJBV4qAjFtgamBil7OQRZvSIfpFkrjN4+27wQw/57XoRt/71wY/+2PBnPFKx01PPhxj41oc5aKKOTURU8sA4tPGvT238Ixl/6Id+qLzoRS8qL3zhC+uLAK6++upy5ZVXlle84hXl+7//+0uzY+taRIqK2UsB3vSmNxXXRUTUN/SKjYg1ou9brEj47/qu76rkMx++E3Zb+m7RdU1IzYHY2MDdDsTv+Z7vKTBzRNoRZ3V22hkHHfEZC2xdZ3ThaW7hBU/+pXA1DrjJR0SNyfXjvkZfDNpbHMYTEdSLvGucf/3XyvyVCMxBwHXufuk6+umf/unyH/7Df1im5buk0r1QupI89OH/VB4o55cffc7l5SU7zy/lwTtHRNfI6pGOFNr91fK5F1/ZVdxbfu49yBekyUvKr5Yryzte/9Vyz67zywOHvq0n2DqtUu4sL//l68sDNT/61RE6Fx66d1Qo5UXf/5vlHT/R+R3bv2TmGXBdH/9P5+Ps36w7u/T/wKGBzoPXl/+y8+Plcz9xUzmn8/qrB3+hPLTr9vKOs7tC6eP63I9drtBJF/cvi7fL+jm0r7z8wfPLG2v/Hy9vPLOLtxIzLyk/98iofuT3ZS++vbzoqa8tb3zxKI7X/2Z5Wen1uSIPHLq+lBd3YxliVPvoWmv8N3W4TsZeujZYnLOri7/5GxFQncUqf+4sP3f4FeWe14u/M+nwmH6G3gi/bm6N854n3tPNV6c3+9ORbz/3YEfu1li+Wu7pxvn/bbvoHukwfmIXY8Wiw/D/6TCuhBkse4yHc/877+nmq2Hfjesdu19bhjvmXvRjsOsCqJh8tUzv1ru8/Ii5a9dfI513vbG8aBV4PfSu67vxjeauw+QdL+7suq6W/XQ4Ta6bbkzddWHujMN1+3PHeD7fitftgy8p5nVZn1u6IoNPBBKBRCARSARWh0CSe6vDaVtpWbg2MTB5i2OLXwtzi2p1FtXqlS161VkcW0xb1NB3dI4PC3lHUu1msNjnR52jfI7mOepngW2hjcRq/vhvEjFZZFtoW8gjKNgh9yy62StbMCF/9KcfsVnYS8UtJqSHukaG2JkkXjoIBITawYMHCzLKWPSpzXgjeuIpoic9zzzzzKLd+JFBfPOBCEM0GnOzRcboU3z6F4sy3IwJcaM/PhBRjixGRN3lVroPe3ZwQYpIxURf/3whKJAw8jBBRHkWHlIGNnQ7V/W5bwgS80U3IgpSVhzGw7c4G6mC6GMPY33q37ikYpKaO2PhT6z8EPOAoPEMODZ88yEOZfbiYkdfOxyk/KrTt+sFkfPRj360kldstbGNiEpIsWPDJ3vtUnG5Jt797ncXsbjWXA8kIsY79lpZLMgmePLJj5jVOx78/Oc/vz4jUT2c2MFSLPJiIy3fdMRFDymF0IYTPfXwUNanMTRpc8KHdnMtZcdGXOLQl7ESZfMrdjoR/XdIm+/e+9///vKhD32oPpfuf/2v/1XMjetV6nl1Ymy2vl92kho7v+LxPRaPstjt7rTrVEzq6ZorBLf+6ftOOZbPhsBX2oQdQZB4GQaMXMPuH75P9PVl7FIvgHHUl3/i2nQc3nUYEXWHrHFoM254RkQl9uSNw9jE6rsHR/3zYxzmUmzyfLj+Wp16dSmnNwJ257kOXZsNiYj+3wZlf9SSDsXOVPegf/Ev/sWwek7+SH0mWTnzFeUlTy3l6c95RTmn3Dn9/LMzbyqV7OlIljeeOXIxJF66qqe/+KaO8Jre9fcyZNfrh0c/ezLoc6//SHlV19dDH76+IwDPqDu45hIioz5KR5jUnWd1R9695cOf7jqsP1d2hNtSKYg3pFCtW/yrJ9I6Aq4j/H7nIx1hWRA7+v+2jtDr7B65t3yqS+b/3F3+27v63Wbf+POIrRmtORg99Of3dErnlzd+P4Lx8g7Djjjtavz0/Y/iL6O2R/5T+c01vuDiZZU8Wyqv2o145XkoHVaPdOWzb6p4P300R13N9M9Tzy/P7mqQs3bJPbDr8gEhN4qxYfzIPeWB0byc010PL+rsml87Ps95ojF2xOfP2813fnlRIwk7vdX8vOj7byrt+puQzktlNXg9/Zsv7LoYzemv3Nv13V0bXc3ynzamH647Vcto7vprf7n2bM3K1+2Vlexu1/isbZYTgUQgEUgEEoHtjECSe9t5dlcxtragtYhFFlkwW1QzjYii3sIZAWDBi+SySEaiWBxblFuAW+AjuBxDtGi3wP+93/u9uiPNrhwLd+STdnkkEnLDYpyIA2lB9K0PfVuMS8Vkp5tYIvoFvYW7toiou9vY8tPqpaX78CF+pJadWHzzR9dCn57xGEeTzmz8Y0GHvEASGD+M6Ekf97jHjUkE/RsLEadUHV196qPFAa/Wd0RPJMK3YaJzvo2PRPRzYUcYPYSIeOSNo6X6VNZvRFRyT1urN1ZkkLmz+0wM2iKiGKcY6eufrtRY1Imj6SNH9AFHZCcf2unrv6XGYOytDRZsjVOe74ieiGEXEfU5b60/fkhEjHf5iUE7keebLVGnLC4x6VvKh3pluMFAHRs+6CvDVVzmSRsxTlhIleWlfLHlV7/s4BoRBbYRUQlb1wmb0n3oEvakqxr/iAsefNohyl9EVCle5EEAABAASURBVEJSPUV9RvR4RYSqscyO07zYedcIU8QbEtj3z/fQDlZxE7Egqx2lhY068YiBX/2aM8e+fY+Mhw5MXMtw025sYuXPtRQRhY+IqM/t5Mc9gz2sBI90hz+blvLNnj7CUZ/8shUnnwj/FpvrTN/0+W71LW8szT9f4lYHI7psCR33GTtg5cXXUvmU0xMB938jR/xKHSf/vu/7vnpN79u3ryDw1a9LRkRNeeT6cmFHyHzjaLcdomZd/lZr9MlfKC+3i2+0g6vfNTXfeEzKvb4j5jqZ3u0132Z1tY2I6f16Ltv3vPg3yxvPHBFEsOji09/v/ApCryPq6k6/0e6z1XWyBbQuL2/vcLUz0s41x5l/6tD6wn76iz9SPvf6fidhJQvXuhvxqT9cCbdf/cgvTJHOq4pmV//svrpzsxLC+6Z3oC5ycub5AzJzkdKofg3X7cgik0QgEUgEEoFE4LRB4IzTZqQ50LkIRMS43sLlb/7mbyohYcEbEXXnlAUwQkYdcsuCGQFgUW8R/rWvfa1Y3Ftw0+HQQl99RNTFPRsL84ioR/wswpXV0yds+bCoV0aQKPODVJDaDcHWQp++RbqUH4tzdtrl6YvDwp+eBZkFPVsESkQfG8IMUYAE1DeCISLqjiD++NLOzrj5VI7oCTf1YmgpG/1F9P7ltfPNFx9w06/YIvo54FMdYsfYYW5cxsFeyoeUHl9SdnxGRCU52YiFPZKq4UFf7DBVR8TWyuaQb/UR/dj0qx0m7PWvTtx86Qsp6LoQizZ1xBjoEbpiiYhKOIqPqOfXfJhbPtixJ2X0ERediJ7k059YNBtDm1fY6U/MYomI+kIJ9voxNm36Nib9w4kfOtrZuxbsREQGs9OmXiouqXj40I/5bNezvJ1mYpG3g04fbEhEVEI4InQ7FnMonuZXHtlmrPpWjpi2GRt3GXFGRCVH5cUJGylbY+vUKkmqL7HDAt6OeYsVEXneeedVchIG6vjix/gQ9Xa68knEps09otmJVRvf5ogf15Y6MfCnb33aZen4ojYxSsUjTn2L57d/+7eLHVDqIvrrx0tOECp25PFnPvXFRl4/fJGIqEd/6RFkonY4G5PUGMwNcZ2ae7rmNmIx5mJK2f4IeGmMUXqEgtR96pWvfGW9l/3CL/xCueGGG8ob3/jG4o9aP/VTP1WaaKO/krTdUY5teqkB6cmRmaO5s05GJMwDh36uEij9kchSXvasy2c1Vyz3O71GuwdnNcd9TI7iPvSuX6j9zaouL99THlhhF9yLnmWn253l5b9y98j07vJWxzEr2Tkg/X5sOJ4LyzlP7dTrm1S79Bg/451k79HH3eXfITNHNq3//gjoqG20e3KkMk76N70eKW/10pNx7Woy55fn2Gn54PX1uHObo2WWHWH1VmQecqweKx5q3FlqjJ3Ozz3Y1Z99ZXnReF6Wz/3vdPPzUFkqr7q2J/g6i/k/j9xbHprbsjQ6Gn593U3Z70wsZTV4tWvjRT/21VKv4bn+N6Zyxet2Y7pIL4lAIpAInE4I5Fi3CQJnbJNx5DDWgEBElIie9IiIjszrd21ZMFvQWiBb5BKLWwtsBI4FOqFjcYwsc2zWYjyiPy5pYa9sYS+1CLLoRkBZzCMrlC3ktSMZ5KXqpWyRec985jOLHTR2+Vl884EwQSjom6542GmXt7C3WOdD7Pq3WDcWC3k+HQX0jEA7eCz+tdvFhCiwqKdnfKX7IGX0S4e/Vhafo4GICzHx84QnPKGzKJUURF7QhZXxGSsM6RHlpz71qfXlHMZCp/lHmrb+2lxwDFtix5NjtOI3Hi8xgSuBMRxgRPQFE/URUcm/0n2M0w4o2HkBhqOW4uHDeIwLdnCMiGIc4hOXeu0wEyts+UBoeRaa/sXJNyy77go7ddr4QbDox5FkberE4OUoYhAvjNjy0+aavTpzxUYcynTUOUbLD2yMXztbfUvFKjUG86VdzMgpsUjNq+uaXkQUuvJS/cCUrTlznYjX9SReOggw4+AXpmIh7FwXfIgDtsbDh1jtUFNvzj030UtjYAorfdFn73qEHRvx67eNjz95PuXpiJ29fpuuOGEsdnX09a1fL9OwU4kNPW386N91ID5t+oG9cXn2pZdvuB75Exdb30XXPTv2YvDd4Y+t3bxtjOKNiGIOzC17sfPhGtYOV/7tSNQHWzuOkYRS1xui1+478ymFGfzFyy/8xEHX90BsdMTjPkLH7mN5dXCRppy+CLjWPD/213/91wvCHxKuY8/d+5Ef+ZHiyK435+7evbu4F/oekaZLf740Uu3CnrQaKU2IlIdHNfMSBI4dbB1B9vNn1OeM2WFnl9s87WV1o2OedXfXz39b+fDOm8o5y5RaH6OddLUfR12XKU5V9Ec7RzaLdo51RFbdLVh3eJ1RHLX9L7zUI6r9mOpR4K5PL0zofY7qD15Y3ng25WNI10clmWof15fn7EIojmy6Nv33439Jqc8unH2ja4fRO3adX/pdld9W/kuH0ctG5qtLOvz+GVx7LC78zCvKG5F9c4z/y7tg0Imjz6Njqr1a1//hbyv9js6O9KxkZ+f32gVz/5nRDtBuTn/ukVIaOdf78rsdQe71YKt2KO2YbylXlh9px3pXg1f5T8WuQ/P28o6IbMeGh76PO9/NyRu7ue/nbdF1e9y9pIOFCGRDIpAIJAKJwGZGIMm9zTw7Jzi2tmj98pf/vji6h6ixUI+IutvJotfCXL3FLzIgIurOO8f6LKYtmO28+e7v/u7yvOc9r4qFjmcQDcWuHoseaav3Vla6hK2y3Tj0EFZIPQt1C/zf/d3frbsk2F5wwQV1AUXPjgqEzvd0/XtGmpd2qEfgIQIs4pE+CDHPYZNH3OgLiSFuCzIP9uebLzGcffbZBVGhbNyejYcM8+IMPpAKyIwLL7ywiIcfqZeFqDNO4xIHQaLAURwHDx6sLyqAG//iMA5vGPXigzaGVi8eY0JaITuRHY5XIjTEpl996kfM/PChjigjn/RhXMYREZWE3L9/f31BSuvDPLBBLBmT+NjDh6gTt7EgRhzx9Aw3ZJd44WoMfMDz4osvLvrl73u/93srpsrwQ57YBYaA8Qw41x7c+NAvvT179hTH37z8Qd98qudPXAhU47Hr1AtWYGN+YQILuuzFIS52/LDVjzlE9nz0ox+tBCaSCpGEDDJeL4owj15KASPz63oRh3rtYvZdcY14xp/vhjGZc3Fo1x9/xsXO/PAjPqn59R3zTEjXl51qH/7wh+vzBWHFnq3+6BLx8A9rPokxqafLxvjMy1Dgot61gKCIiGJ3oe+bZ+XJ++6IjZ0+pa4vPuVdA65H309ivEhNBJ42BKl2PlxTRF7frkUEHhvj9RIXYzRv9GBNF276EmvDSF9IO99r111E1CORsIVF61uc8DD3YkEIso2ISnD73iAtxaHetWcOS/eRmgOxub66qvxJBMqrX/3q+sb3f/tv/21x7wWJe4djuXbq+U6q+8Ef/MG6O1b+2IKkcST19vKioXJHpNjB9/svvqi86tqufUw6jfQrwcPg8lKPc76+0+nk9188esbZyH5I9NlN9bnXT/fT1/W2b3/xa8vvv/4jxbP4eJ7IdB/NR2878VfLLc6OgPn9Lh5jcNT26aPyOL6R8/4Iad8/3d9/cSlvvaUj2jpy656R/TvOLqXuThz5oMfnq36ss6s4jDBpfZdRubaVUuOqvrqxvdix0S61+6+LYbr/yVi6pvHPUOf3O4zgXXGdxbiWJ77HDoZx/9hr+/kU26i+YjLK17GJdTwWXi4sb3QNqJ+av+l5qX469cl4O3w6mxrryH/TmR5Td83U2L86eLlG8z2NydCuXQddl+Of6fb2rMfRfIzG1MfX/I7a4MHLMM5hTMP6Tq/3MRpfNyftuu3rm+9OMX8SgUQgEUgEEoHTDIEk906zCR8O1w4VBAtC5MiRI5XQk7fotcCli9yzs8qi3e4F9RbCSAwkFbILEeHB/R7Q38RD/AmCAgFkFwMiR4pAQKZIlZs0X1Ivu0CWIB3F5nlhXgigH/2x0W73GMLs/3zhC0UdW6SBcRgfO2SFxTrSRb/8ICLoi5G9djt57CRCnFnwW9xbxBGkmjJfxiEGuuztzkCMIJngQ8fzB9kgwZARXigCM3UEJgit//E//kd9oYe41etD3PSRF8aufzuVxGgM6oxLHJ5riJAyJmPTt3GYMwJ/JBw82IvFrj/YGafYzaNYvHGXP3X6hy2S1TwZjzHKs0XsioEvfcDC8UmxGBM9GOoTsSLm9773vfUZVfoVq+uLT3MMD3bNh1hgYi7FjHDjC+7ig4k42PJl3GJBFHmpyO92ZLAYXI/i5MPcINDEqo2tHVr8EDGIDR78IIPbeIzRd8G1Yn7gIT5xmFdibuDCFzyNRxwwNR7XHKGLNDIm4+dHvWte/+I1HrG53tmLh4jNdQEHdsR1TMRoXPCQN07XiGt0KHTZadcnPF27dsa5ThBndMTkDwBwMl5xwUheuziQqq4zO/nsMIQzf1/+8peLHb/wYiMuMbMTGx0YnHnmmQUxTE/csDHP2ly3rht4shEvH2LVJ/LUDkb6vjv01evbdeN6MB/mxfiNxxy6v7GT+q6oc21ERDG38vwYtzlyjyz5Oe0RcL35A4LrwUsy3vzmNxfXewPGd/bf//t/X66++uqC9PtX/+pftaZMV41A/wKKc3b+8PQz2M68cM6uwlU7TcVEYNMi4N9Y/9Zv2gAzsEQgEUgEEoEthUCSe1tqujY22Iiou1iQMBbMFrUkon9uV+k+Fs4WMxbvdtAh+aQWxBbA8oSdssUyf9rtilEm6ppY9BPEF3JDO2HfBMnw5S9/uZJB6sRA9MO3dmTE4x73uHq01U4r7YgCOygIkiKi36Fmkc5WavHPB7+ISos247N7SL3/bNlF5JiVXT+IBvX8y7OTipmviKgEBWzsNupgq88ss3tIfPBBJtCFQbPjjy9lsYndUUQ7qsTe6vi0C0mcrV/jZyt+8bay/iws7UxaWloqfMPCzifxyNNvuLMzNnG1Oj4QclK73PTheKkdXHZI2RUGK/0bU5tLefHxqQ/HTI3Hjkqkmvm6+OKLi51mxA4tY2rXmDj44te1w5+dZUhlmBiPeiSSWOxQ45OdenZE/+JwfWmDP0zYPfOZz6w7T2FrR5gddGKkxwZepOX5omuu7Gbjx3xE9LtbzTU/zQc/YqEvloaplKgTs7nmy3VmnPqEGTt9E/rq+KRDxGOuiH4IPbgZr1QZWSavP3aue+PgV1lqXvVH6CkjvFwnYoyIYicgzBBnyF79Ef74IcYiHt8V88WHXXt23Un1JTa68sZgTOaFL3MLB8Sa68R3xbzAm192xiROOCFU5M0nO77gxJ92NsZDR2rcUnZIP7rGR8TCt3mMCEmhHxH1kQDio18b8tdpj4Br9bbbbiuuzzvvvLM4quveTPx74Y8sP/7jP15uv/328m/+zb8p//pf/+vTHrO1AXB5efuCXJQlAAAQAElEQVSLryz9kcszSn+888ryjtGur7X5Su1EYPMj4I93v/iLv1j88WnzR5sRJgKJQCJwUhDITo4DgTOOwzZNtzgCFr8WshbuFt/KFvgW04YmRRBEREH0WHhb6EqRgRFRj1wiaS677LJyySWXFMceHaFE4ljYR0QlU/iLiEomRkTdIRPREyRiKKNPRIzb2mK/dB95fdOVigHpYzGP9LHDR+yICfWICDtvLN6RDWzY0omIeiRVHgmGcECmSREEiBplO4YQBfT01wSJpw5efMt3IVafCBuYtXplu5PoiIEPKX1jUq9OHsGIqEB4mQ/92H0Ee3HZvUTPONhHRH1RQERPxhorwgORYQzii4h6nBmBZp6Nx7yyF6NY+JSKQzziQHzoUyomONtZZWcZYk4MJCLqETQ++IuIEtGL+Nkif+TFZzyIISSQ3YFi0aZ//epTnm9tEVHYmQ990LWD7F3velexiw2JJW42xhTRX1PKhB9+6cgbH1zY2c1lMW7XF1v96IOOvtVFhKRek7DQzpd4XC+uO5jYccY/ZTotLzXeZiM1P/ogrj+4qWc3jCEiKpbq+eXLmCL6+ojlKT06bPgnfCMefuiHfqj4rjqefOmll5Z/9s/+Wbn88suL3Zn6jejn0lx7DqRr0DXHJ9z5pMcnTPVjLAgwY4CpZ/WJ0zwSGEnV8SMWadOX+r64HnxvXZ/iUYdghrm+6ZkTvsShT3Fqo9N8RkShq57olz4x774HbT74YqfOdSpvTFI+jN+Y2LZ6bSmnNwL+kGTXnp3It956a3FM92d+5mfKf/7P/7n8xm/8RvGiDQQ1lPwhRJqyBgRGxzHHR1SnjqKuwc82UM1jpttgEo8xBH8o8JiP//bf/tv4xVHHMMnmMQKZSQQSgUQgEZhF4IzZiiyfPghYtFroIigsfC3aLWItiKFgcWtXiwU5gkY7osnCmlh8W7w3P2zpkuaPH/XSRaK99SnPloitiXZtfMgTZIC+6Tp6h3BwVNBxSsf3EA/aSLON6Bf/FvZ8GJcx8kUfAYZYcKTS8+gcl6CHdEAuGK8UyUEfCYBIY4OogRHSATF411131b/GIhkRY+zET8TEhzrCDm6ICm36s8uIL7HcfffddReesjGTiKjPgGLPlzjFwx5uxoy0+NVf/dXyW7/1W8WxTsdU+aYXEUIZC59IK6QIe6I/sSGwHDU1rl/+5V8ujfTRr/4J/bGzUQbOrU0sBw4cKPx46+Qdd9xRkH38w9L1RoefhoVY2njML7fIGLowdx0at/p5YkzaI/p5b0QrnwhqvsyPPvmnq40dfzA0RvFpg535du3rW5yw0W4cdNizY0/4NS622vhD+hqD64mu/tiaF2V5Kfv1SEQ/txFRCUL969t8EP5d68Q1JzZxwdtY6NB3rNeRYrEQ339j5s+1EhF1pxv82LMzL76D//2///fClr+InlA3PvauCdibD0dn23WmzfXhOHS7xviGIVtxI2P1T8SNDNSmf/bmQexNhvghlNWL3XffeMUBB3oRPV788e+YvP61pSQCQwT8m4G8c0T3n//zf16fAxsRQ5XMbwYEMoZEYBMj4N9+z+20Q/4d73hHEnybeK4ytEQgEUgEtgICSe5thVk6QTFGRLEzxWLZwt3C2cLX4tiCVpv/eFjoWgzLSxFVdJFiFu9IrPacM2U7GjwrDGnCL38Rk0VPRFTCISKmRkZXRUTUnVLs9BkRVb90n6aDHLCQt0AXh4U9EsEinTRiLKInFTrT6tP46IqffzuU2PMLB+Pjx84/Oi0VB/0mCBG6bMWgHWHjGWTy2pA/SAvPZdM/W/2QiKjxwJaIiR9kA5/ipM8H8gEJJB7kSek+5kcZkQIHPtiIQZ2FJzv1yggUZfmI6DyUuqNSrBFRn7fYdPlVLx55MbT+HW30bCnx0mEjTqmysVXno18RvW9ECR8ILdeVFM7mEUEDL4SZscjTJXzCWkqXGJtjcHZ7qSe603cT5Yie0IMLHf3xpT9kkf6QVXbZaDemiKi4aG917LXxCXdlMdphSc+LQrxsIqIf6zAGebb09WV85oGPiKhv4kVwwZnAUT8kIsbXvfJaRL/6gBdBDttVZMcj4u13f/d3i++onYuIcXEZL8xdI45hqzNPrmE+tDtqbeffd37nd9Zdu44ou17tGDUu4zQe3z8iBuOKiKLNAsYOQv7V02nXtBdtuDYInO2QQp4Qu4GJ49jqkXTi8f1Eqssbs5hhaF6IPoe4iVWc5sS1QNiqY9+kjVcsxs+HeKUpiUAikAgkAonARiHg36Af+7EfKx4z8V//638d//F0o/ynn0QgEUgEEoHTB4Ek906fuV42UotVi2ukh0UthYiopBMyRhvixoKZyNu15AgifQt3YiEe0RMRiBMEAd/Ef1pIxIT4iOh1y8yHzyZsCf9SqtqUiQW+eCzOERB0Inpihl5E1OOiFvpEO0GeIRPE1MYUEYUfOKinpw9+iIX+1772tYqLMh3kACyQBxFRdy8hm5Boxq9dzM0nf8okIiRj4VNc+uFTGcGCXDNG/VFWLx8RNRY+jU19RNSj0/pWj0gyh9qN05joaZNGRCX0+KOjztzBgb74jQ2xoaydiJNNRNRjyGIe+ozoxxYRlZgSPzuY0xNH6T7qYMMfHX6UtbuexBQRRbtY6MiLiY52wg99dfw3UY7oY+i6q9eCOnE0H8YFb6kxEf3wC0cxqYvosdLGPz/y/Cq7/pBNEVHnJWLSb0TUo+il+4iVsOmKlUTUl5j4Q0ap5186FHZrEbYRIanXJozgyDfRYHytX3EgshCnxoP4dC3AnC0c5Okgq5FhSN5GlvGDBKaHLIUxfX1GRD0qyw97BLi51r/rSzzKcNAvHNSJw05R16V+7KJz74GfvuChPzHzbQz6NLaIGOMrNnMsFY8dm3wYn/744V8/+lWmx5d4m7567fynJAKJQCKQCCQCG4WAfxeJPxp6TvFG+U0/iUAikAgkAseFwJYzPmPLRZwBbxgCFtQW6kigiJ4IiOiJDIt3i1liJ44Ft8W3zi2CLZQtji2oLeSRJNoJXQtjoo2elGhXT+gpt3rprDTbiD4+/Vtg261jAe5InvjtwEP4EfEit8SmH32Ij++IKEgFZICFvXFqt+ONLn/q+dC3GAkdaRO6CDh98AUPtrBhj5hrJId+2bGhT1eKmIAve/HJG5t5YYu04JM/4xED2+ZLHR98RfQ7o5Ae6vRFz38U7YgyPmX9SPlhJyV8EX3rRyza1dG3M0veuPhHlhBthI2y+Yno58q4kCjqtIvBWPgwNnOoD3Z8wEm7spj0Y66IuIyJrTF85CMfKYhUdXxIh8Kfsr5dJ2KBjVQcrhMEnt2adOjqX6qsf/20a0CbeCL660cc/MDE0WJ4GeM8EYt6viOiEpZ8mWvi2nW9aSewIbDgXwxEDGsRfQ5FHOyl/EqN0VjVE3H4PonDLj1l16KUHrLLjlxkJtKLRER9qY2xwNrLVsTLB//ShqldtY7btj6MkSD59BMRlYg15+ZKfxY8HjqO6PN9NW/w4xvu+lLWT5sXdcYjFbd2qWvFnLue5OlrE49dgHQiopK0+qFnrOLR1q7nkp9EYIMROPi6XcWO5CZX3XZ0YQ9Hb7uq3PD+hc0LG9Zrt9DhcTccLDdceXtZPNI1dvDw7eWqjfS3xu5TPRFYDwL+H/72t7+9/jvqRTz+fV6Pn7Q5lQhk34lAIpAIbA4EztgcYWQUJwsBi2GiP7tVLJ4tYtVF9KSMRbpdM60O0WBRawFuAe1h/F6qYBHvDZneaulB+k2QSU0QF4ghu9oIHXaEjrJ6ek3UN3F8j3g5hyN9Xpjhza8W7UgVL1fwQg1/6fTWUrr86BN5hDCwgPefJTZICm1sxG13IkIC6eBoJUJDGx9DESOyYEiWiEe9OkTfBz/4weINoY4OSr1ZUUzGok9kELKNIJfUiVd/dBEl4oG1o49iga+UNHvjIcbDFwJQH8ZjLpEQnpXGr7fj8i0efRlTw54dnw0TeHmwc0QUZMf9999fPI/RSxgcvzRePon++GvzBwd5bfRcH0gRuJgjxzi9bOUZz3hGgYlY2Yhn6EcMfIjZm1qRK4gVz7WDs6OZ/PMDE37oS+eJOXXtuM5d74ilH/iBHyh8EMdgxGM8LR59w8h4CAzNQ/PhOYz6F58+XXvGwI40W2Nrwo949Ske3y1zjaTky1uIYeb6Fg8/9FvKpz7ESfgV70pCR7/02YqVH8K360/+ggsuKN48DAvktO8CQk29scFXP64T88OfPN/skRGwdX9w3dEx3/yx04/rVD07193ZZ59d4KDOtWYXIOIOpq5JNu5DrnEknDokoNS46CGBXV+ud35cK2LVt3l/3vOeV9wrXL/mXCpm86gv/n2nifshXwhF3z+EH3/mCR7a6Gujm5IIbCQCiL1bd95Vn7flebHkjqt3bGQX6WszIJAxJAIzCCD2fvEXf7ESe6961avqCYwZlSwmAolAIpAIJAKrRiDJvVVDtX0ULViNxk4mu58sWNUReYt0bRa6iD2kigU24sjD7hEtFvN8WARbZNOxwCaIK4v6JhbU8sgFC35ECXIBSWChrq4t/unJIwH4QsrZYcS/eJCOFttEPYLEs8MQBEg6pBfygA/9IDUs+In+xGZM4jYG/tjZGYRoMSaEAl3kg5QYg5iREvL6gFVEFFjxx5dnmSnDxNiQi8aNBBGDPBGXMRofwtSRQzuHPNMOSeg/fNoQGjChj/SBFWmxicOYERTGYVcSMswuJ37U2eFkTGJgZwxSxI1UPPBqhApMYYPcMN9iQaDogx4b0uLgj2/2+omIYn6Mx5zde++9hSCOxGpe6cPDHEn5gK9YzA891yOSCZZsP/CBDxTjUqbDRgxs5JsowwW+CBnxI3T4s2hGWspHRKFjnsSOZGNrvuGtjh/9wUTfcJAXi+8DsokP+kQM/JgrY2sYazOP5iIiKmnKr/nykhPkFrzgrg/jp8u3axZmrjuxmgN1UvWwhIO+YDmUhqn+2RoPG775kEZEMRZHXs2baxlxjqiDk2uInfEYG3v+jN317bqHsbmW/+M//uO6q9K1IH62Ymy4snPN68f1jjhzz3EvIr6D5lfs+nGtEX2LGY76Mh9S3ze4m2v2rjVzBFtErGsIwezZgkg94zFOY3NNw9v4xeA60z9fvn/y5sV3KiLqrkt2TbRvtKS/0wyBh28vtx6+rtw0j8x7/w2D3XxXldsfnoPNUKfuWjtabr9yqDtb7n3YxYeY7+WGcrCvnvzu4rpq165x/3WnoL5eN9CcLZflfSEu2R6zv67nKZ06lq6yi+yGrk9+xMqX2iZDm6t+6b5W3aVimYm/q538HCzL/XZ14zEPMZxXP6zbNd5JefS2G8rtnYiV2IHZYldu8R98Hb2rxvjSq7F1uN9w28FuDnd1bWKYHseuDouql7+2BQL+HfRvM2LPv0fbYlA5iEQgEUgEEoFThsAZp6zn7PiUImCxasFrWHjLewAAEABJREFUUes/F4JBVskjGLQj9CzeLX61P/jgg8WLM7xQ40/+5E8KksRCmtx33331IcB2RpEPfehDtfyhD91TLPYtstUjjBBxfCM1vMHVg/7/6I/+qO5a8GZYRNs999xT37QpRTJolyLgLKwRI8g9/vT9oa4/L/NA9L3nPe8p3porViQMf4gucbAXLzLFePlA4iACjEs8+uLDi0G8cKCJMbOX0rWrzW47mCEsxKUdgYQU++3f/u3i5QV8If3E4y2gxDjF1sQY4EmMUz0b9vwQ9ny95z3vKVLjogdHqX6NU/zikD948GAxjiZ8/NZv/VYZ+tPGn/5gqH9zxQ/hW1uT/fv3lwMHDlThjy0xJrEQsfDRfKmDLR/GJIYmbJvAreHNxnWCaEEoIYTMM3v6YvjN3/zNOj5xEPX6MQ5xu36QO2xdxxZX5o8ebFwv/OkLJuZGnn1LXUsIbcSVeJBJrmGkDxIJUYSkaqlribQ6eshF9r5vrjtjQky59owNVmKFV5s3GBoLXI1liI34zD8d146+EMRiGIr4SIuhEWni8B2XIrTkkV5i8l0XF4LNdWTsyDtj5lt/sBETbOiooydVbuNoOuIkyr6HxLXOBkmHCERWut/4TiPhxCpu9w5zBhc4uSal/Bk3XRiyg7vx+n43Mf/uXcQYjM98mIOIKMZqXuGg3feYaCew4Qs+5o59SiKwYQgcua/cv3OpzN2nd9GN9d9F1/qhd+4t+39pQKwJoCOCrnrbeeWuQ4d6vTv3zfdDd0Z2XH1Hb8P2zaXcOnMM+OAv3VyW3jzy2+nceNGMg7nFHeXSPaXsf187aHuw7L97T9nb2R6rv9IRhVccvmYS0yvvK9e3mO6+tuy/rI9lKo5u/Ncf2Dse/007j5T7R3EdfN0V5b5X9jaHDt1SymvmEJhTfo92hNqt5bx3jmzg/bOODM/UH7qj7Dtrtu6uct7bmv8j5ebDe0fjuKUsveWKceyH3nldOfLuNocHyv5y00jvrrL3wPVj8vbIW24t5U3i0NeOsu9O+V5uKbeO9UZDzWQLI+APWI7iJrG3hScxQ08EEoFE4OQgsKpektxbFUzbQ8mC1UikdqnYnSOP9Ijoj+QiqpAX6hFfbfeKnUQWzxb//spoB40FuUUxoi2if1Yfu2kpxaJYHX8W8E9+8pMLe/X+Q2OHDh8IGP1HRN1JZFHNrtWJk46dO4gHdsiAiD52uhFR7HYTb4vTGNg2P/T0y1abI37a+WZjlyD/6iKivhgioh+fxT4xFljQ05fdUlJ98O0/bHaB2e3EH1+w0k6U25ilEZN+tJOIMF1jiYj6LDC2w/aISX1rM0Yi1jL4sBNH04uIOj71RD2RZxYx3a6eRESNJWLSHhGlffQNHzKMQZkgSdTTYxMRU3FERHG9wdF1ZteXo6Nit9vMNWAOYKsOhkRsrit+5bW7Hpr+85///GLO+HQdmjPz1XyoFw970vL6cu26buHT+tIHieivDzZDafatzrhJG7vdeHalRfTPTKQXERVbfvVjvFK4sWv1YlaOiDqmsooP/4QdkSf8u/75Fh+MxGWs+nFE13fDMVdkGL2ImOqRv1bhu0v4Jtoiot4L6BgLH3zrj45dfr7T7k10xKBODISuVJsUEYekQ+aZwzZ3rhu+m/BNxKCOvT9gsJU3p8YvJgQsvYj+hRzy4vOHEOQfPTYpicBJQaAjr8a7515685i4GvfdEYNlz6WrJvTGdjIdmeaPHVVec0DNlOz+yY6Ies2ustadYjuuvqYsHXhvqfTe+/eXI6++puzm+Rj9HX3wSNlzWdWkXcrSeaU0P+dcV67pCMK+YfB7Zvw7Ltlbzq3NR8uRw525+OtOvGvLgXKkHHm4Nk5+Tfk9Uu574P5y80u7MbOB9wP3sSr3lb3l0rMmZqWrna7bUZZ2Hij7R89BnIxjqZx3Tk9ujq0PH+mx6SLde0mjdHdMk6KXX9MRiGOLMtz5d+3dk/rMJQKnAwIR/f+vToexbswY00sikAhsdgSsSyKm11EbFXOSexuF5Bbw40IiQrXDxeLWYlcdiYhKqlnEWjwjFQgdC25kIJLDM8gcA/R8sBe84AVF+YILLqjkTERUYqItxPmxILZAtlCPiGIR7nlsEVG++7u/u/DhWW+eVYc4EAu7iKg+LbqJ+ogoCBkEDr/GoM0iPCKK+F7ykpeU1772tcVfQ3/6p3+6eJ5Z6T50+O2yBenDHx9s7EhCLPzwD/9w8Xy57/3e7y2e2UWPDjv2bOFhfHY9GZN65IIdROo978uCiT/P//IsNTuL+NDehJ+IqHhpG5blifqmLz+sUzYGdU3UtXxEjx+diD6vjY4xEYTOP/5H/6i+zVRZW+k+EVHjiujtSvfhh0RE1W++xCcfEZ3W5CdiUoZRs6WrH2lE1DmW1795pWdOh3UR/X/uYO6aednLXlavHc9RQ6LyRyKivh2WH5EgeqTGya8+zCmiqs3N5ZdfXp+VaM6RifTpilnetYtI4outNmNWr12s6ogyGeaNQ2wkIupbipuO75VryHei1bV+jcH37Kqrrio/8RM/UXxH+CIRUeendB9xGNewz666/kRE1WOjf2lEX1e6T0SPP1v98tVVF+QXMhPBBvO26028cIjo7SKCeh1T88FPRNR+I/r20n0ios61OODXVdU3LhtnRH+8Hf5i8J10xNbOvIioesPYxcQOGafeLj9YiZst/zCZFbriNAa+W9kciIs9vxF9nxFRrye67jViTkkENhSBjsQ6d0z4DD0fLDe89L5yzaF+x5ZdXz1xNdRZZx5pONzx9+Y9yx2dta/coe/L9hf/nrXjpMsVZ2t2l70795f3PlzKwXcfKZXAWk1/s26Ou7yn3CL+sdgFV1b+dGTfeBdktbuxJyZXtjqhrY4dD5/HeMvlG9RdukkEtggC/n9tXbJFws0wE4FEIBE4JgLuae5tx1Rch8IZ67BJky2KgIWs0C1s2zE7C1qLcQte7RbNiAy7buxqsziWtkWvRTMygw87/OyacRzQwpcP/vmJ6Bfy8ogV+k95ylMKWwSJo3IW0RbwjiPyJU+PTUTUt2bqX4z6lVqEs4+ISh6w4z+iX4QjI5A0iBukIUEGsi3dR5988YNEQPKIBSGAuBCLGJGPjgQ2bCKis+5/IqKOg0+kHWJBDL6o6jy7DH52BsLEkT4khLi1ryRiG7bDoonexUPkI6JiQH/WTploYx/Rxy8e4yb8KMcZZ1TSJSIWpqX7RCxv54MvmMlHRKdZqh/9koi+Tl/KTSKixh8RVb90HzFrN+/wYoP4iohK3Jpfc+O4quvUdQd380rE0bmpZFPEZDec+XBtiZU/c4vgdv3YlaUfBI7rXD4iuKnxiQOO+jHP8mKMiNoe0aetvrWVmQ+/JCKqHX39I9CNW4zGTUcbPMVsnHzSKd3HOImxqpdvNtImnWrFgR91UiJPtJOIqHrq+COuaUS7+wHMHKF1hPnOO+8sjqKzmyd8qI+IOsYy+BiTf8jEK3bj1Zd62CPHfQ/Nj3FrEy8XdCKikvK+V64DO+74Eau5RMZLI6KSgdqaGANpfvhG6Bsf/47Vi8s9QJ1xREQl9iKiXp/+uKEtIpicFpKDPAkIdCTaNTtvnhxBXdDl0fftL+3I6VilIwbHu9vGlXaRjQtdxo60Llnh5+C7l+/cG6s7GtyRf0cePFp30w0JxqMPHhmrDTO7L1sq+993e9l/eHbHW681r78dZy+VA+Mjq53ezK68rmb5z+z4O5seox11J93sUePlDoY1S+W8cnO5dbT7row/6nuyclxVZuuOliOH99TjxxOdY+Xu7zDqMK1qR8t7uynYO97JVyvn/HLMeU51ViUC2xgB/z77P8I2HmIOLRFIBE4zBNzT3NtOxLDPOBFO0+fmRKAtWJEUnmNloWvxK1qkgjyyzoIaoec4owWvsp07FtHIlPe97331eXueg2XRb0GtvfmPWL745RuRRscC2cLaYps9W8/o8qwusWnXp8V/k1ZGpvlC8GMhzk/T4Q/5wqfntnm23rve9a4iTv0bC6JEnh5ixRcLOalN2p7r5eH74uKbXxhFTMZFH+mDiBAbLBF4EVHgpH/PcvMcOPhE9Lb0miAY5Fs6m1ceijlCfuhXagwIn6GOvLomwzL7oWjTt7GtVSKikjf/4B/8g7qLj1/+IqJERBl+IqJoazryRN/msQw+ETEmTmEMf9eDPF0EkOcdHjp0qD5X0XPo4NtcREz3jSRq840Ugos4XEOe3fahD32oPvOIT9cN/xETH+Y2oi9rYxsRlTzSZ0TU8UaE4pokot+t1uaRsTFKibgRaZ5xiFTzPDvjMffiaHauafjAk908MQ7CfxN68hFRyT3l5sN3y3V89tlnV4KLnn6Qc+Kiu1bRvzjNw8UXX1xe/OIX1127/PjuGBvi1g5e37mIqH2zM1ZiN+yznvWsYtewF4hoYytWJL6j1vqgS2A1lIjJPCFy3QPoiYmeGPjj17UiFZ+85wPCQDklEdhIBHa/4VC55vAVdYecXXLkhvfvLte8+ki51hHRTq4ve8uy/XUdMXjHK+8rV3TtbHaNXkKx+yf3lv3teOmu/aXM7vbq7BCKzW7/zuvK0syAhkdBd72mlGuu3lEKu3LtOM7rDy+VIdk3dnHR3rL0lpvLkXZkmN3Om8dxzuuvdCTiXTtvHfve9bbz5r9kZNxJl+n83rRn/9jvrneXMUa733BX2XtggOkIm85qwY9n291Syvgo767RkWT115T7xnh6ycVsnef7rXWX37ll6fD1o/FeUfbvuWnqKG4Lsh5zfksbx/5y3qtHM+WY8zHH1LxkmghsXQT8odG/zf4/tHVHkZEnAolAItAj4F7mnube1tds7O+TRO5tbNDpbf0IfOUrX6k7bx555JES0T8Dy0KaWNAj7yKi2E1ELG4tei2ELfztmNE70oUNfxbTRH1EVKIAGRARtQ86Fs/siQU1/YgoFsuIHv1I2VlIK0sjolh8IzPE8aQnPamSZ9KIKOLQL8KLjt1/b3/728uNN95Yrr/++vLWt7612JklBvZISwSFsYmFH6Seseib6FtcfCtHhC7qWCL6vNj0SRcmUjb6YcOWf6n46Ub0ttVZ9yuixypiUh8R434i+nynOvWjL6KfiF4nYn4qhoioRFzpPmy6pJIm0oiobfSaRETxiYgai/w84YvAjsg3iYhqEtGPUbywaUJfHX2KUqKu6aiHm+sChlK4S9Vrb/XqSETfnza+1BH9uebMh+sEca0fc8aHlI6UHXuijp28lK+IqPhF9CRfRF+mExHj6195ViJ6XFo94jKiP6ru+mx9i81YtftHAOklNv1rE5dUmc0wHzHdh77oRPSxycNaPZEn8hG9rTIC1BF1WMMtIirxqq+mGxFT10hEaJorri9Yu8/44wJC365ZysYaEUU98s646JoreSJu9yGEvj9CuFe5l4gNHnbMOrrsH0zlJuyGoj9txkjXeCKiIPq1uTeqj2IeU2YAABAASURBVIg6tmaL9EMkK0fEmOBlk5IIHC8CCD5/tGjixRHDl1DccfW+cuMbdtdu1GuvhY4UazaH7txXOgquknD1SG33R5BDh27s7PojqUO7YX838o28qw77X8N2PvqeSxnW3/GGG8sdo5h6q/Z7d7mx6/uOgc+h3aS/Tq/F3JmKb9lYyrROpzb1M2XTxXPj2B8C7lD94031Oa5v5vP8dnVd3FVfOh7bsL7HskOijrHptvkQT8uXbjb23Tkg/Toy8o5BHOf95OSlJmOs6Iz7Feuw7xvLvqs7OaurN+8DX11N/iQC2xYBzwB24sKL7Py779/vbTvYbTWwHEwikAhAwD3Lvcs9zL3MPU39iZAzToTT9Ll5EbBotYC2uLWoteAmbcGqXfR2pNGxsLfAtoC22EaMIcgsxok2pIQ2qUU4e/7Y68PFbMFu0dxIPuSanTYW1PrQH3v+iDyf7PnSFxJNvVgc8eUfScOndnFpF0NEf6zX2HyhIqI+zD8i6ssH2GpD7kVEfWMmX/owRn2LiYgnoidG+CLs29FeYxETf+zoiyMi6q429TCJiLqDTXyzIv6h8LFI9NFkqMNeWToUdYSNuFoq30TdrLAh6pvevNT8tXr5JurYtjJch6Kejj6GYg7UE/MvRazwZWeW64Yf9VL4RkTxgSs9vvmEgzpzRhBCjnOaO9eNviKiHvmlyx+/fChLlflruvrRJ/98yre6iMl14hohrl96RJ7Is0EYRkSxq9V3wc5U43Mtis+1pUxaXhxN1NE1RrHzKx64RUQlpyKiEuStX2OioxzRxysWsbKXakN6+57ZLSc2felDauxD4ZMM64Z5bWLUb0QU9wJzoQ+xwlofiDvfOeNr2PBDR0zsEIIE6dl8miN1/rGky9Z3kigbl74Jf3w1spQP9jCmZxcgoRMRoKmirA/3SHqkNuSvRCARSAQSgfUjkJaJwDEQ8G+051n7/4FH3XiEjpM2KR8siUFikNfA5r8G3LPcu9zD3Mvc045x21t38xnrtkzDLYeAxagdL3afWExHxHjxb0GPSTYoC2ALbReeBa22Zz7zmcXbSs8666zSxHZSekgIC+O28EecIFAQMd4G6oUbEf0uPTuRvPnUESIv4fCW2SZ0kQmEb4SHxfq5555bfBEcEbRo148xePi+I3zeSEuHPWGvbwQB4oMoi1tf+rd7yKLfUWDP5xOPPrTplxgbUgdpyJdx8qNfD+/Xj+dwRUQRExIEWWj8TeDS8utJ12PPhoh5VmCxmjr24jVmOCCdZkV9k9bW5l2qTjsfi4QO3SbmXb/szKXrj5hv1+4P/MAP1Jdf2KHV5oCe+SLy5tAcSe08cw2ZaySzY7xewOG5jI52mnPXFV1zq99h/9qe8YxnFH4cA7U7zDXsurCbzk7RBx98sPhLjGtBGWElXt8nBBbCShkZpY2dMgIpIuouQNeO75nvJSLMzb+J66/Nm1S96434jrIxPiQVMb923emPDGOCoTrt4iPiU5ZqkyLF/CMkVjj5nvm+ug/AAS5iJk95ylOK656YR3MKx+Gcw9Q1pc0csTN/8OfXPcI8G7s50ofvKpyNyRjdl9yf6MCELz58/7Xb1Sd+tvpih4gjiDxp60N8YhAvv7DnE7YRUeCkL20RIVuJeVjqRwWSUJpychDIXhKBRCARSARObwT8H9H/G/y/xHN2U55XX/6XOCQOeQ1s7mvAPcu9yz3sRN/Fk9w70QhvIv8IAKQCYgvRZ6ErFaLFrd1R8hbKCAyLWKmFLl2LX0SHxTQyzUVqR56FOeIP4aKsHYFiEY8wiYjCtx0/fCLULNCRMe1m5I2yCLZW9iXgU39IOYSFxbT4LdQtsj/wgQ/UI6X682VpJAFfCDu+1BFkBALHot9z/ewAsnD3bDwkBiKADl19s/Uyjhe+8IUFEYTcMD7xII6QKggRmCJ8HM1BFtA3jibikJfy5829u3fvLmsRNquR5vP7vu/7CrnooouKeIZy8cUXl4tn5JJLLpmqU7700ksL+f7v//6izAd/Qxn6oUOftHxL1c0Tvi+77LJCvPWWyO/du7f84A/+YDGPrhuEjWvWM/GQY0gkxM9znvOcIh5vzx1JMU/wNn8wRyq5xhFWrmUEHCIO6dbIIfMNO+PRvziMlw+knusGqcaP6891bD58J8y9a9H1JDY7u6TqvbQG8ef6UibIMvquHWPyfUM6Iuq080/o0CXy6ggspE2Mw/dTn+KDjWuYb7qk6cKAnhjVafNsydaHfugYCxKd/MEf/EGhrw9x+t76rsGfIE4Rfr6r5kPf5g125qGJuSC+Qwg5hKDvtHuNew+SUczGYI48X1D/7iPuKfy0OeaHf/cg43VPoRsRlWRV5sf3lJ35pS99/vOfX8TgnuJegMR0XdAXi5jEw4f7jPlpEtE/IxEW5p60tkwTgUQgEVgLArvf0I73rsUqdROBRCARSAQSgUQgEViMwGlI7i0GY7u3WLRawFvQWphG9DtSjFsdosDOFYvvs88+uzRSwy4Xi15kHBKCDrLD4hh5YoeOvHqC/FBmgxCkY5EeEfV5ZBbRFtR2LomHIBoQHkgHZSkRE4IHsSBmsejPYl6ZnRdn8OXZeogI5A3SQhnBgixAHvClD+M1Dimygi2C4+Mf/3hBKrDlQ9lD9JWRNIgRMfGlb4RARL8jkW+2niPGrokY2Er54Q9JtVqh7xj1Rgl/82TWf9MRp7z2NqaWqmtChy4MmqhbSWb1zWN7sQUfyC67rcwV4sf1i3RRD1NxIIrN8VCQaeZPbK4b11pE/xxJhK65Muf0hteLePRP9G/O+HVtIHT4ioj63DnfD7vK+CNik7ouxCvv2nL9u95dawhkeW3yviva+ZUS9q4r+vRIs9FHGwt7ushl3wXfX+S3eoQWH2ybsFWnXXz6Fr/vaetLyl9EvxOVHjEH+mULf98hmPju+a7KE98P6bBOmWiDt7zvDz/iFp+4W2qe4WBHHVzMk+8/faQ8wk08xBjch9wTkO0RURB6yEf3G/cJvo3TvcgfGuSRuo2URDLSY4ModM/jFxZigRuBNRGzccA7YnL/pJ+SCCQCiUAikAgkAolAIrAZEciYEoHTA4Ek906DebYoNUwEhYW1skU80iAi6oPhLZotjO26IXbdWfCqsxi2e8YuJrvk7Jixg62RgIgOu9akxMKarQU6sWi2eEcUDPtWFxF1913LR0wWzBFRj8IhJYiYxWmhX7oPXxFR7bVZhNNTLy9VLt1HuUvqs9WartQi3YKdKBN55AFCg49Z4Yvwx7/YCVtlqXYiT+S3ogxjlx/KRo+n4Qx7c6Bsvs2Ra1V9RNT5dg1E9M80NE902IiPXek+5oJoR9Qgi/gQN6KqUxn/qCNsCbtx4yCDRNKmL8QSXbE1cR3oz3flZS97WbG7DcnX+tMe0X/n2CojGxFU8hFRj8rrUrvU98bOODsLkU/0xBrR60ZEMS5jR4Dp3/ePbRP9R0T9PiG5HG+2s9JYyuBDz9jgGdE/p5KOWGCoD3n901OWDoWtsrYm9NkNZbZO7PqX8mHcyDl1BI6IP38scF9RlvfHBKl7lXbEnXuTOYCbXXt2FdphaGenHXzK7mXuVe5ZbJW10UH6uV4ioogBBmCSIjfb9acuJRFIBBKBRGCbIJDDSAQSgUQgEUgEtjACSe5t4clbTegWo4SuRakFq4WzHSwW19osnC2OLWyRB8rqEQYtb5Fu0S0lbGfTVqdefxE9+cAXUoQ9EoRPuhb62loqz06qXT4iJJWUYIfYoC9Pj+gPCaS+STUa/NIvwqFVsRvmlfXJvuX5HYp20nSkJCLqW3vFNBsHX3S2uhgHgZl0KBs5NviaY/5dp1JlfUjVIa/afJofbeKKiDExxk6ddvMSEYqVGFTmR1sTPpoNxYhePyKqT32rpxMR9Y3NCDT16ghf/Nj5hdRDxjkG6toXL/uIqDHQb2Nt5J660n2kTfhH/Dkq/C//5b+sz1aJiPqcvk51HBtM2pjsdnPsVHsTfgiiynfdcWZHnxH3TUcqTt+TJsZiXBFRd90an9ikhA2/UtLajI0daXn62puoJ+ql6vWLtOMrIiRT3/2IqGM31oiobRFRMYWBudUn4ZdP9zH+I3pStZW10Sndhz82xu8PFUhB89t0IqK+HIcf9u6l9DvT/DkNEcghJwKJQCKQCCQCiUAikAgkApsNgST3NtuMbHA8EVEXvo62ORJn4W+B3xatpftE9AtXbY6wOo7oCKm8Y5XtCKSyY4pEneNpjkg2cRzPohdZwVcThBdir/UptUjuuq4/yIGhWNwjH6UW21IxyxNkCcOIqGPTZpePtoi+jr+IqORHRJ/SU08PCSA/K6X7qNOnGAjfUnV8kIiobyDlp0lnWgkAZT6aKBP9sl2rsNso0fd6fLWxRETFvJWlxraRUrqPGOFNhjG3cusvIirBo0xPO9uIqGSUfKtvOq4/+Yj+uoiYTo1pVui77iJ6gghJbrcXQiki6lFdfvXnev/ABz5QbrnllvKe97yn2PHmeuezdB+EEjKJLTLLd9PxWP610ROzPpUdf/21X/u18ta3vrX84R/+Yeeh1OuMXvMrj3RS9j20e00fEVH1EVERPQntu83X2972tmInr34ierwo8yUu1z07ZX5bTPTlYS2vXb6J7wphT1oeUdjEDjs77pS1E7rKfBJYEv6bwBgmUrGZB/eZdt9x74EXDNyv2n1K2u5r8jAgjm631LFsefc1fo0HHq0/ef3CmX8YqUtJBBKBRCARSAQSgUQgEUgEEoFE4FQjcMapDuD07v/Ej94CNKInHyx29WhhbuFvwRwRdSeMRSuyoYkFLJ0m6i2m+RtKq5MSJEATi2LCt7qIqISLGCJ60kGbMomIShxFxBQpV0afiEm9qoiQVImIaoMUIBEx5at0H+PtkvoT0euro9/SRiZE9LGKzxiIfJNWjpj44YP9rPBPtJ9qiYiKy1riiOjHGHHi0hYP7OThJU/KzCeij6PpIGFc0+bENWiO2DVhHtHbRPTzGhFzcYiY1Ef0eX74l4oNCYX8saMOQeX7oI3QEweCCTGOCC/dh10TcdNrcar3PXOUFLnFD5++M8R3jz++EIH8s9XGji5RRxdBhXgUW0RUElp/ET0GbDyTkB4ikj8xINi6UOtPq9cmHnFpiIgxbhHT+Yi+HDFJI/o8/7MCh1YX0ccWMUm1lcHH+Foxop9HGBDzLlZpKxsngQ2RJy0PK+Umyq2Nn9ZfxKSvFrM/lMCoxZNpIpAIJAKJQCKQCCQCiUAicGwEUiMROHEInHHiXKfnzYBAWyAjB+xqieiJPgv29cbXFr3rtV+vXURUYiGiT42tSRl9InpyoNUP04hJW0Sfj4iRZam7oRA3nqVmJ5Xji4vEQ/jXKnx5sP9aRCxr0V+NLp9rkdX4PF6dFg9CitjZhVAiyrNCnw5pbeaMmEPX6JCgGU/yMTIRk+shIur15hpC6hDkj514drzp27PZzKs+EWhNZTUkAAAQAElEQVR0kI3illcnlqFE9Dtl2xiQRHa2IuTET/izkw/hph9+xKGef99fYuz8EHOAcBSb/h0vVY7ox9HwYC8eJJg+Svdp5S5b2PLlyC7/iH7j1jaUiKiEekQMq2s+IsbYRUTVK2v4RPQ2ETFlJc6pijmFoU7Lt5S6PGl56VBa27Cu5RGIsLBT0Mt1Wn2miUAikAgkAonAhiKQzhKBRCARSAQSgTUicMYa9VN9kyNgYToUBAPywE4di/m2OI3oF81D3Ta0YZ08GylpebrKUjLMKx+vRPS7ZfiJiGOSAxG9TkSfNjvpShIRtdm4CAIFZsgUxMdQkCKtjHQhyuoJm3mChCHz2o5Vt5LfY9nOa+dvPWKci2Q9/hbZDGOe1Rn2T0+7FLbmTBkxpc48qo/o59ckR0S9jiJWn867rvXlKLrdW95M+4IXvKB44YwXzezcubPYgedFDZ5f6dl3LUW2eRafl9HQV48oFNvBgwcLktBzL734QbsXPPBFD+HXCDeEIiKQP/75JMbvGrarUHxi4cfLI7xcQnz6ZueFOd5+3fxIiXb9akNi8Qd3eEZE3eUr3oiQTElEXxfRp1ONqyxERJ2jph7Rl80DUS8l8kNRR9RJV5KhjjGupDvbBhf3Usd32Q59DXXVpyQCJxqB9J8IJAKJQCKQCCQCiUAikAhAIMk9KGxDaYtMi09H+dpCVD1ywi4ebW3o6mdFOxnWN/2Wams6re5404ioLiL6tBYGvyKiEgARMa6NiGV1GiP6evlFYgzwcCwPMQIvbxa2O2eR2LWzqK3Vf+Yznymklfm0q2otsh6blfzzt1bhz67PeaJtI2VeH61u2E+re+SRR4q8NlgTbzJdtNts0TWwqD6iv34i+hRh6PvjOW8f/vCHi2sF8WWHnLfQIsUQbt7AiphDlCHZkG/IM+3e9IqERBDZsafve++9tyDkEPGuR2QeXUQcX56hR/gh6hGIXvpAV1xiaf7+4A/+oLiWXdePetSjCjJPXFJx8CUufviXErv1xOY7DVdHVpF7YowIyfhofS10vyKifve67DiVn5WImK1aUxkuZNZoWCdPxE9afpiyVx5K01XX2qWz0toRqchdmNNRPxR1KZsPgYhYdv1uvigzokQgEUgEVo+Af3siju/f19X3lpqJQCKQCCQCmxmBJPc28+xsQGwRUTz8HaHjPwBcIiNaXrmX6d/D9mF+qKXeopgM6zciHxHLiIKIvi5ifjrsN2K+TsR0PSwQI3Z7IW0iYugm85scgXYNmkeCzBIyQsq8yh+v6KMJ8sxuO0dl1XmOJaIPyYhgRPYgF6UEQaaNINsIfSlfRMyuP0Sa7yqCDyGMQEZWsuWTHX/apOrEgpS2mwyhiTA07qarHzp8sBmKeFvZ/YFfdi0m4yN8Ezgqwzkiln0/tTeJ6NsjJmlrW00aMbGLiNWYjHXE2Aot31L18kR+nqzU1vTpwM9zC+Vh0tqk6qQpmwsBx9pd35srqowmEUgEEoH1I+Ce5t62fg9pmQgkAqcvAjny7YZAknvbbUa78VhYRvQLYgt/b4lUZwEqbWRcxPp3MfBDmq+u2+P+iehjHjqKmK6LmC7P6opJXcRiPe1N6BsDgkWq3Nq2cmoc82S9Y5rnS916/W2knThc20Seb0TtsKxuPeKaQGwh3nyX+HUcG3Gn3n+o5RFtyDU6dLUReWSdekJHHWnXXETUN+qqsyOMXUTUI7Bs/cddyl5bi0mdNuQdvxH98zSRdJ6Vx1+zkSfs1TVhpx5uSEEpHXV860M5oo+HHSJyJSwjFn/3ImIuKRgxqY+Y5PUjJiLfZLbc6teTDn3N5pWb8B0R9VmCcIODl5zAyVxGRMnP5kbADlvfj80dZUaXCCQCicDqEXBPc29bvcU6NNMkEUgEEoFEYEsgkOTelpim1QcZEXXxiQCIiGInzsc+9rFiR0+ri4h6NKnVqSdtETtMyzE+CBQS0ftstha78siQ1h4RNbZWp76MPvIRixfHEVFJgYgYWfRJREzV67PJojFp761LxUHf6pAb8q1Nqp7Iz4p6sqhe2/HKrO/VlI/V52p8DHU22t/Q90bkzZlrmbi2xIuE4jsiJOuWiKjXLJ+up9J9kF2InXaNyxN9d82VlKNL2KkXY0QUedcZUVe6j7jZi5lP5WZLh3Rq9Vrlr7Wp00YiovYbEQXhiJxTT0ee8Ms+IsbfGToRUX23vunIR0QRl/4Ie+QjMovdrET0ftVHhK4rdq0cEcv6jejr4AEbIh8RdTxiacIhX8piUSYRUeNXL05pRGiq/dXM6FdEX0+HqJY2u9m8chO6RFmM5suLiuyOjOhj0J6yeRFwjB0xa942b5RbN7KMPBFIBE4uAu5l7mnubSe35+wtEUgEEoFEYDMikOTeZpyVDYjJ4hcJYdee3TcRk0WthaxF8gZ0c9wuIvq4OIqISgaU/CQCmxQB5NNGie/gSrJR/cz6QUwh7Yj8sF1dk5XajmN6tpWpe+zRo0fHROS2Gtw2HYznTTpS7SVTiFlk7TYdag4rEUgEtiEC7lnuXe5h7mXuadtwmDmkRCARSAQSgXUgkOTeOkDb7CbIOwt0O0s89L3FG9ETadqRCq3+VKYRfUxiiIi60yYiFFMSgU2HgO/NRsmQVJuX36h+Zv0g7dwfmgzbW51UTK1NXl2TTTcxpyggOxw9d1EKq1MURna7BgQ8j/P8888vXhzjRVP33HNP+eAHP5iSGOQ1kNfAlrgG3LPcu9zD3Mvc09ZwC0zVRCARSAQ2KQIZ1kYgkOTeRqC4yXz4qx7xMH7knsW8sjAj5h8f0z5PEIHz5Fi689rn1YlprWIRHTGfAIyIMUEYMZ0f9hMxaRNXRIyblcm4IjNbFoGIWHg9RKy9bREQEWv3FbHYxvW3SCIW20Ucu23Wr+9Tk+F33VhbfUR/32i2EYv7YXcyRCyr7YduG5t8k2Hd0FdrX03qPuuFJRExdhExyY8rM7OpEHCMzcL4uc99bnne856XkhjkNZDXwJa4Btyz3LvcwzbVTfVkBZP9JAKJQCKQCCxEIMm9hdBs3QYLcs/Y+tSnPlU86N+uG6OxkJWSYV55K0lEVMJmNmYL8Yi+LSJmmxeW264buA19yC80yoZEYAaBiKjXZcTq0hnzVRcjVuc/YqK3aufrVIzo+1qn+ZYwm3c/iIjiGYR2UTiiuyUGkkEmAqcBAjnERCARSAQSgUQgEUgETjcEktzbhjNuEeo5ex60O1xwRkQdbUSf1sIW/RURlUhp4Rtzy681hRFijyA9pUR+rb5SPxFIBLYMAscdaEQU94+/+Iu/qOlxO0wHiUAikAgkAolAIpAIJAKJQCKQCKwDgST31gHaZjJBas2Kl2k4JvbZz362vkXSzrQWM91hXnmeNJ3ZdKiL/BqWI2JWfVk5YqIT0ecj+nRWOSIqgRexPKUbEZKxRCwvR0T1gayL6PMRUR+AH9GXjaG1S5VJRJRSxu63TCYi6pgjTo900cSYw0Vt662PmI8pf/pbi7BZJBHz+4mIRSYntT4ipq6x1nlEtOxUe0TUcmuM6MsRUavgVjPdr2G+K1a7iF5PmUREvbfRdb+Tqm8yLMs30d7yUmUiPyvqZ6XpqJePiGKXtPvtX//1X6uuLwXSVgv5KxFIBBKBRCARSAQSgUQgEUgEthACWzfUJPe27twti9yCkljs2klisalMKEvJMK9M1K1G6DahP8wrE3UR04tx9U0ioi7YlSP6fEQozpWIqPoRfTpPKaJvi5ikQ72Ivl5dRE8MRPSpuiZDck++1Usjeh8RobipJSKmMIvYvmUT4ZprohwRknVJ8zMvjYi5uOponv6x6tgtkojFfS2y2ej6iEkMQ98R0/URfZlOxCSvPJSI5W0RMVaJmM5HxBTeY8VRpuE7KtZkWNfyw7QqjX61+lFxKmlti1LK/sAh9fgDO6Xde5XZSFMSgUQgEUgEEoFEYJsikMNKBBKBRGCTIZDk3iabkI0IJyLKn/7pn9ZnQbVFZkSMXUdM8uPKTZqJiLq438jwIqJ4yQifw12NyimJQCKw9RFo970TORJ9IPPcS77whS+UT3ziE/VorkcitOecnsj+03cikAhsDQQyykQgEUgEEoFEIBFIBE4GAknunQyUT0IfFpqtGwtNu0iUI0IyFnpNxpWjzKL6UfNJSSKm413UaUSvF9Gn8/QiohKDETFujoipOovz2R16Y+XMnJYIREyukYjp/EqAREzrRqy/vFI/J6stIk5WV2vuJ2Ll2NZ6L2v6w3Q1QbWde+y8mRyx537iOXyrsR/oZDYRSAQSgUQgEUgEEoFEIBFIBBKBdSOQ5N66odschhH9IrctMpFVFpkIvoi+zcKzSYu6lYdpa5tNF+lExJgoi4hZs2XliF6HP40RMWUfsbhMf1YsomclYr4PthF9m/6bHdz+0T/6R5rrM7xa/bw0orePWF9aOzmuX2k8D4GIxfMxT/9YdRFRn5s27xooCz4Ri2OIWF/bgq7WVR0xHcMiJxHTehGrKzd/EavTj5joNdtjpebjWDrHavfdXyTuBU34WaQ3rBeTMv2/+qu/Kp/85CfLox71qJI79yCSkggkAolAIpAIJAKJQCKQCCQC60dgbZZJ7q0Nr02rbYFJ7Bz5yEc+Uo+HCVbdUNriVZ32lEQgEUgENjsCSLSI2JRhtnupGB9++OHiHhyx/HmemzL4DCoRSAQSgUQgEUgEtj4COYJEIBFIBDoEktzrQNgOPxH9wvdv//ZvSzuSa9FJ2viG+VaXaSKQCCQCmx2BiP7+tpnjtGPvL//yL8unP/3pYgf1Zo41Y0sEEoHTE4EcdSKQCCQCiUAikAhsXwSS3Nsmc+sYmJ0j9957b/n85z9fj7si88iiIWobStvVJ7U4JfJDnUX5lfQW9R+x+gV7xHzdiOn6iEk5YjoPHxLR76qxw8aRXOKh+BG9fkRU/MQ9HK9yk4heJ2J52nQyPTkIRMT4GG1EPx/mueRnTQhE9NhFzE+Hzma/FxHzbSIm9UP7iEm9uYqYlCOW591fCB8RIVlRIqLQdw8bKg7jXinPVrv0MY95TPm6r/u6cuaZZ5bHP/7x9djt4x73uPLYxz62yjd8wzfU9i996UvlU5/6VBm+pZyPoQxj2cT5DC0RSAQSgUQgEUgEEoFEIBFIBLYYAknubbEJmxduRL/Y/eIXv1jf2PjlL3+5qkVEfY5cLYx+5UJzBEQmx4lAmm8nBCL6e8h2GtNGjQWx98xnPrOcf/755YILLijPfe5zy9LSUs2/6EUvKt/5nd9ZLrvssnLOOefULv/0T/80d+5VJPJXIpAIJAKJQCKQCCQCiUAikAicLAROLLl3skaR/dSdZp/73OcquWe3ScSE2EtCLy+QRCARWIRARBJ7i7BRb2ehP5i4j37lK18pDzzwQDly5EjxfL0PfOAD5bOf/WzdzffUpz612L139OjR4uUa9AkfKYlAIpAIJAKJQCKQCJwWCOQgE4FECCoTgAAAEABJREFU4JQhkOTeKYN+4zq2gLT4fOihh+qOEYtR3iP6Rbt2om6RDNvlVytDf0ObYf28fEQf27w2dRExPmrZxlNW+YmISnZGxJSFI3oRPelpka48z3cbB+OIGPuKmOS1rVUiYq0mqb8OBCJi7pxFrK5+HV1uW5OIHjMDjOjzEaE4logY4z2u3KBM+y62dJFb7f6oQeSPV/TTfHiOnnxEFM809Wy9v/u7v6NS/5jyiU98ot6rduzYURzX/cxnPlM+/vGP12PB7AjliJCkJAKJQCKQCJRSEoREIBFIBBKBRCAR2FgEktzbWDxPibeIKI7kfuxjH6vHcBFWFpQkYvULSvrklAziBHUaEZV4aO4jomVrCquaOUm/IqLGEzGdnqTut303EdO4RqyvvJmBilj7mNYznogYm0XE1HU7btgkGfetoQzDmq2fLQ91W36o4xl67q/tuaae0el5nXboPe95zyu7du2qzzlFLH7rt35rofdnf/ZndRdfRI9b85vpmhFIg0QgEUgEEoFEIBFIBBKBRCARWAUCSe6tAqTNrmJRabeIRWiL1eK05TNdjoAFeJPlrVmztRDIaBOBE4eAF2c4euuo7aMf/ejylKc8pTiC6w8D73//+8tv/MZvFPdfO4Gf/exnl0ceeaSW2dARmfsxkU9JBBKBRCARSAQSgUQgEUgEEoFEYKMROH3IvY1G7hT5s0AkCL0WgiO5n/70p8sXvvCF8VEwbfSki0R7k0U6x6pfZN/qpcfyMdseMX+3S8SkPqLPRyxO+Y2YbhdPRH80F7kX0bfTTUkEtisCEf11HrH6dD1YRKzO/3p8z9r4LjeZbVtteTX2dBB7iLp2nF+d3XwRUb7lW76lHtdF7nn5huO5dvY5zusY7/Bevdq4Ui8RSAQSgUQgEUgEEoFE4DgRSPNE4DRDIMm9LTLhFpNDGYZtIfnJT36yLjD/4T/8h5Xg0970I+YvuFt7S9msRZpdS2dtW710tm1ROSLqsbaInoBrthGTMVhkN4mY1EesnEfmldHn7//+7+sxw+Z/VF2TiJX9RETVW8+viKj9Rkyn6/GVNonAahGImL7eIo5dXq3vlfQiJv34zkZMyivZrdTmOztLmKlrNhHRsjXVtkiqQvdrUbv6iChIPWSeP6C4jxiLP6qce+65xTFdR3Tt3utclfPOO6/8+Z//eXE0F7mH9FPP11DUpSQCiUAikAicegQygkQgEUgEEoFEYDsgkOTeFp3FiJ78snD8P//n/5S/+Iu/KENiz7AsJKUpiUAikAgkAutDICLKP/7H/7i+JReR5424duh5sYY/Eni5BnLPcVxk3tLSUv0Diz+4eIM52/X1nFabDIEMJxFIBBKBRCARSAQSgUQgEdi0CJyxaSPLwFZEwM4V5J3FpCO5n//856u+hWdET/ypiJjexaIuZTECEYnXYnSy5dgIpMZ2QwCBh6CzW8/uvYgoj3vc4+oOPbv17NBTtrsvIuoz984+++ziGajuze7R2w2THE8ikAgkAolAIpAIJAKJQCKQCGwuBJLcOxXzsY4+I3rSKSLqsU4LTuQeV4cPH647RZQtQtU5MiZVt0i0N5nVafXS2bZW1jaUVi8d1q83H9GPNWI6PR5/dt4gRu1yJHxFRLFwJxHTfUWsvczPPImIsugzT7/VRUSd84gTmy6KLetPPQLtWpBGrP062IgRRCzud+g/otdbKdah/mrz/K1Wd6jnfjRPhjoRMSyWof6jH/3oSti559olLaWMvLNjD7HnvusorhjpP+lJTyoel6AO6ccfG2lE1O+zckoikAgkAolAIpAIJAKJwGmAQA4xETgJCCS5dxJAPhFdWER69pOdIxaQFo1EvVSbfuWlKYlAIpAIbFUEIk4dIebRB+1+6g24yD2EHVLv8Y9/fH3mHkLPHwvcj+Wf8IQn1HpHc9VtVdwz7kQgEUgEEoGTi0D2lggkAolAIpAIrBeBJPfWi9wptrNTxA40O0csOOUjYryDz2I0IuoOlFMcanafCCQCicBxIeCPFsfl4DiMkXutf7v1PGNPHXLv6U9/evnUpz5Vn3nqCK7n7vmDijYEn7fsqm/dR0TLZpoIHA8CaZsIJAKJQCKQCCQCiUAikAhMIZDk3hQcm7sQEfU4V0T/9kaLzI985CO1bhh5RNRiRNQ2i02CAFwk1WDwi/48GaismI3o+47o06bMp3xE1KOw5QR+Ivq+Iyap8TuyjPzUdUvlm0RM9FvdbBox0YmYzs/qtnLE6vRgNJRmn+n2QyBi+pqImF9e7fUQMbSf5IfIRUzqI6bzQ72V8hHTdhGT8jDWYX4lf4vaInq/vrek6UVEy9Z02I98rTzGL3pD4b9Jq28uWr1j/Y7mIvfUSRF/7iPyv/d7v1fJPuTek5/85KLu4x//ePFiDXrKzWemiUAikAgkAolAIpAIJAKJQCKQCGwUAknubRSSJ9mPheUnPvGJ+iyo4YIxIiqhNwxnuFBteWnVOYG/IpbHMuwuIobFk5I3bqKziOX9R0TFLyKopCQCicA6EWjfs3WanxQzMZJFnbU2aURUsu4LX/hCfZ6eo7mPetSjyjd90zcVO/QQeHZUR0TxYiPHc92b1f/FX/xFcZwXwcfXov6yPhFIBBKBRCARSAQSgUQgETihCKTzbYtAkntbdGotIr1I4/Of//wWHcGpCzuiP66cC+1TNwfZcyKwVRDwhxT3irY7z9tvEXV2AH/91399WVpaKhdeeGF54QtfWL7hG76hfPCDH6xDO/PMMwuCz4s1HN1tpF5E/uGgApS/EoFEIBFIBDY1AhlcIpAIJAKJwNZCIMm9rTVf42fq2T1i555FpkXncBgWkUMZtg3zETHepRYRtYmdxay0SW0Y/dLWpLW3dKSyYhLR99OUIvpyRNRYWv1604jeT8R0yl9ET+pF9G3qjiURvW5EHEs12xOBU4pAxOJrNCLq9ysiVowxIsZ6EdP5FQ3nNEbEnNq1V7X7i3RordxEvbyUyC8S7bOySFc9Xfc8BF9EP6YvfvGLdSee5+kdOXKkePbpgw8+WDwqQd0jjzxSHzuA7FP3l3/5l4UNP/ylJALbCIEcSiKQCCQCiUAikAgkAonAJkAgyb1NMAlrCcFi01GvtoBk6y2N0iZ0mqhreanySmLxOasXEeMFv7ZFspLfYVvExJ/6iJBUiYhxX7Vig36JmSu7beAV0RN96hZJxCSWiFikdsLrI2KMScTq8usJKmJ1viOOT289sW0Fm4i147KecUXM72c9vmZtIhb7jpi0zdrNliN6XYRYL+v7p6Z9b5t/5UVCZ16b+qHM05mtG+pH9PcK911joWs3HtLOsdyIKP7A8pjHPKY88YlPLM9//vOL+4y6pz3tafV5e5/5zGdqqq7kJxFIBBKBRCARSAQSgUQgEUgEEoENRmB9K64NDiLdrR6BiKgLRw9pt2vPA95Xb73JNU9geBFRvds90xbkFukRfX1tzF+JQCKwYQhEbI/vlj94IPWQexH9/Re5116sgdDzB4PHPvax5QlPeEJ9Lp97DELPEV62yL6HHnqo7uxz39kwkNNRIpAIJAKJQCKQCCQCiUAisFURyLg3FIEk9zYUzhPrrC0KLRQ9oN1i00PdkXzamgyjUDcsH28+YvGCfbYvZbLePiMW9zX0GRFzd7YNdSzQxUI2YvdMRAzdZz4R2JIIRMTUd2cjBhER9UhqOcGfiEnsq+3K9381uvP02j0kYvJiDQTe/fffXz772c+Wj33sY+Xee+8tjul++MMfLp6Jqs1bc92nP/nJTxaPU+B7KKuJJ3USgUQgEUgEEoHTGYEceyKQCCQCicCxEUhy79gYbRoNC0ILTM9vsqiUtytEgNrmibahzNNRhyjkLyKqurp5ojEipgiBiL48T7/VsTseiej7iFiewqBJxPL2iCh21iBFH//4xxe7aYzVrseI+foRccxwI2IuDhGL64/ptFOImLbvqtb8EzHtI2L9ZZ23eZQqN1Feq7CNWH88EZvT1rjWKu26XUu61j5m9SMW4zeru6gcsdhHxKRtaB8Rtei755qphe5XRNTvUZetaURfjuhT9fMkom+PiNrM5zypjYNf83TUDVSKMml1YjZHytKIyVFdLzdy//RHg4ioxCZ9x3alJCIqAegFSPw2Kd2n5aVdMX8SgURg/QikZSKQCCQCiUAikAgkAqctAknubbGpt4j05kWLRItGC0qyxYZx0sOFUURU8sBiXBmWuaA+6VORHSYCYwQiYiofMSmPGzY8s3aH7hMRPaF3LGu6hF67z0RE/aOCF2/YxaeNND35lEQgEUgEEoFEIBFIBBKBRCARSATWi0CSe+tF7hTZfelLXyqOdzmKawcJgoqconC2VLcws3svIuoD8OG2cHFd8pMIJAInGoGIqIS7fiJCUiUixvW1YhP8cq+YJ/NC84eXiMkYEHpsPXfP8/oiVkcUzvOddScSgaPl9it3lV27bigHi/xV5faH19/f0duuKlfddnT9DtIyEThBCBx83a68NleBbeK0CpBSJRFIBBKB7YLANhhHkntbaBItDv/sz/6seN6esNuuEPVD0dZkWD+btwBt0vRnUzZIsCZNX6pO2mTWdrXliKhH2ZCVEf2CWJ4YIymDT0SvExHVriz4iL2JWCOiiFWd1FFdfURM/EUsztM9lkQsto+IGm/zYVyLpOlERFn0aTonIo2ISq5ExFTM+oqYtC2K/1j1/KxVIib9RizOl1P0iZgfk2uvidAiJnrKGyURE78Ri/Mr9Rex2C5i0raSj0Vtw/mOiCm1iKhHYX0vpxoGBd9bMqg64Vn9kZU60j4rTd+8azMu4nEKn/70p1tzpqcKgfff0BF4jcQbBPHwe8v+nbeUQ+88r9y664py885ryr6zBu3HzB4sN+zq/L7uYKd5tLz3wP3l/gPv7WjCrrjwZ2TDbihX3n4Mu4UOT0rDMtLj4dvLVUjRh7vxXNlh0MZSsRiFNMa9ax/VH3zdNIGKEN01auut+BtgwcdUO62RjrYrB7qapgRhu6vc8P6uUrzL/HT1x/kDl11t7F06S+7Otu8axbusHpazsYi58znxj4SeVVpFucPp2nJLuePqHatQnlFZFsMIzxm1tRaNfxartfooHSV/wzzcVulo9losHU637rxrzTi5hus1dsx+B9fjMXVTYTMhkLEkAolAIrBZEUhyb7POzJy4LA4tDL2lUbNFo9SiWZqyMgIIJ4Teylqbq9XcejbgPImYJkg2V+QZTUPAddck4vSdM/erJg2btabs2UjdD4eibp4MdeTn6Syq0xeZbZ/1Q2dW2KhrqWvA8z49MxXpF3H6XgtwOXXSLajfdqCUc84t55YDZT+ipwVz1r5yxxt2lyI9dKgckm9ta053lH13dj7u3FdWplB2lxv11cktl5ey582dTZc/dEy7NQe0PoOO4JhHVOx+w11l74HrRzsbO0x/dn/Z+84by+6zlso1bxqNoRvHLeXankxDvMmtV1QAABAASURBVLztvHJXV3eok1a/tLOU/e9ruxsRoqWce3h/pz0K9/37y4GdSxMML9pb9tw9aO/Ujt52azmy59Ky46Iby8q49XNy40Wd0XH9dGTiCsTgaA7LoUMwumI0/g6jK3cVZJHxj2UwzxO7Q+WuVx8pt97WcBkEe851YwwPvbmUa69cicws5ehtN4zmaOADTuu5trtrYddL7yvXdPM3jr/LHz+epex+w6E1k2iDEZ2YbIfTugjQVUezUdfjqjtMxUQgEUgEEoFtjkCSe1togi0o7fxwvLQtGLdQ+Ccs1IjVLZIbQXbCAjkBjs2zeZ8n2k5Al1veZcTqroeTNVCkTpOT1edm7Mc1jNQi67122ZHNOL5hTBFRdwkj5yOiREQx7q985Sv1xRpSbaUMrTJ/UhCwO++BjkDac03Ze04pB95tl52ee/Llqttu73ff1R1Sk11ldhZNdkwNjjQOdzK9bj9HI+n97arkS5+3M6n3s/odV3YBjfsdEUqVsOlIm1Y/8bur7khsZNzB191Qbr/tqlpHl94ouI70mdS3nXJTfdkBhcx5zYFy4DW7Oh8TLHofHTHxpr1l/8925NL7by3799w02uW4o+w4q9fwe2nnuZJSOpKuEnB9qey+bE/Ffscle0s5fKSvNTc7rynX7JyQrgfffaDsuawjXHuN7vfusvfySXtHX5X3dlzt3ks6CtVcjDAq8nUOxd4LXJbtzuo82qEFn14m45zFr8epI/Z2XVsO3H1th8ngOuBnmewol+5p47+13LxznbvllvkdVSA6R9llc9fVq7viLQfKzS81/v6aU9ePs6ur12an2P3MH2vXMP7pruG3HSnXIXDHdcNM135l57NhPpiHG4bfqStdL23nbKc/0hOX+eFxcSwzfehrZM9uWrp5et3to2P2XT+dbvO/aL4n9jP9tD66a2o1Y6l+3r18jHVnYeervwf0Ox6H1yMMxnPT6fEzVQc7lSmJQCKQCCQCicACBJLcWwDMZqy2OLSwjegXi2JctECMCM1V2BCL62MJvUVSnY1+RURdsEYsTsVGIo6tQ2+eRETtsZEjdCL6utqwwi+6Q7Frz8s01PEnbRIRc8czz33Dp2GpHDGx5zNiUo7o8+pXIxFRj8JG9HZf+9rXxkcWW5/SsuAjHkJnKOqazDNtbdLZ9og+log+be10ybAfeXUbKc1n6zeijyNiftpwjpjfHrH2+tb3WtMhDrO2w7Z5+Vl95Xl66hpG8ouEfUQ/dhgpN1327jFNlAkdQk9KInofEaFYJWKSrxWDXxFRv1/6JK2Jz6GoV9avlKhrEhE1G9GntTDzKyLq90c/JCJq3xF9WkYfvvVDRlVz9SJ6u4g+5ZNE9OWI5Sl/EVG/ty3fCL1HP/rRqlJOEQJH37e/3F/OLXsv2d0TLzO7wO5/y82l2D335j1dhPeXm3+pJ/92/+Qt5ZZ39jvS7nr1ueX+t1xfbn+4IwF+9ubq77qu7a6dR0rHM3V283/uf8sV5dq757fNre3ItSsOX1PaLqm2262UI+Xmw3tH9beUpc7v/sv62A6987pyZExYdiRYuWmkZxeZmLue5vo9WG59y1K55dDIz6Eby+6LbizG2u8ou2NE3nX27eesfeWmPfvLFW87r9w094hn73PvRR0F9+CIwGu2S+d1s9AVzloqS6M5MDdl51Il/o48aNfa0XLk8J7CvtMc/zRisFYgBMvecumAUOx6K7fXnYT9WIzh3FffVRbuMOvG2TA+9M69Zf9ozjvqt+wf4Hfd4Vu7Od9dbuwwPvfyWyquK+/s6ncinrfURdSN/9xubDXmBb96ErUnoq7v+l3Zd+ekI0zbrsYdV99R46njeHMpdv2pu+XycztCDg7dfM7M+6FX3leuH+8OnL5W+rF2fYx/jpT7HujmagrncWOX6cjeO/XTyy0FVl1193PkLfeVvaPr6padN5cr3t2u3bvKdcNdmp1u/zM/lqO3XV/277mrH6c5OOe6ctdKOxC766q0XaSd/pG3dcSiDhbOt0Zy/GM50F2TdS66cU++t53vjhRu39Wp63F2boxrtm5qvjpf+ZMIJAKJQCKwfRFY58iS3FsncKfC7LGPfWx5xjOeUf7JP/kn5fGPf3yxg+/v/u7v6g4RC1SL1aHMizEiajW9mhn8iojx4rZVR0RBijUyTEpau36HZIC8OqIPKZEn7KRE/bCsTll9yytHTOKKiLkLdzERsRK79BB5RF7bImn69IbCdlZm25XZW+zzL0/UN1Em2umRiOkxRSwv02PDlq+VYtFO6DzqUY8qBInwmMc8pjRRp50en8cjfDThcyj60bbIvzGtVZqvtdpttL45WatETOZ2aBsxqY+Y5OkYLwzXKuxmhY/Zutkyndk5NI9DGbYP82yHMutb2TxImygTY5WSldq0k6YvLQs+7h+ItCbuk/LuTUT78P7CTauTEu1EvtlI+fFSnqHwP1um14QdX76H7tuPe9zj6gt99JtyshFAttxfyjk9GWTX2LKjuR1hcE1HRpWLrinXnTOJ7+j7bi3X1h1Qu8oVb+l81CaER5e5vH82346rrykowa5m/s85HRnRLfYPIc7ma0zVHu0IodKRAW03D2KwJ73KYDfbUjnvnBkC7PCRghor5dyOxNwx8rmjIzP7I7Dz/S6Va159pFw73OE0slycjPB8YH9578OzWh3xeeW1HVHakUqzTVPl3WXv5UfKkc7+yOHSx3vR3rLkWYWVuDuvdNzYlEXp2tvR3EoI7rl0cmx3WnN1pYdvL1d14644v/Tm0mZ3Fj9HiFfjcELSXVHue+UcUrRz0nZv9S9v6Sq6n55E7cmxm8r1pd8p2DUMfx7oyLEWa0eqjsmtjgiq8Wt7zXyK+Wh3PU3tguwI1gLn6n/6WjnmWAeYtR2hkzHtmiaxL99bdtc+SrGTcyqGjqg296PmUXJufx3U0o7OpmbW/mv0Pa+GSOSa6X4NYt81Nd9d2+jneMcyHOPu0S7V6rq7B9T7Sy1Mfi2bm65pWd3UfHUK+ZMIlFIShEQgEUgEhggkuTdEY5Pnv/SlL1Wi7ayzzioXXnhh+d7v/d56LOTcc88tz3nOc6bk2c9+di1fcMEFVZf+c5/73EKe97znle/8zu+s8vznP79813d9V/nu7/7uKi94wQtKE/Xa238YhzZ0tBN5Mswrk+b3e77ne8ru3buLtEkrS4fyfd/3feWiiy6q8sIXvnBZeskll5RLL710LMoXX3xxabpsYdNEWTu9ZidP2BA6+m02i1I6dJuwVUd/OAblWdGuTroagRP84GgejiXmx1yZX/NMLujmv10b8k1a3fGm/PEhbaJMlKWzsqh+Vm+l8nd8x3eU1ci3f/u3l40Ufc7zt6h+nm6rW2TzzGc+s5xzzjll586d5du+7duWCXJ/tTLPfmlpqZx99tlVnva0pxX3k6c+9ak1lSfK3/qt31p27NhRvuVbvmVK1H3zN39zWUme/OQnF/LEJz6xLJJv+qZvKt/4jd9YnvCEJ5Sv//qvL0gvBNhQkItDIrHlG5nYCEEp8o/MI/4aSdeIOM++89baoXzxi18sTb7whS+UJp5x+vnPf75I1bkPE7rK2shf//VfF/LII4+Uz33uc/X4rccoeMaeemOBiTQiNvm/Nts0PGTRA93YHhgRJKOF/eRobtc276cjA65H6I12a9kJNk/tRNTteXNP9rRdQMfczbXKIOb5tdNLP3vfvav7v8UNpd+zuILDehz3rlJ3uzmeO1A9+LorOmLrUGm7k3acvTRo7bJH7huTaLsvWyr733d72X+4J11LRwXt3dkRhu+7r5S5xN3uSkTufz9ysQyIoM5v/dlR9r1yqfTHUXeVKw7sXbCzkPLBcsNL7yvj58i987qOElW/fmnYeoZi82L893ekayt7xpxn8g0J5NYmrcRzp9+TtGpGcs51/TP3hnF21+dViL5KHHfXS911OtLvkw34vdSRyD0JW52dta/cob9RX46PDp8nOBx71d+AX8jzpbdc0V2b3fX50v1l75v2rYPUPfZ8n4yxbAAc6SIRSAQSgUQgEViGQJJ7yyDZvBUWrhaxdoL8+Z//ebn33nvLRz7ykfLAAw+U//2//3eVD3/4w4Ucq3zPPfcU8sEPfrAecfjABz5Q/uAP/qCK/B/+4R/Weu3kj/7oj4qU+M8/kedjKPRm5UMf+lD50EjENpQWZ0u1tbz0j//4j8tQ/uRP/mRcljf+j370o4XA47777ivk/vvvL02UtdGhT+SJNtJ0YblIPvaxjxVy+PDh0uTjH/94+dM//dOxKJPWLlUmTe/IkSPlwQcfrPLQQw+VWXlwpu3hhx8un/zkJ48pn/rUpwo5evRo8VblJl7C4noh3rSMbPjsZz9byYfjSREX/BG+h6IPQudYfSBCmhxLVzufhP9jCb2NFP3N87eofp5uq1tkY4zw+Ku/+qsyT5BHa5F5PtTpAymFoGpElTwSSz1CqqXD/tgS9iuJcRxL2PNF9KHPWVE/bFcmbOdJ06XTpPk0HmKc88TYh0K3lfngr/lXJkOd5hOeiEMkoDQi6o5ju/nmkY9lU3y2fxB2eTmS6witf8NIJSHunn5BwyIk+mOVR8t7D7S9XQiPTvvu/giiFzsc6Iob9YMQOtCOEq7L6f0dadboIXH3RNix/CKebhntptPtkXpEVm4oHUnSEUr1OG5H9Fyz8+Zy6+jlJHY9OXrYiL1qddFoN14tlDL1LL2l80o5sL+UAZFn59j+A0fK0tk7RhbTCfLryNuuLx3FM3Mkt9c7apdaI0bvXD0J1F8jvY8Vf88j3mYMdr/hllJeMyJJ7QQ9fO3o5RozivOKyM+dS4vJqw5zR6KvHx+rnTiB7aR0f7lvdCK6zvv4yHan0fUxxLyrWeFnRJjOkLjzDQ6W/XfPbzmu2oc7cnFEsB86dMfyY+LrcH7s+V7fWIZ/MDAfw51888JcNjed0rK6Nc1X5yB/EoFEIBFIBE47BJLc20JTbsfH133d19Xdewg+R70iJs91akNR33aqtJQ+UdYeEXWxGdHbqyOl+0iHEhElIsb6EcvLFqwR0zql+0RE97uM7emtJAhM7WX0EccoW33IR8Q438rSJmxmpbVF9LYRy1P9DiViWqfFFjGpn/U7tF9LPmLiM6LPN9/rSdv4m20rt9R1MCutbcV09Pw/Os33vFR7k9ZPu/6kpNXPptqG0tqbv3n9bVRdRI99xPzUnEYsb1tUH7FcN6KvW8lG20ZIRN9XRJ/CKSLqd5n/0n0avlIYd1X1+xUxsVFHtBP5iL49ok/VNVmkE9HrRkxSNhF9WZ5E9OWIPhVrRJ+PiBq/P3T4TpJ57eqaRPS2yhFR2ici6liHZXnxE3k2JCJqv/pr0uojpv2oJ6X7uJbtFOyyxaMVnvSkJ9U++Y8I1SknBQHkFlJuqSydNelw92UO0h4ot97255PK2VxHpFxzeSmembdr1xXlvj1td1dHeLxJ/v5il9gtUiw1AAAQAElEQVQVh/eWRTuxZl2uqnzRjeUuz7Rz1LLKVeX2h1dlOVI6tywdvr7f6dTFPX7pxVy/HVlX+9hV9a8to6PGXnhRd0sN+z5abnfk9pX7SqPeeiLrqvLW/99V9Ujm5Ghq56++HGB3ufGV95UrdnXlTq4tt5Qx+XfWpWVv6eZmQOQh78oDS8uetzcaWCkjm6VBDOO2LlOJkdf0fdnRPveIa6dXyu66C9BxZHrXl70rH61mU/u+uY6lHUlVvVxGvuuLELpr5c67ynlvG8TUzcnND0yspjB7TSm3eO7apHlZru1ku+HIvoJcbdju33ldafskd3fXd++3IxnN+85b6/wa665Gzi7zvKCis/ecvtZP9TE6AtxiqXW79pfzXt0iWOBrPdWO1g6Oqe/a1Y1pzX5Gc9Jdg2KdN9/HP5alct3O/WOcp671RfF22N41nBvfmdm6tc7Xor6yPhFIBBKBRGDbInBCyL1ti9YpHpjn6znW5aidI3GOsbVFpjQiSkRMLUAtMLUR+YgoPhaWFvNEXh1xbM3uEgtSbVJ1xHOlpE2Um6ij24SPJtroiZ/Ir0bozpNZWzr6aNL6HabNhm6Tpt/SoX7Lt/FIW52UTfMpT9TTW4uwYUv4kzZ7+Jsb6Wqk2c2m+jhR0uIS5yKh02ISxzCvbMxNlFt7S1db1/SPJ21xSM3HqRB9NzH2Ey3wan0MxzuMgc5Qmv5a01kfyq6PJu0aamXpsI4+af3Kk1m91i41Dik9Qte9jjTfUvVS9aTlW+oe6jiwo8HSJvPKdCOiPvvSH2QcQX7KU55Sj1u7h7sX6yPlZCKAXDlUDs0+765bQNvBd8fVF5Z9d3btd+4bEVYj/RHBYjcbPXLj1fvKHW3nUEf81eOJjii+YV/vo9qM7Ku/YX7xmPUxJrxGau2orH7bbiV1Ez2+B8+1E0/ts3dw3k9OXrQwPNLLR++zG3MdS0e+GUOTOobOB3+1brhTSp+TI7edVvfD/o7yqv/PpL+x/+ZrhHWtb3WdZekQh/1kTF1l7Xcwrq5q+mdODGz4dUx1/NIG4ztUbin97srdbxiNo+l2TodY3NHN7Y18dPVj3S7vZ1Lu+zaOIaa9zjQu1fd4PiZ2bHvpx2ju+3If77LrlHMxj32pgHnf39De9Xnj1SPadYx530+Np85n18/A12Rs/HaUZ8OpL05+j/119iM/PQZ9LP0Ybiz7ru7krM5MzCM8u1LR/2Se4dHPx7B+fiwI5f1l76jP2s+b+xeH8NuLGPpxlo60vXEwvmFZX9W+8zV/vvk51N0ryI1l7WPpbVofh8bj7/xOxdRFNcB5GFezmaqbse3HnL8Tgc2DQEaSCCQCpx6BM059CBnBahCwwLRThXjmlWe3/dN/+k/Lj/7oj5arr766vPzlLy8/9EM/VPbs2TN+9hwdz3bz3DbPa/MstuFzvjx7izz96U8vnq/l2VcWnY6ROWrmyJljaI55Ou7paOgnPvGJeoz0wQcfLMPjpY6cOrLaxHFUecdd2zFXeeIY7LGE3iKZtaXn2O1QHLkdCht6Q1FHmt1QX169dCjqCD/DcTU/Q93V5PliO/THrzLR3vw4TrySND0pOzLMK2+UiLmJOMW8SFwL7Viya8a10kS99ibKpLVLldu11PpUp22jRXyubTJ7XHql8lr1j+VLHGSjxzf0x3+L2/e6idhaXupY+EaI+8fQjzL/TfS7ktBj4140K46gO35OHBNvR5+lju62o7QtdV9zdBaZifwjiD+C5EPYeSGN3dLui55BeN555xXPsfS8zR/8wR+s99uXvexlpcmVV15Z78f79u0rr3jFK8prXvOasbzqVa8ql19+eX0ZEr+rueenTiKQCKwTgSP3lfunTI+WI4eXpnZsTjVn4WQisM6+jpT7Hpg2Pfrg4mPb05pZSgQSgUQgEUgETg8EktzbQvOMeCMIvna8Cynngfd2g1iEfsM3fEMh3spIPKjezhG7/KTqPLCeD6ndJ3w2GORJRL/Dz2KXLqFLtCMbiYUwHdJ8SIf12og6wo7IE23zRBvR9pWvfKW+HdgiXJ7IW5w3UW6ifVZa22zK/yLRfxM6zac+hzsAta1Hmr+Wio1vKVHf/LY41pLCebVi3lYrzafYxCjWRWI8TWAm33TZ8tFEmbR2qbJ24279qtN2LGF3MkRsG9kPf4tktXN0LL2GpX5a7PLqpU1a2zClsxbha96cNZ/aW7wR/b2Hf3URUXcju++U7qOedNkSEVXkW11LI/q2iD5VHxH1sQbuY3bXseNX3j1OqkyXjvume608Us691bFau/CkduS597Z7sDp5f4Cxuxop6OUnXhzS/Ogz5VgIZHsicBwIXHRjuaVcOz4WWY9Sv7Lt6DoOv2l6ChHYXW58cynt+LQjtVccvqbceNEpDCm7TgQSgUQgEUgENhkCSe5tsglZTzgWohbJFsjS9fhYZBMRxYK3iQVw29UiVbYYHkrT3aiU76EvZdLqWr6lrX61KbvVCp90pcZO5NWlnDEmYU4KFmdsnv4i4rQd+2rm2neE+L4gymZF/SJhNyt0Z32sp+we1oR9yxtTGX1m768IZffaUfPchA0dstH35LkdZmUiMAeB2eONc1S2bdXwmKrjkUkCbYOp7khbczmW8XHXbTC2HEIikAgkAolAIrABCGx7cm8DMNrULtoi0gKyyUYGHBGVtJi3uG4LYanFdpOmqzzMKw+ltR0rHdqsN6+PRbba1iJIgKHwuxb71P0HU4TxVsID6bNR8W6kr42K6UT58R0Zfmdm8+4hrW5eDOyH0nTZNXGEtuWHaauXNmntfJqHiCiLPgg64v5q96Gdp/L02ZKIKBGhaix0CNtxZWYSgUQgEUgEEoFEIBFIBE4oAuk8EThdETjjdB34Vht3RL9wjIi6iIyIOgTkngWkRacKi9WImNJRT+gSi9F5wtai2cLXItgxtJbKN3Gcd5h39Jc49tvEcbYmjqOxadJsh/WtTn/6J2Ih8kQbUddkWC/f6jci5U9/LbaWqpuV1raV09kxraa8lce7KHbzPk/gschmPfW+D+ux24o2sCNil8LXd9Q9Z5Fop0efsIWZ+4b8rNAhw3r6ZHgv0k6P7ybK6puwkdfe4hCne617KYkISZWIqPdc91X32KGeMqmK+SsRSAQSgURgsyCQcSQCiUAikAgkAtsKgST3tvh0WjSSiCgWoRakFr/EArUtapFuCDjP5SOeHeV5UZ4FJfWsKM+O8qyos846qzztaU8rLZVvoo608tlnn13OHomXcxDPmCLe6ttEeZHQ2blzZ32T5Lnnnls8uH49cv7556/LVp/z5JxzzinPeMYzithmRcxNZtuOt7yoz+P1m/Y7587lRuCSc7Z6bGHlu+U7t9L3XDs9+uaofd+G9xH3myatvpWl7d4kbWUvEJqVdj9rqWfleZ4pcU/0HD33SPdK907PLm33VvfaobjvIgvbDsSInvjb4v/UnMbh59ATgUQgEUgEEoFEIBFIBBKBzY9Aknubf46OGWFE1IfEN2LPwhORJ21E3plnnlksTBF4HvROLFgtXC1giQWvBbLFtIX1PLEYb/XItGc+85nlWc961jJ59rOfXbyZVzpPnvOc55QLLrigvn3SW3yJN1FeeOGFhWiTrkXYLBJ+VmrTPk/EdLJFHCe7z+zvufVaXC8OF3bX7XptTyc71/ZQfCeHZfmV6rS5d8wT95l59e5D3/7t314WyfD+5X7mvtbuc41cdF90f3S/RPI1gq/dZ91r5Rvhh+DzxxYEX0SM7+ERk/y4MjMnHYGDr9tVdl15ezk61fPRcvuVXf0uclW5/eGpxlo4ettV45c0XHXbxHqt9dVZ92to5wUBu3YN+z1YbqixiIdM2tgN++9cdT+9/mz9wddN7Dql/EkEEoFEIBFIBBKBRCAR2KYIJLl3Eid2o7uKiHoULCLqM8wsJu0YcZTM4nIobdEptQi1GCVndqSfhaodfE984hML0o8gAZ/ylKcUojwUdQQ5OE8sgIndL4sEmchWPxbLRF4/fA9F3VCGbcM8f+sRsc4TMaqXzsqicWX9U0tikBjMuwbad8h3igy/q+17rK61SQk7/qTKRH4o6maFr6G4h+hHStxvhuL+R9yLpMQfRNwb3SftfrZDz33VvRZxJ3VcV34o6hzRLd3HzuouyZ9NgUBP4O2/7JayZyaeg6+7otz3ykOlf1j/HWXfWTMKD99erj98zaj9rrL3wPU9AbjW+hm35776rpFPfV9T7nvpkIzbU245pL6Td+4t+392lpAs059zzi3lLbeWg9O1WUoEEoFEIBFIBBKBU4RAdpsInEwEktw7mWhvcF8RUUk9i0qEHmJPnlhctoWnVLs6C07tRPnRj350QfhZtEotYKXK8ohAaRNlpKAdgVJl+q1dqtxEmdAjw7wyP7Oinm8yzCsfS2Z9DcsW6GuRZnusPje6vfWb6RPK8WKwnrlZb58nq6/19LMZbeDs+yglLS8l6ojY3QeIfKsb3kvkifuOdFZavbSJexyirolyE/b0lLW7T7qHupeS4X3UvTQiyvATEfVFRBGT+ohJvuTnFCGwo+y781BZ9ubUjqC7tdyyvH4Q5dH37S9Ll+0e1ewol3bs4P73HS1rrR85WJDsLje+eanc/Etz6LmzLi17y33lyALLvnpvuenNpVz7ujn2FN5/w3jn4XDnYt3JONwleOXt5Z7bbii3v//2cpX6rlz3KQ7td92QJCJMUxKBjUEgvSQCiUAikAgkAseNQJJ7xw3hqXPQFpgWmxafs2JRaoHaxIJ1KBbLTSyYiV18pO1YkTaxk6WJ3S2z0trmpUMfw/ysjyw/qSQGicHpeg0Md9Ityjds3GeG9xL5Vme33fGK+yDhR0rcI91PZ0m/IfHnftwE8ec+HZHE3qn7l3IVPR+5r1Pa3xNZyKw5xNWRw/d3OpOfHWcv1cJa66vRSr+WzivnHj4yc2S4M3j4vWV/Oa/0vXbleT8PdOTfRTeWW8q15Yb3zyh0BOZVbzuv3DXaCXjXnv3lekeLO8Lu2s6i37FoR+Oecsud+8o3lyPl5reVchP9rrxjxv7QO88rty4iEUt+EoFEIBFIBBKBRCARSARONgJJ7p1sxDewP8e9LBztwLNrb1YsOBvhh+hreamyBWoTpB+iT2oBa+fMUCxsm1jsDqUtqi26LcgdeVuN0G2LcT5Svqk+FzFxSByO6xr4pq2L3/C+sijfsHH/mL3PqHMforPIfi317nnug+6Jdg2SRu65d7rHIvJaKk/ck92bI6JExAbe9dPViULg/sPn9UQWMmul3W8nKoC5fg+UayvZuKvseul95Rok21y96crdb7illNfM7KzrCMz7H7i5XDHyd8Vb7i/3dyTitOV0ac8r95UdraqzL3sunZTPWipLd+/P3XsNn0wTgUQgEUgEEoFEIBE4xQgkuXeKJ2At3UdEXShGxJSZ3SFDsbAkFpkWmCQi6hFeddqkQxt59RapgoUlRAAAEABJREFUjSSko4wIRAi2enXamrBrwo/+hqKutQ9T9nw1v8pEXZPWlumjSmKQGGy3a6B9z6W++6uRdg9xXxneZ4Z5fvgk8qTZSdmuRdg00U9ElK9+9av1ftzK0kVS8rPpETh3SFwtLd89t7Tz3KkxHH2wPyC71vopJ/MKHYl2/86lEYm2Z/LMvUM3lt1ltZ/d5ZpXH1l2PHf6+X6HyqE3dB4vuqZcd/ja0XHda0t581r6WW08qZcIJAKJQCKQCCQCpxqB7H/7I5Dk3vaf4003woioi+KI6XTRwjjrz6jP70ocEoe8BlZ3DURM7i0nArOI3v+mu7lmQOtD4KK9ZenAeydHYTuCrQzJvs7rjkv2liPvbs+yO1ree6CUvZfsKGut71wt/nH09TVHynU/2ZFui7VW1bLj6psqaXft3SP1pfMWvGzjSLmvXDc+rrvseYRl9GE/xOjhI+XI5XvXQDiO/GSSCCQCmx2BjC8RSAQSgURgiyKQ5N4WnbgMOxFIBBKBRCARSAQ2AoHd5cY3lXL96MjqrredV266ekcpyLb2/L2z9pWbdt462uF2Rdm/56b+jbprrZ8J9/63XDHyOTp6e2jOm3pnbFZX3FH2vem6Mt5v2MV5h+PGbYxd2j+Xb6mcVybHdXftGr6tt0w+7F953/hY766X3leusfNvopG5RCARSAQSgUQgEUgEEoFTiECSe6cQ/OPpOqLfORLRp4t8RfTtESunQ/uIad2V2iKmdSOyHJEYRCQGEYlBJAZzdylHzL82hvfazJ9IBDoyb/b5dcgrz9sjra3WTY6p7rj6jtK/eOJQuQP5NwpxrfUjszK06/1O+iqli3HBUVx2w/57f3P0a/wDsvCiG8fx688uvYOvu76UNx2a1L9zb9n/SwdrbNp736PfU/bDWEftmSQCiUAikAgkAolAIpAInDIEktw7ZdBnxw2BTBOBRCARSAQSgUTgZCNwtBw5PNOnI8k7V3wn74xBFhOBRCARSAQSgUQgEVgbAql9YhBIcu/E4JpeE4FEIBFIBBKBRCAR2MQIOLq7t+x/6a7J0eB2JHkTR52hJQKJwGmDQA40EUgEEoFEYA0IJLm3BrBSNRFIBBKBRCARSAQSgW2DQD26OziW244kb6kBZrCJQCKQCCQCiUAikAgkAknuncbXQMT85z5FLK4/jeHKoScCicBWRiBjTwQSgUQgEUgEEoFEIBFIBBKBRGCbIpDk3jad2BzW+hBIq0QgEUgEEoFEIBFIBBKBRCARSAQSgUQgEdj+CGynESa5t51mM8eSCCQCiUAikAgkAolAIpAIJAKJQCKwkQikr0QgEUgENj0CSe5t+inKABOBRCARSAQSgUQgEUgENj8CGWEikAgkAolAIpAIJAKnBoEk904N7tlrIpAIJAKJwOmKQI47EUgEEoFEIBFIBBKBRCARSAQSgQ1EIMm9DQQzXSUCG4lA+koEEoFEIBFIBBKBRCARSAQSgUQgEUgEEoHtj8DxjjDJveNFMO0TgUQgEUgEEoFEIBFIBBKBRCARSAQSgROPQPaQCCQCicBcBJLcmwtLViYCiUAikAgkAolAIpAIJAJbFYGMOxFIBBKBRCARSAROJwSS3DudZjvHmggkAolAIpAIDBHIfCKQCCQCiUAikAgkAolAIpAIbGkEvva1r5Uk97b0FGbwicDJQSB7SQQSgUQgEUgEEoFEIBFIBBKBRCARSAQSgc2JwEaSe5tzhBlVIpAIJAKJQCKQCCQCiUAikAgkAolAIpAIbCQC6SsRSAROMQJ27BFhJLkHhZREIBFIBBKBRCARSAQSgUQgETgBCKTLRCARSAQSgUQgEThRCCD3/u///b95LPdEAZx+E4FEIBFIBBKBRGANCKRqIpAIJAKJQCKQCCQCiUAikAisiAAybyhf/epXC8mdeyvClo2JQCKw2RDIeBKBRCARSAQSgUQgEUgEEoFEIBFIBBKB0xGBiKjDRvAh9cjf//3fb9ude3Ww+SsRSAQSgUQgEUgEEoFEIBFIBBKBRCARSAS2NQI5uETgtEEAqUeQeo7jIva+/OUvJ7l32lwBOdBEIBFIBBKBRCARSAQSgUTgtEYgB58IJAKJQCKQCGxNBBB6Q0HufeUrXylJ7m3N+cyoE4FEIBFIBBKBROBEI5D+E4FEIBFIBBKBRCARSAQSgU2GAHJPSG3HHnLv7/7u78rf/u3f5s49wKQkAolAIrAeBNImEUgEEoFEIBFIBBKBRCARSAQSgUQgETiRCDRST2rHHnKvEXvIvS996UtJ7p3ICRj5ziQRSAQSgUQgEUgEEoFEIBFIBLYRAhZY82QbDTGHkggkAutDIK0SgQ1HICJK+zenEXvIPc/a+5u/+ZuS5N6GQ54OE4FEIBFIBBKBRCARSAQSgUQgETgWAtmeCCQCiUAikAgcG4FG6knbrj3P2XMUlyD2kHxnHNtVaiQCiUAikAgkAolAIpAInBIEstNEIBFIBBKBRCARSAQSgdMWgYjpXXuIvCZf/OIX6/P2nva0p+Wx3NP2CsmBJwKJwLZCIAeTCCQCiUAikAgkAolAIpAIJAKJQCKwfRBou/WkjuG2I7lt557n7Z155pkdsfeoTrbPuHMkx0YgNRKBRCARSAQSgUQgEUgEEoFEIBFIBBKBRGD7I5Aj3OIIREQdAVKvEXx27TmO61l7CL/HPubx5Sf/5X9Icq8ilb8SgUQgEUgEEoFEIBFIBBKBRCARWCUCEVEilssqzTeZWoaTCCQCiUAisBkRQOg1QeTZsSdtBN+Tn/zN5f//no+We//4oST3NuMEZkyJQCKQCCQCiUAikAhsOgQyoEQgEUgEEoFEIBFIBBKBk4YAYs+uveGLNBzFtXNP2zd94zeXX/l/2TuzGLmq9I7/v3PuvXVr7W53t+02xh5IPJoZzEyGKBorykOU1wSvOBIYx1EQwmERIrIlIpAQPKA8EBJZCUsQwoKIBxAKioYgQXgZRRDw0ku121scz2Bsg917d3XV3ef7brt62iOYYWbANOar7v/9znbPOffX16pT/zrlevYtNGZbau5dsb+KDqQElIASUAJKQAkoASWgBJSAElACSuArIKBDKgEl8PUjIAaezFp267Ul5p7s3Fu7di3+6z/+F/X+09JEzb2cgh6UgBJQAkpACSgBJbBECMi7szMzM5iamsLk5OTvpNnZWUh/S+TSdBpLn4DOUAkoASWgBJSAEviKCYipJ5JpyDpOJDv4xNSTj+YSEeSLNP5t3xvSJJfJj3pQAkpACSgBJaAElMDnJvDNbCiLqfHxcYyNjX3hGh0dRVsnT57Enj17sHPnzly33377ZbFdvmvXLkjdYu3YsQNtSfnevXtx6tSpvO/2vNvjSGyXfVaUNp9HwkX4fDPvDL1qJaAElIASUAJKQAl8cQSIKO9MTD2RGHuyzpLde2LwVatV/OS/j+D4yJm8nRzU3BMKKiWgBL4cAtqrElACSuAqISALq9OnT+O2227DLbfcgu3bt8/HW7ZjO2vbtm15XuokLdq6dRu2bt3Kmo9btmyBaPPmLdi8efO8NnFkbeH8pk2bsHHjRmzetAVvvvkmBvoHMDg4iKGhIfTn6SHOz6teH8aJEydRHxrmsjqGBkVDHIdQr9dZw3n6xz9+Axtv3oj5vqV/0cZ8nI0bF6fbZZdHOe/mm2/GvLiO+5L+8vxfcLmI6+W6xEQUTlfJn1wvQwkoASWgBJSAElACXxkBWVPJ7j2JoraxJyZfuVzBf7767mVzWxLm3mUz0owSUAJKQAkoASWgBJYYAXnHdGRkJN8Fd/DgIXzwwQc4cOAADh04jEMH+1mHcPjgEOc5fUA0mOcPHxxGP+vwwToGDomOYPDwUQz2H8MQa+DwCAYO1zk/yBrG0MBRjJ4NMTUaYGpsDjPjLUyOzWB2ooXpiQDT4xmiCR+N0QyjH7XQHHcQThRYHhoTKaa4zeRoi9MJnxvl8fyZMdQHTqDO49UHjqE+eAR1HmeYNdQ/wuMeweDhYxjs59hf5/kMYaD/kg4PcVtuPziCIdbAwBEMsJE4ODiMoYF6rkGOstvw6NGjEE5L7E+n01ECSkAJKIElRkCnowSUwOcjIKaeSIw9WWO1Y9jKcPLYR5d1oubeZTg0owSUgBJQAkpACSiBTydgrYG8g9psJJhrhKyIFWBuNkDStIjnDIK5GEEzYoUImwEiTkfNGHEzZQFxS2LC7TNOx0gCzvMCLeT6KIgRtSKYyIeNXSDyuI1FGvgour1cXsPy9Aa44Up4yQp48Qo4cScoKYFQg0EnvKQMN6nweUAS2lwpxzQkiIj7dJIi9+ny2A5Hg6zFy8HQQRYUuMwgDsBzzXiO4DwQhjFkbjHHJOK5hxniVoIoTBEGCdenPL6FMRb6UAJfIAHtSgkoASWgBJTAN5KArDflwiWKudc29sTck/zEaBOjF6alyYLMQkoTSkAJKAEloASUgBL42hG4chMW88oYYiMrg8PDuuTAEMGhAsAxTptw4MGlEiynHPLkyHnivIUln9MluMaDAfIvujB5H+A6w2UFlIvdkDLPdsE6PjyvgmppFYrZdbim/Mfs91lkZReZX4FXXg2/vAau34vMety+A3CLkHyxtALGK4JcD8VqLzy3Cof7SwnI4KLgdsDlcxzjw/D8fZ6zz/Nz4MPC5TILMoRl3Z3o7OzA6mvXYtWqFejpWYa1a9fwWFwPcDuCAYEdRggb6EMJ/BYE5MVLW7/F6XqKElACSkAJKIGrjkD7eVHMPEm3Db6enh589OFFjI/NLFyzY8DrsYWsJpSAElACVzEBvTQloASUwO9IwFqb90AEWFNAlkVIKEJEDQRpg9MpoiwAZQaWjT2LAkcXgAMiwzEDkYVlQ82aIjxbASGDYYPPsVUU3BqfWwQ5BHbmUHT6UC2sQclbi4AHHXNG0Sy20HJjhIUQQWkGYS1CWHIQ+z5MsYZqeR3Kls28uAobE1yeA0UEa3w294qQhzEGbuazCjwzC4+KMJA6C4BgiOcLA2lXLpew/sbvYfU1q7BmzVqsW7cO3cuWYRnLmgKIRyAiyEPaS1Qpgd+UgLxoaes3PVfbKwEloASUgBK42gi0nxMlirknxp5EyVcqFfz0/z9GFMULl33jqgbMQk4TOQE9KAEloASUgBJQAkrglwkQEayVZROByCDOQmRchnwrHAFZCkICh1ykXJdmMRJWmiXgFFIHsJ4DYzw+xYIsm4OGo1dCodKNxDhI+Yd4DOP6KFeuRWfXehR6roNZuRzoLiIthEjcFmKHTT1MohGcw1zzLMJkDFQkpFUHYdVH0rMKfu916Oz8DsqlPriFDnhOlRd9JfiFLhinhqLXg8wrI7QJEor5euZYfE08hyzLkGXcH2UwvotT//chRoaOYMOGH+H7N96Is2fPY/fuO7Hjr/8SjgPu1wMyw3wsiAj6UAK/isD8/ZV9ZpNmswn52NFnNrhCFb9unldoGjqMElACXzIB7V4JLGpsKBMAAAeISURBVEUCRMRrMVmP/UJi7onJV6lUMTneuGzaf/69i7weu6xIM0pACSgBJaAElIASUAKfRsAYk5tXGRt5Ui/2BBk2szI2wdjUA5x8IQYuIiIQiSys8VhF+KYLVacHHhVguQPHFuFYH2EUwVo2BQ3BuGWUS99CrevbmOafGYxhuvkhWjG/Q5tOIwgbyNhQNKaAlGOSxEjjAHNTZzAzfgrT0yfZ9DuB8finmMmaKJXWoEYr4YUOOqgbblhEMa0iSefgGILnVuC4BcB1YC0LBobn7RgHLjws716BjlonbrjhB/ifn3yA8+cvYs/eB/D662/g2mtXw/I5RHydAIQPB/1VAjmBJEmQ8b8NyUhsS/JtyQsVkRh677zzDvbt24dHHnkEjz76KF5++WWMjo4ufEmLnN8+T9JynkjKJL9YUvZpkjbtckmL2vnFcXG5pLMsg8TFbTStBJSAElACSuDLJED0C4NPnu/keUiiw2uvj8+NLwztuxn+aPUkzEKJJpSAElACSkAJKAEloAQ+k4CRnXZca9icM7D8w++mghdeRLygkrwLYlNMSg2XExsbRIBh48/PSmyV+WzIRSi63Si5vXCNB4pDFDOfTb9urOz5A/T1/gjwCzjb6Ecr+whh6xNEzQtIw5DPJaQR955Knw5k1CyzsI4Px6vyOA6kNAlnuUGIzG1gLPoZTKUTXZVvgxIL368ADiGG7I6a4zIDcH+UAZlJ2Vz0YNk4tIYjHLipg83bNiI2Mf70z/6ETb7vYv/+f8df/c0O/N7vX4+VK66B5YvMCGruQR+LCVhr+Z5NEfK9u7i8nQ6CIK8/cuQI7rjjjtzQ279/P9566y02j1/HQw89hLvvvhv1eh1jY2OYnZ3F+Pg4Ll68iKmpqVwzMzOYmJjIy6S+1Wrlu/7m5uYQsWkex/GCOSjjyosiKZMoeZG8WJKoUgJKQAkoASWwlAjI89MvS56/jDUIgmhhqiurEXqrIXhFt1CmCSWgBJSAErgSBHQMJaAEvpYEHIetMzayiAhEoqLYX/DIy6+H+CgLK8vGGMGy2eUA5HK9j4gdtIZpIKAmmw1NuLaM5YXr0Ff8AVZ0/CG6O7+PsvctNJMGGtEnIJvAOkUg8ZCFPjwUQSHBd2ooUAVuXEbBdKDgVLmvIjwud2wZjuQ5TeSyW2cRpy1cCE9i0p2G6eiA4/C5pQICipARm3nGg2O4D6cEechHiY1jYVyLMItxoP8Q/uWfnkK9fwj/uu9p/PM/7sPp42fxDw8/ib/727/HJ2cvguDzqQbCB/pQApcIyM49IoLrupdK+JZkw7v9QoWI8P777+PZZ59FoVBApVJByEag7Nabnp7Oz3n33Xdx3333YdeuXbj33ntx//3347HHHsODDz6IBx54AHfddRd2796dp++55x7s2bMHDz/8MJ588kk8/fTTeOGFF/DKK6/g7bffxqFDh3DhwgUQUa58gEsHmdOl5EKQsrYWCjWhBJSAElACSuAKEZDnIBlKYluS9wuy7pLUvLrLEXx+E9bMZ/W4FAnonJSAElACSkAJKIGlQYCIYK0FgZdOGdjUK8Ly0ZKBpRJcU0KRjTUPHKkTBTbaXDbhCmycwfIJFLCzESDJAqQWHBM02GCL2dAwtRoCEyFw5tAIR0GOC7fQBTJlmNhFkfspUidq3jUom5VYXl6HrsIadLh9qLq9bPxVUIiL6HCWo8RzQEQgHg6Jge93wHGLmEk/RuCGsOVOxHGKsq2h4HWwLceGoHVgjAvrltjwyxAnESuFPNIYCJpziMMYsitKFEYBgkaKdI7PSz1mknDTLOfDCf1VAjkBMfckQcT34yVJmXwE98SJE/nuvCeeeCL/+O1rr72G48ePQ+pk153ERqPB96/P96ZBb28vavzvxPM8DA8PQ+rETJZdeGIIyk6+8+fP53Xvvfdevvvv1VdfxYsvvpibfI8//jj27t2LO++8Ezt37sRTTz2Fo0eP5jsHoygCEclU83ye4AMR5eVExDn9VQJKQAl8+QR0BCWwmADRpz//tILW4mbwHM5mCQwH/VUCSkAJKAEloASUgBL4NQSMmV82ERHiLEKKCGEaIv+mXIRAauCxIefAY8OPjTnjgC0xRFmMzBAMv9NqSjUkLhtmdhaBmUUjm8Lk3HmkBYuIUni1LhgqwgYeikkVK7t/iL6eH6Lmfxc9le+gq7QGDtdXylWU3U6UTA9qhZWolpbDZC58Woaqtxy+reV54jm1mmySdFYxE0+AACyjPvgoo8deA+JrCrIm+4AhDDmwxs//b7EkbSFJQk6ncEwFri3zuC7Xu8iQoIFxzGSjaGIKRGxecr/GGE4Tp/RXCQBixMk9IQacfGT2zJkzuen2zDPP4Pnnn8dLL72EkZERdHZ25t++LMaxmHqyg6+vrw/r16/Hhg0bcNNNN0Hy0h8R5d/YvHr16rzs+uuvR3d3N8plvj8dBzIeEeX3YZqmuVkn5p30K7sBz507h2PHjmH//v249dZbsX37djz33HP5rj6pl7+bnEdEklyq0nkpASWgBJTAVUxg8S49uUwiyp/XiC5FLiyWPD7O/6YgJCnh5wAAAP//8tOAlgAAAAZJREFUAwBKH3UC6ffb5QAAAABJRU5ErkJggg=="/>
          <p:cNvSpPr>
            <a:spLocks noChangeAspect="1" noChangeArrowheads="1"/>
          </p:cNvSpPr>
          <p:nvPr/>
        </p:nvSpPr>
        <p:spPr bwMode="auto">
          <a:xfrm>
            <a:off x="130175" y="-868363"/>
            <a:ext cx="5734050" cy="2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AutoShape 6" descr="data:image/png;base64,iVBORw0KGgoAAAANSUhEUgAABPcAAAH/CAYAAAA7cTgIAAAQAElEQVR4Aey9C2AV5Zn//31nziUXDrcg6lFWUqmhbo1ak3WXWHeT0hLYLaz9A24B6Yq2q7gr1JboroG2EHc1thZoAbutsEsDW4HfUuIWwpYmXW3YuqReQlVC0aDoUTGBJIfcTs7l/zzvzJycXEmQSyDPcZ5533nf57195p0T58s7c4yYfISAEBACQkAICAEhIASEgBAQAkJACAiBS52AjE8ICIFLlIAB+QgBISAEhIAQEAJCQAgIASEgBOIEJCIEhIAQEAJCQAhcTARE3LuYzpb0VQgIASEgBITAUCIgfRECQkAICAEhIASEgBAQAkLgghMQce+CnwLpgBC49AnICIWAEBACQkAICAEhIASEgBAQAkJACAiBc0NgKIl752aEUqsQEAJCQAgIASEgBISAEBACQkAICAEhMJQISF+EgBA4iwRE3DuLMKUqISAEhIAQEAJCQAgIASEgBM4mAalLCAgBISAEhIAQOB0BEfdOR0jyhYAQEAJCQAgIgaFPQHooBISAEBACQkAICAEhIASGKQER94bpiZdhC4HhSkDGLQSEgBAQAkJACAgBISAEhIAQEAJC4FIiIOJe72dTUoWAEBACQkAICAEhIASEgBAQAkJACAiBS5+AjFAIXPQERNy76E+hDEAICAEhIASEgBAQAkJACAiBc09AWhACQkAICAEhMDQJiLg3NM+L9EoICAEhIASEgBC4WAlIv4WAEBACQkAICAEhIASEwHkkYPzud7+DmDCQOSBzQObA+Z8DwlyYyxyQOSBzQOaAzAGZAzIHZA7IHJA5IHNA5sDHnQPGLbfcArEhzUDOj8xRmQMyB2QOyByQOSBzQOaAzAGZAzIHZA7IHJA5cOnPATnHco7PaA7IY7nncZmkNCUEhIAQEAJCQAgIASEgBISAEPj4BKQGISAEhIAQEAKdBETc62QhMSEgBISAEBACQkAIXFoEZDRCQAgIASEgBISAEBAClzwBEfcu+VMsAxQCQkAInJ6AeAgBISAEhIAQEAJCQAgIASEgBITAxUlAxL2L87xdqF5Lu0JACAgBISAEhIAQEAJCQAgIASEgBITApU9ARngRERBx7yI6WdJVISAEhIAQEAJCQAgIASEgBITA0CIgvRECQkAICIELTUDEvQt9BqR9ISAEhIAQEAJCQAgMBwIyRiEgBISAEBACQkAICIFzQkDEvXOCVSoVAkJACAiBMyUg5YSAEBACQkAICAEhIASEgBAQAkJg4ARE3Bs4K/EcWgSkN0JACAgBISAEhIAQEAJCQAgIASEgBITApU9ARngaAiLunQaQZAsBISAEhIAQEAJCQAgIASEgBITAxUBA+igELm4Cgc3zkbWi8uIehPT+ghAQce+CYJdGhYAQEAJCQAgIASEgBC4YAWlYCAiBQROoXJGFrKxOK3w+sYpKFNp58zcHEjPOebx7v7LmlSBwrATzBy2Q0Bi47KB6HEDJvPkoOUaFni+EbpuiA9247+eb10D71rcfcbLPtTMfzu0YmHEWus63br3r53wzY6efHPbXVxbW+m2Hm+XzrMdvn3dOO0PjvnXpD41jWdl0lK7MOcMaz0Ox9lPAd3OBr5GU9Hdk95H9d3Fnw+/8DviGD/gHE/jWJ4Cm9zvzzlfs1AfAhk8CxcnAm7/obPX/vgf8+DqgmfKd1CpK+0EK8J/TgA4aG9vP84FdZBx3/H79VeA/PgW8uw/49/FA9VNWzgtfA/6NxvvvI4DNFP7n9UBrQv3s9d4e4Gcjgecory0h7//+DthG6Y79V0J+gMpw+qHvcw0DMjoTA/ITJyEgBISAEBACw46ADFgICAEhIASEgBAAWIRYP6kUVVVVtpVi8tNZccElsHk9ah+08rcs9A8QGYk2K0iIG6B3f275Tzn9onDrAgy0B/3VOei824tQNci2c1ZWYeC8Bt2jc1ggH2vic+Fcj8GPBVurUHQ7Bv3pOW8/bl9pzj5di6U7aZ5VbcGCCYPuUpcCPc7/hAXYsvUCzd8uPevjgIW9tX8F1PwP8GcLgbVNwHV/Dux8BPjvJ6xCh0j8ilG04P+A77wFjLySDga4vfFfwBPXAsH3B1igHzfuA2j3y6VdxbzEIizyVf8ISPs08CGJkif/ALhJpLvm83RcBTTQMfu3kCAXeAG48jYgKY1Tulrq1cDcI8Bf0r94tNUBP78ROPGy5RNuBg6tBVKuAtrrO9OtXEqnsjMPA5+nspz/Cyp78hUnd1ChMShvcRYCQqA3ApImBISAEBACQkAICAEhIAQuTQLHSrD+yFI82UW0I8HlvnyU7asEr3aaubYGNWtnxleucRqvktJmr6ALbC5EyfMlmM+rnuatw/p5M7F692rM5GPt03VFmLOiqUtdWYUY7AOLvZfvvS26C6d+ZcVXKPa6iot46DFwv+etxyHnrHO6Hgc0Ez129knoc+UK6r+z8ot8uW9OGxzvWaavfjqNDqGQx6/Ha/HT46K0ws0l8VWdWQksSDJOSJ9vrX7Uw0kcs5VeucIKu5bJgjNHdLHuO2q757x1nBLb6KueRB9uP4ASnrOHa7D6DruMcy71uNnHqZ99LQ58TjUL9Ezjc27lUbkuddE8oSTe9HVD1w7Xo23Qq0u5lo9hrzwHLCLZaM8TwAc1wFESvaaQsHf3vwHeEcADlP9JEviefxp4bjlQ+k9ARwtQ/CfAvmLg2EtAwUjg6y7gIbJySuPu/GwRwPbrJ4HCUcBv1gCbv0SC2jvAv1wD7FhEFxKVXTkaWOEBvkX2/Ukk/JHQxuV/fg+wygsUkT2WBPzhF5zaaYqif7yA/N8FXttCB7RxGgXx7UOq/xTlZ34NSCbR7t0KK+vqPECRs3P8EfsdAz5xB+xPt4B8OSXtZmDaXoAPa4gH6NNEwl09lZ84Dxh7C/Duzymxl23MTUAeleWsP2yg/lwJmMnAyMmcMiCjszQgP3ESAkJACAgBISAEhIAQEAJCQAgIgeFGoPYQaial91wNlz4ZGUdqgYVbUPpgBjJ45R6vOiKRYuaRxfYKvyqswRJ7hV8tVtP97pO84mvrA1i8dQ3yr1uKUj7WjyHmoIjj2koxvWw9CXmVWL82PWGVWBFyBsnfT/2Lrzh8Cli/OYDElYacF189d7gWk5/gVVlkO5ei9unuKwsDKHl4D6brlVvk88Rk1NK9e/cuWW1SPo/FbtPyKcOSfdMtNnrMVirveyvTZz+5wAU1GocWtCwBiwWqyh+vRnrCCkpnpV3t2kOYzhzYiMUSEjVJtSGhbD0mOxx3Tseeh5k18SXBNJ7eY3Vcb3OkDxB9zVvtfrp6uvVD968ceVtLsfS6DPDKPT1neLUmj4uNfX5sSc+VK2bi0H32+ac8ZtFbmu4K70iInP/0ZOtaIP+qnZOxXnPiTLpujthzhvLWTFqN9c9z+nmy0X7AQyLTldeT8BYA2puBz/x/nY17RwBp1wDBj4Ab/xqY+c+AOwXglXufXQzs/Aalk2j3/TBwDwlb/11EAheJXYgBv9sM/OIfwVGkfxa4mcS40X8E/OPbwOyNgP8zwNwSYGUI+CalxajMPhIP36fyr/8/4HOPkTDYDiz4b+CaP+/sE8fIFWkkjF0/D9hPfizkcRrnOfaH/wRGXA2k/xVw1e3A2ySu8aO4oz8JXEZtv0P18vFbO8lvAjCO0rgs94PDuCVUPOo6YCz5nSKRklftffBry+tqauPKzwMfvgAkPppr5Vp7H7XLAmAzCYlhEkit1AHvjQF7iqMQEAJCQAgIASEgBISAEBACZ5eA1CYELjECgaMk+O1eEl/9tmQ3UHuURAEaZ/59C3qKhJRubSyoZNnlZmK1Fs1ysPjBWiwhIYkFJMuv577sIadcVs/VXCQ26hVPVEfWQ2W6sH/hYqQnrDTUiby7bjry6B6eo5iQjnQdSdzV4hASffIwne7lEz10vJc2dToysPSrOVa0+76XMn32s3vZ836cnyC4VulHZnO+uhS1fB7iohSsz4zpnYLs7dORv3sPibbE0V4Bp8/NHatRc/gQaum/Q4l8rRoS9r3NkYTsAUdPV09f/evWAItyPK/YeAw6O4DaI/mYTlqRPtS73tJ0hrUjIRL5eZ3XBs89zcnKzp/aOWfSJ2VYiedrP/EW4GkS9G76otUir2izYl338XQF0Ab+HKeL+NjvgAMk0PHKvWdI/AuRaNVofR9g9DXAchKyHmskce0ziJeD/eHHc/9rCfTKve+Sb9O7lEGV+0hwTB0H/OpR4AeTgDS6CD0kMlJufCM3cJ+yHoAOX1qPLh9+JPc9Etqu/nMg9Qpg0h0kvFFf+VFc/WjuNCB4FGg8AvAjuX4SH1PIjyvhejmMGzcWPwCcQxb3AiQQphHDkdTHK3KBUC+P5uLsfETcOzscpRYhIASEgBAQAueUgFQuBISAEBACQuCCEEifDF6hZ9+Od3aBBIleV/SRR5d34FVVDei9cl1XNvEKKaqINmdF2/R9LOAVkjBEid22xPb0iionn8WXxBVRT+XbOTnWKsEngGUkzMzf3GN0tt8ZBH222U9dfZY5h/3spztnlMXvi6NzXTV1jxZo+xNjdf3X2as2uYy206/K7GuO6Pq67/qat+Q3oHpO279KFN5xCIt136tQtXMpSbdU+aW2HSXB65t/BLxNIa/icycDv/t/naPk9/DVv00CWRowikQ3zokvZOMI2Rf/GeCVe0+FAbY//iv26mnk2iXxv0m8a64H7vst9Mq9kVdTNjmNIJFtCYlud/4n0EDi4GoS/ro/lktuekng5SQa/uk/AofJ9/0Xqby98Tv2gu8Ab5DwuDYF+K/ZAK+WO1ZuOVxNQlwrtf3WLqCNwnQS/6ycXva6MSu9kQTNupeIBzFreQ84QfHjJCLuoD7/9+3URiv6fDQ3+AfyJ86p9C8Ml00B/r8PAf90q94B7EXcGwAkcRECFxEB6aoQEAJCQAgIASEgBISAEDh7BEi0WTxpNZZ1EcACKHm6DIkripwG/RPTUdbjcVYnt1uoV2t1S+NDusHeQ/fIHHWMf3xgzYxa1NK9vJM22LByn7VyL16OxraFRBnw48XxxP4i6ZiMPSiP94FXePXnD/Ros393ndujzKD7qau5MDt+VJVEVGe1JhJWoOH5PSjTK/mY42r0fLyU0xP59jOEXuZIF29i1nPedvGwDnqth/vRW/+sIr3tAxV7UKMz/EifVIY9XR6d7S1NO1s7EiJRVo64xHyM5rnmZGVf8P2pEySiUe+uuQXImgP8djOw6W+BxveB73wa+AMN9s8Xk7h3JfSqNWfl2vgM4I+ygb1F0O/eA31e+g9Yv6DrOFGas3FSc52dbyemkmjIK/UCJJI5K/f4sdyj1OZ1fwn8DYl2PVbSUVmuS3eG4p9eACSPA958jg7s7Q8/B3wkwN1bCzzYQgLicViP5v439K/m8qO5l9N4XyqmstQHfkzXLtojcNp/dw+wmwQ8bnvyfcAH9iO500jc+5sgcGcTkP5lgMW+tg+6iJ2lugAAEABJREFUVsO/jvtLKsupn7wfOPkK8P8uBzid0/q2eI6Ie3EUEhECQkAICAEhIASEgBAQAkJACAiB7gRYWFt8ZKZekaUfo8xaBjxhPY7Z3Rck7pTm74H+oYwsXm03HyXHenhRQg6mz7Df3baiEvHHOrnMw6A8ckFlwo8uZGEJFmNQv1BqCzxOX/ZMWgp+1JZ/yMAaB/Xvjj2Y3tejstyFLubHgiemY88dVI77mUU38zO6OAB9tNnNq+thH2XOvJ9dqwfO9rF93jSDLP0odOUKhwmFDwGLF/qtRonPHtsvi9LX6HcNEsetawB+jNfJozkAcPpiHIrz7Tp3ep8jVjO97XvO2yz9/sfT18P96K1/ia3kxB8Z57m0DNMRXxe6shSTnyYO9th4FWNOL2nx2uj8b7nvUOc1c8chLNac4h4XOBLTi+B0Jxb9G/CnC4H/JYGv4CrgxDvAHf8MfKFAZ4PfR0fu+oDfx/eVLQALdN/Ltn5U4xeP6iyrQsfRTpry91Zk3a3ATz4H3LIIYLGvmES4yu8DGbzizy6zdSb0D2r87EskIH4WuObPrbLOnt24L3zMj93e9DWrST5uISHv2P8AI68BnMd59aO4nwf4Ud33SDjk4wlfIG+q6Eqq33kkl1L0GDl0jN+vt20SUE7CZ8rVwKxXqe7rqC4SCr1pJA5e4XgCV/810PIucJRETk7leCn5/uZOgMv+JZXlH9doJeE00kpC5yH2GpCJuDcgTOIkBISAEBACQkAICAEhIAQucQIyPCHQDwEWSvjHJyzb0kVk40dnEx+H5WPLrwpV9o8icBr/sEBiE/E6WchggcN5xHHrAixYyY9p5liPzzrp7JdYAcW5ju71ssC2xfblfKcvRQsXoIhEJ+6Lk+b0D6C2qF1bkuKaUdTlmJJ4S+xnVRGKVtosOL2fNrlojuPLB2TcD6fvA+8nFbygG3Fyzocd8rlP7H8VccmJ93F6wjnkc+pkdKvHZqfPg12vc27i3Jixk0fnxpojVB+nx8vTccLWtV+2IM3+vdSTeD669oPmsa6fRT/7fFMb7O/Moy08t7QPZWiRksrYbVjnmMt2TePyVh6VIVHcqSuRXxcfcut+TEnndmsIAPyePF6N5rS0iAS+f40CPyJ7muwLDzs5JPJR/KkgMOEWK23klcC3aoHVEehHc5e/RcIXpf3NJuBRO255Ald9BljZCPxzB3Dvr4CJt1FZOl4VAhbtA778/0hI3Ahc+RngnxqA5e2W3fXLTpGO6+LHdhf/AfjTb/KRZX9C8W+QWPbVw8BlmcC9FM4m8Y1FPMsD+Mw3gL9voXZJkea0mx8C7qPj3B/zkWXjbgb+9iMgk/I45bP/SsengK+QLST7/96wxDxXKvB5Ev9nvW4dsy8bP2Y7twmY/HXgT34EcNyxvyLfJFsITPTjcgMwEfcGAElchIAQEAJCQAgIgU4CEhMCQkAICAEhIASEgBAYRgQCJDwNo+FejEMVce9iPGvSZyFwcRCQXgoBISAEhIAQEAJCQAgIASEgBITAxUqAfyV3YwyY/vDFOoJh0+8hIO4NG9YyUCEgBISAEBACQkAICAEhIASEgBAQAsODAD/+Gn9U1RmyhEJACJwLAiLunQuqUqcQEAJCQAgIASEgBISAEBACZ05ASgoBISAEhIAQEAIDJiDi3oBRiaMQEAJCQAgIASEw1AhIf4SAEBACQkAICAEhIASEwHAnIOLecJ8BMn4hMDwIyCiFgBAQAkJACAgBISAEhIAQEAJCQAhckgRE3OtyWuVACAgBISAEhIAQEAJCQAgIASEgBISAELj0CcgIhcClQ0DEvUvnXMpIhIAQEAJCQAgIASEgBISAEDjbBKQ+ISAEhIAQEAJDnICIe0P8BEn3hIAQEAJCQAgIgYuDgPRSCAgBISAEhIAQEAJCQAhcCAIi7l0I6tKmEBACw5mAjF0ICAEhIASEgBAQAkJACAgBISAEhMBZIyDi3llDebYrkvqEgBAQAkJACAgBISAEhIAQEAJCQAgIgUufgIxQCHw8Asbvfvc7iAkDmQMyB2QOyByQOSBzQOaAzAGZAzIHZA4M8Tkg925y7ypzQOaAzAGZA73MAeOWW26BmDCQOSBzQOaAzAGZAzIHZA5cOnNAzqWcS5kDMgdkDsgckDkgc0DmwPCZA/JY7sdb+SilhYAQEAIXMwHpuxAQAkJACAgBISAEhIAQEAJCQAhc5ARE3LvIT+D56b60IgSEgBAQAkJACAgBISAEhIAQEAJCQAhc+gRkhBcjARH3LsazJn0WAkJACAgBISAEhIAQEAJCQAhcSALSthAQAkJACAwZAiLuDZlTIR0RAkJACAgBISAEhMClR0BGJASEgBAQAkJACAgBIXBuCYi4d275Su1CQAgIASEwMALiJQSEgBAQAkJACAgBISAEhIAQEAJnQEDEvTOAJkUuJAFpWwgIASEgBISAEBACQkAICAEhIASEgBC49AnICAdKQMS9gZISPyEgBISAEBACQkAICAEhIASEgBAYegSkR0JACAiBYU5AxL1hPgFk+EJACAgBISAEhIAQGC4EZJxCQAgIASEgBISAELgUCYi4dymeVRmTEBACQkAIfBwCUlYICAEhIASEgBAQAkJACAgBIXDREBBx76I5VdLRoUdAeiQEhIAQEAJCQAgIASEgBISAEBACQkAIXPoEhvYIRdwb2udHeicEhIAQEAJCQAgIASEgBISAEBACFwsB6acQEAJC4AIQEHHvAkCXJoWAEBACQkAICAEhIASGNwEZvRAQAkJACAgBISAEzhYBEffOFkmpRwgIASEgBITA2ScgNQoBISAEhIAQEAJCQAgIASEgBPolIOJev3gu/sxTp05d/IMY4iMYGoyHOKQL3L3KFVmYvzlwQXsxJOfJsRLMzypE5QUlI40LASEgBISAEBACQkAICAEhIASEwMAJ9PQUca8nk0GmVKKwx81xACXzLvwNc01NDb785S/j+PHjgxyT487jyEJWlmPzUXLMyTtdyGUH43+6+nrJf74QWSsurCwhjHs5L2eYFNg8P2Gu0Zw7W+eW5sn6SaXYstDfe88oP2teCVj6q1xxbubsx5onWoAjHvHr8Gx9t9A1+vAhLK4qQk5vZHS7dlscP1vno7e2JE0ICAEhIASEgBAQAkLg7BOQGoWAEBg2BETcu4RPdUZGBu666y7ce++9qK+vH+RI6cZ/3kwcuq8KVVWOLcahO+YPQuAbZJMXobswPrsnLePB0vh8W4MlKHx+cPUHNhf2nJ+3F3UT9mhur7DEPF075VdtXYA+pD/t8nF3H2+eUOvXLUWpcx0+BSwZtNBG/wjRo4wfC7Z2Ffa68JuwAFv6Ev6oS7IJASEgBITApUNARiIEhIAQEAJCQAhc3ARE3DsP56/LiiR7hRDAN9slKJmXZa9WKkQlr45xVufM6xQfupTvcYPe/wDmzp2LBQsWDF7ge349Vk9ag6LbE+vPweIHgT0VAYD6Wri50u6/LfhR2vx4/9fjULwoiSnznHFmxQUbLSSQGBNfGTjPGXNX/8TVefx4peNfuC/eAEWIp9M2hY4opNt4nh89pPbt+nvlmdj3hPJU8Wk3YVyIknPAOGdqPmqP0lyjM9DlnNnn0bqGKuHMiW98Zz5mri3D6juy6Jqi6wm9zSNOm4nVu1djJp1nPbf43Pd2XfGKPvZhc9pkXz62zZln1MXTbmc8T7rXfPt05B+ppdFxxkDm/Sp8I2sJynYvIS7248mJY8uyrl9m3JUf1e2Mm5uKGzNkxpY5DJzzoK/PXsvFK5DIxUtAei4EhIAQEAJCQAgIASEgBITAECQg4t5ZOSllWGLf7Osb2ywSDw7bFdNN9Mwji+OrkaruO4Rlzru/du8BnrBWxZU+WIslDwNP2qtz1kzag3J+BLZb+TNZzcSiAj+eyyv4Tp48aXes/yBwtBYZk9J7OPknpqOGhAXOqF273u7/FiyYQDf8D+/B9J3WeKqemIxam0HlisQVgGuAh1h40TVg9ZHpcTZrJq3Ger1Si1cU2fUQjzVYb63GIhZLsCbuPx1lXAkZtT1vPSY7bVeVYvLTCW08bXPl1VlUR+L5WGOvDqv88WqkP9XZZldRk5o4zSaMExkX4mwwrtxXhvSJfqDbOet6DS3BnqnWefvet7ZgzYwMLNXzgFek+bFgq5XHq0+tecRpa5DvrIRb2esDqVq8nv/05PhqudL8Pfq6vRDzpMfUe34Pyuja9GOg8345vrdzKTJmWNeOfjyZVyvStcVcqnZOx54fV8K/sDu/Hi3rhF6vZxI91x9JWF249dyuhNQdkZ0QEAJCQAgIASEgBISAEBACQkAIaAIXTtzTzV8qu3yscW6UdViKpddBf1gky5+ao+N6lz4ZKCun23I6um468iZQSBuLZhn5eQmPBtbgUC3A5WGvuGHhcMluxFczUbFBb9FodNBl+iwwYzGJek5uLQ6hczyYkIfpmkEAtUdoyA9Zq3yyeAURalHLwiUVTWSTPimDUqwtcRUQj5lTAyQ4Jvrzyi5OJyJd2yaK6ZPKsEcLhUD+fZ1CA9fRG8+cry5FLfextxVcViMD3gtjmri9zNmBMK5ZO1OvLuO5zu/JY5GVz1nieUeXa2gpFndZXdr1NPU2j7p69HFUewg1h1dbq/tIuJ+5tkaL2gMZQx819kge1DxJ6EsWi45alOx2zfUz73s0TmJcfJXtHatR08Ohr4RA79czFmDxJOZlrQLsq7SkCwEhIASEgBAQAkJACAxTAjJsISAEzikBEffOKd6zU3l+wooyXmmjV94Moupt27ahpKQEP/nJT5CWljagkiw2Oiv0EgsESGDrbUVfok/PeH438ZNX+qHPDz8eyMIOj5VtzYw+Xc8oo1ee+v1iVaiaukeLS86jhgNtQBh3JXWmjDMS3rk32HnetQckjG+ej48zjxL7wvOwigW1CzBP9LiuO5ur4ipReMchLNb/EEFznlf16UYGusvv9XrOWUl1VT0JPExCvjyWC/kIASEgBITAmRGQUkJACAgBISAEhMDgCYi4N3hmgyrBIlnZvoRfdK09BHRZodd/dbr808676Pr37S33TEQnXc/ti7H0yJL4+/F0Giqxfi0wPddvHXbZp2My7EeJdXotDh3miB+8im698ygyJw3KKrFnt1XAPzEdiSxZaLRyurcdQO2RfEzvZUWXrqM/nvy44lP5g1odKYyts+DszzZjXd+Ar6EaveLV6Utn2DmPdNrhQ6jVkT526ZOBtetpxveRfz7nSR9dAAY+73UVR5z39Omj+C5QsSdh5V5f/Bx3/2muZ37suRRLcRq+kI8Q+NgEpAIhIASEgBAQAkJACAgBISAEbAIi7tkgzllAIkDppPV6NRg/asiP1D25sDdxrI8ecPn8PfHHA7Psl9/34d0l+dChQ/EVe+PHj++Sd/oD6yZ98tNZnX3P2oPpVVsSHsVNrIX8n5iOPfrHDLjMHsBecZezsjmGtoUAABAASURBVBTTyzoft8w6zaoe/8LFSI8/nrkHkx+03/1HLPgdeZpjVhaWHUlHhu4Ctb11MQ7F2+Z3/PE713Rm1x3Vwe9P0z+mQHU4PBMf38x6CFi8cGDnSBh3xauPzjJjcH0DvIb4Ue0yfrw6qxC1C3keOfMuYR4hB9Nn2O/J7OsxbF6h9xS6vEuTV3NemHmiqfayG8S858fksVp/j8zfnI7FD9bGx7YM05EP65PIL+GfJKxMe9/r9Zz4mG/WTOzJX0yU7QISCAEhIASEgBAQAkJACAgBISAEhMA5JSDiHuP9WJaDoqruQhLfdHem8Yvq9WN9/Bhc/EXzVC4epw6QgJH4GCI/4sbvG6McdCnfp7jGnl1t8uTJ2Lp1KwYv7Dn18Dj4UTvHOscEFj/4MUXHlUNO4zFqK0LRSkcI7FaPPW4elzNGLt55TGx0HdxuERYsJLPfTchcHJZbVhZhS7wPiWWq4NTbWSe3YBmnOXVU2TwT663qcT6tcr3thTH0/HR4O4zOhDGXSbwGnLo45Lz4ObPnD0g+KorH2YuMriPLj+dq4pygOdTbPOL5w/OWQyqeE5+zdBCvq0r/iAuP8YLME+5f93FS96wtcYz9zfvOa5AZJ/LcsnABXas5VnXxMdv8nHa5DzYjOuNdfqikin04P37NVoHbsCqUvRAQAkJACAgBISAEhIAQGGIEpDtC4BIkIOLeJXhSE4c0YsSIxEOJnwMCwvgcQL0Eq5R5cgmeVBmSEBACQkAIXNIEZHBCQAgIASEgBC4WAiLuXSxnSvopBISAEBACQkAIDEUC0ichIASEgBAQAkJACAgBIXBBCYi4d0HxS+NCQAgMHwIyUiEgBISAEBACQkAICAEhIASEgBAQAmefgIh7Z5/px6tRSgsBISAEhIAQEAJCQAgIASEgBISAEBAClz4BGaEQOEsERNw7SyClGiEgBISAEBACQkAICAEhIASEwLkgIHUKASEgBISAEOiPgIh7/dGRPCEgBISAEBACQkAIXDwEpKdCQAgIASEgBISAEBACw5CAiHvD8KTLkIWAEBjuBGT8QkAICAEhIASEgBAQAkJACAgBIXCpEBBx71I5k+diHFKnEBACQkAICAEhIASEgBAQAkJACAgBIXDpE5ARXtQERNy7qE+fdF4ICAEhIASEgBAQAkJACAgBIXD+CEhLQkAICAEhMPQIiLg39M6J9EgICAEhIASEgBAQAhc7Aem/EBACQkAICAEhIASEwHkiIOLeeQItzQgBISAEhEBvBCRNCAgBISAEhIAQEAJCQAgIASEgBD4OARH3Pg49KXv+CEhLQkAICAEhIASEgBAQAkJACAgBISAEhMClT0BGOGgCIu4NGpkUEAJCQAgIASEgBISAEBACQkAICIHzReDDDz/EG2+8gZdeegm/+93v4iZxYSFzQObAUJ4D/J3F3138HXauvy9F3DvXhKV+ISAEhIAQEAJCQAgIgQtJQNoWAkLgIiXQ3t6uRb2WlhZMmDABN998M2655RYxYSBzQObARTEH+DuLv7v4O4xFPv5OO1dfxyLunSuyUq8QEAJCQAhcZASku0JACAgBISAEhMBQIvDWW29h7NixSE9Px4gRI6CUGkrdk74IASEgBPoloJTS3138HcbfZfyd1m+Bj5FpfIyyUlQIDE8CMmohIASEgBAQAkJACAgBISAEzikBfowtKSkJl19++TltRyoXAkJACPRL4Cxl8ncZf6fxd9tZqrJLNSLudcEhB0JACAgBISAEhIAQGJoEQg31CIY6+xbYPB9ZWVnIWlHZmSgxISAELhgBuSbPLvoTJ07gsssuO7uVnsPapGohIASEwOkI8Hcaf7edzu9M8kXcOxNqUkYICAEhIASEgBC46AhUriAhjMWwuE1B7p0FKHkleN7HUmsLc1PuXY/qgTT/fCGmTJ2G3C+uRvWAextAyTxrzPM3BwZc6uJzHPg4618sQeHduZjizIHcaVi0YhuqG3of9WD9u9cS3F+MObfyOZiPkmM619519lkLtE5/sgoRl2rpnFt5CWl2abSUoSBepgBlLU4GhZFqFE/jNrMwf1MtJXRucfFpWjGqI5weQmBfMRZNnWIJxblzcP/TlQjqPM7v2/oc27ESzI/3zeqHHscARGiLN81zzYzKziuBNXMrUajrZBa12Hgn5WV1G3dCV+PX+gDaTCgm0SFGoLW1FampqUOsV9IdISAEhMCZE+DvNP5uO/Ma+i4p4l7fbCRHCAgBISAEhMBZI6Du2wx1339A/d1/kv0XjPt2Q93/HIwH/xPGP/wX1D88D7XkBaivl0F987+hvvnfMAv2wVVQDuMf6biQ7J8OwPVP/wuz8EUYy/8P6ltVUN95CaroFah/qYZ6/CBU8WtQ696EseME1M7GPu2sDexirMjjg9+fBp8ZQvDNcqy+dzaKX8FZ+9TvvJ+Eku5iTmf1LOzNWVeHnAc3Yu9PFiPT15kHku6Kc0m46C5KjPEjzQQ8E/wYl+gu8QETYO7THliNsoNBhOCBb7QHCNajencxFk2j83UUXT6D9e9SOBJE5ZNzkPvgNtT2KpTVovbNLiUGdRB6oRzl8RIUfyFhSaeZiaWP5oOnVc3Txdh13HYMlmH1uho6SMOsby1FpgnU71yCmY9sI3EzBN94uiZaanHgJ0sw+zsk8JFnr9vpxnasFtxKr2X7SezkXQ+k+ekaJRtD50iXGUfHFPHz/PfCQ30Hn8MUSjvbW/0u3E9C4qUtiJ9taOemvlgsJu/YOzdopVYhIAQuEAGlFPi77Vw0L+LeuaAqdQqB80VA2hECQuDiIRBzATGT+ks3K4jAQBiuGIVR+iOPGGC2AUY76E4GzoeyEDFclJsKREdQsoGIm30VDJcJw6T6TIPKKSiXC4qO2cBpSkE+fRCYWoTS0r2o2L8di69jn3ps+0UlR86C1eM3ew/0W0/6wi2oenEv1izMBAswXZxfKcOe3lby3bAYe1+swv6fzIW/SwE5GBCBw+uxZK0lOWXcvREVL+5Hxb79qNq3EYuupxoiNVhdtA0kK9EBbYP1pyKdWy02zsvFkmdr4bkpExmdGV1i7Vr0y8DS0ipUVTlWhJwuXr0dhFC+j6U9H+Y+uEjPh/Kdezr7TkU8tz+Mh3MpEjmA1WvKwVOq+unvo5zbzP06lk5h0awGz26y5mrOoxWo2E3XxM4CZNPXSv3uJ/DTw1S+xzaAsYXpe4zLXb8UpfFx0fhW9jOyV4pxH5+ftDws37mf+lJK1yjZOme++zCSvwJHjIQPXvhGUgO063H9UPLH3eqfL4NF5ePWJOWFgBAQAkJACJxlAv1UR3cE/eRKlhAQAkJACAgBIXB2CMT4Ztr6s2uYMRLn2EjYI60OiECZHYAigU9RAm2GacIwDHiNGJIopBhA5WBGETUNxCgtRqEikQ/kG1NATCmdDoNDSoB8+iVgpiP38+mWi61H8EHoWDmK756GXPvRwNzZ92N1RVz2IZdK6xHBhSUIBEk8WZgLfuyw8Jc1KHloHlZVkQtILLojS6c7K4BCr+/CqgfmIHeKlZ41JReLVuxCrb3oqv75YsxZvE0LMdi9RJfNch7TdB7RjD+myG2cHQu+UoKC2dYYsm7NxZwH1qOywak7YD3ae2shyjUX+5FW8pv/eDnqI44fhaEAyh9fhGm88jCLxsiPeD7V6VO/Y5E1pjvWEx3yt7cDj9ttO6sVT1OPXWxQQc0vyxDgEv5FWPEAiaokYPEhRmdi8YNzoUWiV3ZhzzGdisH6W6WcfTrmLMpD+p1rsPdH9yDdSU4MW3j1ICekI32wam39HuyqoLK+6cidfxtu485XleE3iVOURpS/bLkW6oJ7n8CGHRvxxLPkYGZj+TJrVR9Qh4CGkoHsLK6E6vT/NWbdTiHRqqzSmXyQYOmnHVuoNWT5T0yH34qddl/9S0uczPzqw5g1gb8ruxfxWoLeSB9Je2kYN57yr+RVfBQOaBvIPA6hZusSzHv8gK6xZu1Ma74mXHP9Xyu6mOyEwJAgIJ0QAkJg+BEwht+QZcRCQAgIASEgBC4EAbphVby6TiEpxYV775uFcJJBQp0LSV4PxiQb+PPb/gRQtJFoB/oYysCCabfhpit9cJPIBw+pfopUCUqPsbinRTz6U25SITqGNopzecqjKmTrj0CoFhW/tN5J5vPZ4saxEtw9uwDbDtYjmJIG/3gfgkcPoGTZPBQ+z+ufEip8fQ+WPXA/Sl7n9AxMvqIOIc84klXYx4eMqbMw645Z+NwkLyfAg/dw4MX3gAnZyJ+WTcJHENW7V2HOinKwHFJX345xl2tX7cNlZ92RjXP5GG5o/yrMvnc1yo+2Iz13FvJv9qD2xY1Ycmex/U42uz+RMhIAictRD8YRE0SCqNlRgGU7STDSLiSe3DsTBTuqUd/iQxo/9syPeG4twDz7Ec+0GXORx77HyvCrwxwhixxAxd4gRXyYOzOHwtPXQ06D3EKoPRqwytx0I3qspLs5C9wySHI8pKfDYP2tqhP3vmnF2L4sBz66XBPT4/H6OpoNfFSOZVNICM3KwpSpi1DcRUTm/J7mrCzzTctFtpmJ/Bk8dw+g7HnnXNhlxs/C8iUZdFCPbY+vp9EBGUuWYxYLY5QK+EBaGcVqUK3nMEVDh3DoCIW8hXnX0043troPaY5zsX3LYL3bcApy7y5G+XFO7M0CqH6Z50A6bhv9GxTcYb3/ryuPNMx6ugpVT89CGlWRs5LiWxfAT/FBbf3O4yDqWrwYl2LV6Ls+T1+/s/LSwVfwgK8Vq7jshYAQEAJCQAicVwJ0R3Be25PGhIAQEAJCQAgMSwJK0Z9cFt9InDNjHXjxfyox0T8K1149Fn/xx5/AHyXF8JefHY8rxo7ABJ+BW66/BsmuMCaNAq72tsMwIoAZI3Z0m6kMcAxKAbTpnUkqgssAWNTjdJytzyVYz75CzJyZiylT5mD9YRqfmYF7/iaTIkD1z55BDaHGTUtRum8vSndXYPsDlkBS9v2faoFEO+pdDWpaZqH42b2oqNiEudfnYNED023BwY/pDyzH8keXY9EUliOowPX3Ysfz+1Hx7AYUPbYBpY/lUyJtL1bhEAUZdyzHghsowtsNC3TZ5Y/OArfOSWff6rFn8y6wJOS/exO2P7kcRU/vwPIp1FL9NpTsC1EkYbt1OY2TmexF8VQrvbqae07xV0rwzOsUIhNLd1ZgLz/2/Oxi3ff4I54pecjX5QIoK7cekUXlLmxjXWfCHMzKovIDqYfcBrfVoc7Wm3otZ9I11SVjsP5dCg/sIGUcxpHeDxKVx41L0yJgqKEa20hE7v/9j/Xxx75zpmTrtjI/Px0+ih34xa/A55Ki8c1PgqrlxUl5uGe2nyO2ZZIwaM3N8hUzMW3mTOT+xSKUBOzsMwy848aRkA34RtMYWQhGCMGD21BwV3FXwThefy2s9w/WYv2jq3CgfRz8oz2weNxtXaNx37MQ6XMepyHn3qWYfqXVhn/77eRCAAAQAElEQVTqUusavDeHBMVBXitWFbIXAkJACAgBIXDeCNBdwHlrSxoSAkLgUiYgYxMCQqBfAqYRBVSMtiRckerBE4tz8Nhf3Y57p0zEgsk+zPnMJPjIZeKIVnxv3hT86R9FUPj1qRiZGkbMbSJkJsOIkICnXCTg0Z9vFvO0WEhxF6cpgFfsmRSPGeSr0PMToyRqBGwUHa5bKIhAIEhMfUi/dQGKd2zCggkMI2CvIAIybs+D3+Q0ID33c9CPVh47iEPd1JP8B5cj71oSZ3we+yX/Vpne9sGDP8cTy+Z0Pra6rMxyCzaB9S3r4HzuD+GAfoSY2nx9G1Y9topsNSobWCoC3vuwjjI6t4ysbFg5Hky+PqMzg2KB6letMVyXhzxHP5qYi89dS5kI4OBrDM6DvNlzdR2Bvb/SQmnlPotBxh1/rYXAgdXDdQ7GSGS6qh//SMIz2dptsP660OB2aflYs78KVRUklrIQ+sL2gb3/8fivsMs+Z2UPZVmPjd67zWL/Shl+dRwJnyDKn1yNA5yi53I5Vv/YFlU5jSzzoaexPDedzkkQ9YE6+KYWoWAaZdB21eVntmY0bcYa7K+qst6bR+L4flvkBQnGu16kinvZrPcP0nV333ar3L7nUHATOwZQ+dsAR86a9TeP+25kcNdK3/VIjhAQAkJACAiBc0OA7gjOTcV91Xqppb/77rv45je/ic997nP6f7C+853voKWlBc3Nzfj2t7+t0zivoKAA77///qU2fBmPEBACQkAIDJQA/8Ul8Y10N3QoN1pJewuS4Lf1d2/jJy+9g5Yx49EYBtrJwT/ChcvGjsO7pK00e71o846E4XEDJhs1aBpQ/CguheB37ikFsIFC0McOKCZbbwRIfNA/YPBiBbavW4q8Xt/x1VvB7mkZmKxVv+7pvRwf34Yldxdj14u1GDm1AMWPF6N4YWYvjhcmKfDiLuzaaVm584hmt66kT3RUu24ZgznMmoU5XA0/mltVjl17uXAmZuVzIsfPhXkQ7/srr2pRsUsrL1ehUidkYPIkjgzCf6Dnn6vtzzzpyM2zK+uuNSaU40dyqxOOu0arUZbwaG5o/2o8wY88+/JR/KPFyCDnwKZlWK9XWNIBb2Y6Zj1JgtqLJDRW7UfpynTUHeQMPyamezjysc1zLYm8E61q2uk7zool7v34hBaBgfRrbQZIw1X2lAh0E5kTS55JPD4XzqQwlRnItUJusgkBIWATkEAICIHzQ8A4P81cmq00NDRg4cKFeOGFF5CTk4P8/Hz84he/wF133YUvf/nL2LNnD2bMmIE/+7M/w69//Wt85StfQTB4Yf5t/tI8AzIqISAEhMDFQyCqTCBGpmJoCsdwtBX4fYuBU0jBe+1R/O54K2qPA+OvnIRffBDGhMw0vHn0BN48AdTFkuEbMwpRLeZFwY/exgyqS6/eU+Bj2lkwFAVkitqhmGyDIuBH5s0+XaKm6gCcv9i1Fb9CLaf6b8DkNI70Y3RarNwQQvx4r3UAHKpGtY7nY+mjc5E3NQ/ZE622dLKz89qRHqvJ7PSzGkxGNj8KS3XmrKhI+MXWKlTt349N8211hfJPt/kzb4QezeEDOOCAO1qBX73JJf24IcMBl4HPzeB6A6jcvAsHmNHUBfjr8ewHDLwey3+g+4zP54NbRWAjVq6rRpDb5cINlSh+bJt1rrPmYrp2Agbkf9MsTNcrPrmiwVn969WoDYY6C/H7H8tr9bG/zxVz9fhVmTWLsh/d2+V87X8sT5etLvsVeI0kItVY/R3rkevsB7+OvJsW4eE708gngI1FG1HrjJ9S4lskiOp1K7HxGKXctAB3XkfhoLd61LxSiy5De5PmwVGuyA+/sxjweDX4F3+r6TuPJD3ccLOPHVC5t9w6F5Fa1Njv/ps8qb9ll7rY2d25rOpCXa7Bs3etWLXLXggIASEgBITA2SVgnN3qhldtP/vZz9DW1oaNGzdi5cqVKCoqwurVq/H2228jEAhg3bp18fR//dd/RWNjI7Zv3z68IMlohYAQEAJCQBNgYU4pF5RhoDkSw7LHnsPTz/4a775/CsdOtOJ/Xn4TW3ZWouqNY/j+zt/i69//JX71299jy+4qvHL0A5xoagRY3FN0V86hFvbozzjVB4orpagdZa/di9khJV1S27kfTOZXliKbBbr9q5CbOw0zZ+Rizroa3XD23Xfq1U/6oK+dPxM3+jizFuvvpvIzc7FocwC4goQNTkYZVt5XiFX8eO5jlTolcTf5evsNaXsLkTtzJqblrrJXlSV6DT5es+luzKT64vbgNgSQhukLZ9EeqFw5Dbl3F2DVY4W4/85cTJlyN7ZRtwfc0k33YGkWe1di1dRcTJtJ9d253loll3UP7rye8yzL+NIC8JrFmhcrEYQPc2fnwWNlAYOoxymSGPY+TvK4bjHWPMhr14CaTYuQe2sWsrLIpi7BNhazPJlY+ojFgryBgfgXzkWadh78rr3qCczJnYIsnmPM6rNzrHfLmdm4Z47Vzx61Hv8Vyl7h1AzkZHVt2XN9pjU3X9mFPTSemqcLsY1VvuuWYvkdlm/mAyuQz3Pz8HoUbq7lioD9xXSuZuq5kftZmqubagBmccZja8eB4jnInZKF3BlUL10/U3rMgwBKvrkIBY8UYNFT5QhRT7Ln34MMEwjuLcC0qTTvp9o80mZhwTSr/+R2HjY/Mm/w6XZqn16k2eTeW4Kzeq3o2mUnBISAEBACQuDsEqC7grNb4XCq7Q9/+AOuvfZa/PEf/3F82FOmTEFGRgauv/56/T+NTsZNN92kfV9/PfFZCCdXQiEgBM4qAalMCAxFAoZCTJuB9ghZhxehsEJYmWiLeNAedaMVbpzoUGhVI9DQNgphlw8thhftJAoCMYBX6xkkg1CoSNADC3vK+lMeU4BStAN9yJU2isg2aALjZ2HDc8VYcGs6fC31CBwPwjcxGwue3IsNtkjSf52ZuP/JBchgfSBI5euAceO8wHX3Ys0jefDT6auvKkN5bToefrbUfq9YZ41pMwuwPNcPD0keQfqHwlBaGslfnflnHOO+UH38j4/a6lhSATxTlmPHpgLks6Dxejl27SzDARKHJudOR2baYFpLw6x1e1E8LxvpKUHUB+oRTElH9rxi7F2XIJpxleP/GgumUoR0avimI/dmise3QdQTL5MQ6WOc7JG+cAv1ZakeK50GTgJ8acicUYCNuzdiwUQrydn36s+ZKXkoeq6nPwbxGZf5OWRfS+eW5xizMn3Q7398bgNmje+9okDZLuh1e/4cZE/o5jMhGzl+TqvBnv9cjZWbAnTgx6LCBdDJdISUHDxMcxD0YfGv5ChF0E7nKqD/UTro7ZsFew7MxiEzj+bAeB+Cx6leun48o7vPAz8yb+LJ5UHmzZNprlPNExZg045izOV52BBAfdAD3w1zUfzT5chJwXn9ZN5XjAXX+4AIz2N9AYOu4LN4rZzX4UhjQkAICAEhMEwIWHcEw2Sw3Yf5cY9HjhyJU6dO9ajmH//xH/Hwww/3SGffUaNG9UiXBCEgBISAEBgmBFh7I0FOKQ8JcUmAy0DMRQqH24MoiXQRyou5vVAUIpKEGAl+UVAh8gO/Ww8GgUoGlIvMgKIySlE++BNDPMpCYCzGiWIJBHJWVlmPMq7MSUjtJTo+D0vXbUeFfg9ZFSp2bMDS3LQExxwUVXFdW+wf4kjIoqgvaym2VHA+2f4KFM/gsh6kzy5GKf+IApWtICFj1kQ/5v6EfKqKEO+RmY5ZT5bqHyTg9wJW7FiMTKoTtxdZfd/aKdb4Saxin6o+x+PHgq1cfy+2tbMeFlGKNu2Nj7eK+ryRBMpMLap01lF0O3fEsl7bNtOQ99AGbHfGXrEdGx7KQ5pplence5D3uN2nigJrpWRnJjDgepxCnX3UPIhvPEwYJ3un3boARZsq4nz5By02rpyLzNGc29O6+O8rRj6fypZyrHy4pPdHW3tU0ftc8dy0CBv4V5btOcbMt69birzxCRU459yeH3HmpYuRkeBmRTOwuNRiumUJzT/NoBSLE1ZMsp9vWrE1j16kuTuRUkjcjbOq2Iv+WJB3ty2nl+uABLt7aQ7srrDaoX7s39dzHmQ+tJfy92PjnXHpEZ4JeSiIn5v9qNhU0JVHt9b7O+x5rXfOkdPOY182lm52+k/9eDwffNq5vf6vFSB+jvq8JrkWMSEgBC4UAWlXCFzKBIxLeXDnemy33HILjh07hkOHDnVp6tOf/nSX1XycWV1drf9VNDvbftyGE8WEgBAQAkJg+BDQj9IqwFAkwhlkCrRLMACUBFLoVKJoR3EYpI4oKkOin6LyBofaT0Epg6pUVlkW9LQBMQ4hHyEgBM4agdF5KPppEfJI6Qm9shrz/26gAh/kc3ERkN4KASEgBISAELjoCBgXXY+HUIenTZuGtLQ0PPXUU4hGo332LBKJ4Lvf/S78fj8+//nP9+knGUJACAgBIXApE+j/T64C/WcLdj0oUDplI6Yoh4Q9Fu5i0Rgsi4KPaUdbZ5wOyJn/NrFRVLazTECqG5YExuejeK+1Qm7/TxYg3RyWFGTQQkAICAEhIASEwBAj0P+dxhDr7FDrjtvtxuOPP46XX34Z3/72t3vtHot+y5YtA7+f74knnoBpyv8F9gpKEoXApUpAxiUEHAKKlDk2EuegDChlHSulKG4dUxRQMTrmNDJD0bFlSllhDLDy0f0ToaIk5PGKPce6u8ixEBACQkAICAEhIASEgBAQApccAeOSG9F5HtDNN9+M5cuXY/fu3Vi7dm2X1lnY41/QfeGFF/DYY4/hU5/6VJf8xAOJCwEhIASEwCVOwIgAhgsxZSJqGlBmDNeMjOErN43D3+dchZvHR5Hqaqd0BdNtYNLYFvztzaOx6JaR+PTYNrhVOwwzgjG+CL74STfu/KTCl69z4YsTDVzuOgGgAzETSHIFcZ2vDfM/ORZ/c5WBa9ynkEplk5Iok9pUSpGvbEJACAgBISAEhIAQEAIXioC0KwTONgHjbFc4HOubOXMmli1bhs2bN+Mb3/gG6urq8O677+L+++/HL37xC3znO99BXl7ecEQjYxYCQkAICAGHgGJxzw2QuDfCFcGfXDsOD3/lNlz3qeuQdvXlWHBnNm79zHUwSeD704xRuGfhnyD92qtwzcSr8JVZmfirz6TD643g2itH48v5V+GWT1+DSZOvxmdu/CPc/1e3wOWJwe1qRv4t6bh7Zgau8it8cuIo3D1tAiaP88LoaIFhkMAH+QgBISAEhMBFQkC6KQSEgBAQAkJgQASMAXmJ02kJ3Hnnnfj+978P/sWxL33pS+Djo0eP4kc/+hFmzJhx2vLiIASEgBAQApc4ARbWyAzDwISRBh6561P4xZ5DKNz5Ir5d+jv8y0/348h778KbEsG9M/8IG3e+im//4iDZm3j62d/jS7elYNIfjYQ3HEYgAvzLnmqs3F2D7++twpXuMK644jJMHNGBvMmj8NOfHcD3Ko7iGexXgQAAEABJREFU+y+8j8rfHMPXbhuF8UYY0VD4Eoc8XIcn4xYCQkAICAEhIASEgBAYzgRE3DuLZ/+zn/0s/v3f/x2f/OQnkZGRga1bt+Kmm246iy1IVUJACAiBj0FAil5YAmYyYJowTBMTr0xD3QngFx+GEDNTYKgU1IVG4miTiZGXX4FXDp/AkRMmwt4UxDxeHI2OwA8rmnDdFVFEEMYpEvdU6gggOQmpXjeMZBdamoKYf9MNeP8D4PLrs5A9+Wp8OmMc2sZOwGUh4FOXcfsi7l3YSSCtCwEhIASEgBAQAkJACAiBs0/AOPtVDu8aJ06ciGeeeQYbN27Uv6R7MdKQPgsBISAEhMA5IEAinlIxQBlojbkRbAW8IS/MSDKisSREVRLluRAj4a4x5IaKpABwAREXxQ00d4Sh2j0wQx0Y7wbu+dw1WDXtGnxvzo3YtP99nKprBto7QDofLktW8HtdmOBx4+qkKLYdAQ41e6k+NgpkEwJCQAgIASEgBISAEBACAATCpUHAuDSGIaMQAkJACAgBITDECUSjUDGDRLwwDjc2ouVKYKKf/wy3wWVGkeJpxpjRJtrb2pF+lQ9jxsbggQKpfxjri2JW1li8+YGBEA0z0ABs+fnv8EOyvUcBVywETzSGHQcP4iMX8OsD1fjVwRPYd/A9/LLmPew98j4CTW26fcCgGtgokG3IEAg11CPIJ3fI9Eg6IgSEgBDoQkAOhIAQEAJCYAgTkP+7H8InR7omBISAEBAClxABg5QbIwLT5UJdY5jEuXfx53/+Sfx17qfwhT+ZgC/95Y1InzABwaAbuyo/wtSp1+ILnxmHz9+chs/nTcTzv2/Ga8fqccIw8X4r0BRJQV3Yi//361dx3aevQUdyEt5oduPgu63In5aJT39iLG751JWYQnWPTrsC4ZhCjP+LAYjxjsLhuEWCqN5RiEUzcpGVlUU2Bbl33o9Vmw+g/kLxeL4QU6ZOQ+4XV6Pa7kPlCu5bd5uPkmO2Q39BqBbbHpxGY6PyKyq7eIaOlWP1A3OQeyvl0finTF2E4n0BLRp3ceSDSC02zrP85m8OcIpl1F+LnZXnxC0fywXBapQsc9ohxncXo/y4ncdBvI5CdO1hACXd2qx+0h7LvI2ojXBh246VYD6NIStrGopfsdO6BcFXtqHw7lxM0X5ZyJ1dgJJXgt287MNgOQpzrTEVPm+nOQHNm5rS1bj/zs66snKnYc4Dq7DrMF3b2q+z7w4TDnNnLEIhz6/Evmt/Z9d7uays7mzIv6ESxbOtPnbhTVkDHmtDDXY9dT/mTJ1izRFikztjDu5/bBdqnKHEz4/VFo8ja0oujXc1dr3ZBz/qA2BfX/G6+dwXYP3e2vgcq68gjrOd64/PSeL11wuLW3Mx7e5ClOzvY57qdnnXS1m7z+XHnIH14kPj1+PTIV1jr+zC/fr6yEVhReJYQ6hcYff7vl0X7vuChyomBISAEBACQqAbAaPbsRwKASEgBISAEDj3BIZjC2YMMXcUcBmIqVT84cgJ/NcvX0N9QyOiCtj/f2/htZpjiLh8qCKBrvw3b6C5rR0dZL9+4U3sf+NdhEjYC5xox6//rxFt8CISUTjVofDrqg8QVibCHUmo/N0R/PqFt4FIGMGWZrz0cj0++KAe0Ri1He0AOByu2h6JVSV/Nw2LHi9D9XG6aff44DNDCL55ALteD8J3oeblGD/STMAzwY9xug8B1B7VkUHvQm9uw5IvzkHx/l6kytfXYzaLWy/WIhjxwEcDDjVUY9sjM1G4l3ig66d2SyHWH+6axkeBd2s56McCKHlgEVZXUDumD2k+YnxwGwruWoXKln6K9ZGV+cAK5FNfcXg9ikudcQVRtnY1aqhM2h0rsPQminTbgnsLMO3eYpQdDCJE/fB5gODRcqy+dz7Wv97NmUSpyiefQFlPDHQt1YLnzfyVJThAwlYIHvhGc2X1qCWW7RxHt48vDX6/H7rN49XU1/sx7ylHuu3mi1rUvtk9redxcH8x5kxbgm29zI0Bj/VoCQnb87Fq6wHUNoRo0tE1wEM5XosDte0YR/GuLXvgo3H4x9MJCAVpvCVYNa8AuxKFWnR+6ncWWNcX1+3zESk+9+XY/nIdxcnvlWLMW0Ycjwattk0+Jwew6/le5pTD0Ayi/mAZVj84E18ksZpKUkWn2bhsQp8LZi+J99kzzq/Pjd/P/bPq8Yx20sbBM34Wlj+QQRk0xx7fgGpHlH39J3hiN7VuZmDpo7OQRh6yCQEhIASEgBAYKgSModIR6YcQ6I2ApAkBISAELhkCrmTA5UbEUIgabrKR+CjoxgtvHEfZS2+jti6K9qgXUYQRc8XwYaMbvybB6fmDjXi/3oVoiO666SazI2jirbdPIhSmu2LDgxjdMv/hnXpEWtpJuFOk6RkI1IXxUm0zXnynDe+2GGiFC7GYrejZwSXDdRADqS8txupXSNCgm/NFP6lA1f4KVLxYhf071mDDfXlEchCVnU3XGxZjL/fjJ3Phd+oNW5FZa6tQVeXYFiyYYKX3tg8+X4gv3lmMyoY0ZF4fr6nT9fq78PDMDOQ8uJHGvR8VFfux5g4SbcijfGc56imMb8dKULiuhgRAmnfxRDti9w13rEnoWxW2LLTbfP3n2PY6+Zp5KNpbgb37tmPxdQDqd6Fkb5dWKHEAW0oOHn4kD/w5sPb7KCd9Ba9swPcrKIXa+PqDOb2eO9/U+7E4KwNzHy/F/hfpXL9QaouAAWz/RVehLbR/NVbuDtF4qc5uW/VT99nzJg35K0qxv4rY7duPqhf3Y/vW5fjr8d0K0GHG3ZtQWlqKiv37sXGexaX+5WokrH8kr86tna5tgESjUudcc1iEHNuldtMc5D64DbVmJjKZpZ3uBAMaa6QaxX+3GtV0CWB8PpbvpDHwNbCf2np+O7YU/nUvglUeimgcpbvpetm33OpP5AAOHEIvnwD27Dyg0zMe2I6qigqL1bMb8PSibJ1e+Yttep75phUTGzonPO93b8HGXtpOZLj38Xzdt/rdS1Cws17X1d9Ol93NfS62hGHq87Z9TN+PuWtL9bkpLS2CNauAPDqvfL5KS9dgLp0u//wVWMTXWv02PLG5lpqqx661G/X58y9c0e91SM6yCQEhIASEwBkSkGJnTsA486JSUggIASEgBISAEBg4gVTESIyLsrhnxhB1kRBnmgi7qQZ3jAQ9+pNMeQCpbxEXQHFFgpwrasCgECoCM+IGp4EkQJAICLRT4TZA0d26EYYZDiMpRH6xMNpVFAAJN1QtjA6KUyRmUjhcNxIetlvCg//uFVh8E7GxUXgm5iB7on1AAT+6Wnz3tPijq7mz78fqinrKcbZKFPIjfAtLEAgewOqFufrxxvijnKEAyh9fhNwpWTp9ytRFKCytBZ0lp4KuIYly+rHAeVSfzgmi6RRHMpDOAgNHB2C+nLsw66YcFGx9DkVTO8eH+MeHnEe3YM3CTPj0VPBQ/aRkcL7Py7OFY2QkZDy2GjWj52L6lJ69DgZZXSMpakI6+fbcAq9UahEEN+cgm7thpiP38+na8UDVqzoc7M437WEsz6JSwTI8sW4bNhZbIlH2Iw9b4g1l9dio3QVPb0HBVD88nGn6ke4MNyXhx2VI9Fr9nV2oz5qO6VeyY4JFKrFtR71OyHhgE4pm+q26OMUkfteldx5zWg+jluly1slXjYO1MlMfde5agvbcSI/3rzPTiqXPvgd5187Fmt0bcc8kK63LfiBjrdyGbXooJCL+qAizJlDfnEpS0pExMeHYSU8M9ZzhBD/8vQ6E8sJkvEVgj8kD37XZyBgP68NfWVYMIB+OesZnILPftj1Im1qEotk8mYAD2/eAZToue1obnYe8KbaX0zf7sN+A/gFg8bfmakGx5ulibNz6fayuohJpc1F0H6/qo7hsF5KAtC0EhIAQEALdCND/6XdLkUMhIASEgBAQAkLg7BNQHSTMKRLqXBSSPEeCXNRNApzhAuAmo03R3S7/XC46gLAiMTCCkKsdYRLnoiToxYx2RFwRROmYxT7EFCjBMi4eNemGWqHdbVAZupNVLZQKas8FpRRZzDZqB8Ps01KN6sPWmLMz+7k5P1aCu2cXYNvBegRT0sCPIwaPHkDJsnkofN4StaxaaP/6Hix74H6UvM7pGZis9asASu6diYId1QiOzkb+HXm4itouWzkHSwaw4ohqpa0OAa1e1GD9nZZAmJU7BwWbqU7K7XNjQeInazD32tOINE4FkVqUldXoo8xbs+GUCu59AquqfMh/5H7kxAUd7aZ3dR/qzqHm6dnQouStuZizrATVjIE86t6z8jF+nBZHKAler117bQB2LieTlaNw5kzMjNvdeOZNSu6xpWHWo0uRQf2p31FsPS58/VIsvyOth2dnQrdYsBx7XuA0H267tXMO1DxdSKJXBhY/Mge29sdOltW8CuuxzAxMJ5HQSjz9vmbT3daYpk7BIn5foS8bSx/Ih02hawX1dXhPp5Rj2RTrfLMgXJwoKPvyUfxsAXJGa8fT73oZa81Be7Xi9dORN+H0VVgezvkhsXvqKlTSCPyzH8Zd11u5Xfd+5P2VxbXm6TmYtrAYuw7bk8J2zM6fpeeEfoyYrrP1+wPoKR/bzt2C7FtzrJTDh8Br6ayD0+wbylG+3/IZNzpB0LWS+t/ftBQreH5FDmD9U2UIgubgt5Yi0+y/mOQKASEgBISAELgQBIwL0ai0KQSEgBAQAkJgyBA4Xx0xFWKmgahBpuPUcIyN/xST6TgdkwhHe0ABnETKnI7zMb+bj401PWg/KgeyGFmEC8RIEyTB0EXGy2JidDMb81A9bG4K2Vw6xHD7xAWU/lfDVf/sGdSw9kk39qX79oIfR9yu379Vj7Lv/xSWFObAq0FNyywSXfaiomKTfpwPr5TgGeeR1Gc3oOjRYmz/0QKwaHRg07Pdyjv1dA99JCoC8Pgwbpz13jYEa1G+dtGAHkmkkgPYgqj8zn09RTIShZ54vBzIWoqv5/p6rcd3eRqle+AbNw7+0SRXRYKorViNRct2gReGOSv7kPDxX62Vz4QUJxpCkJTMQNxIVGX+TnZiOGEW5mZ1JuQtnKu5dqb0EyMhs+SBAv1OvbQZRbjfqefoRqzcFEDanQ9j0URvzwrqHDHSWVUXiP/ghxY2s7LQ/YctdCXBehJoqSy/e44SPKOJpb3iEd0/KeOsd935fBg3Lg28qjLUUI1tJCgXv9LdeQDHfYy1zhZlMTHd4kZC9nzqvzOOrKz5vfxgi3N+7PNieuFDO0J9nCP/vKex8d5MkgCB4OvbsGpeLqY9tA21IavfninLsfWxfP2OSV4hu/HBmfiLO1ejssHK73dv9pvbJbOGxVX+0Zyp1jnH9Uux9C953nZxO82BBzl/OZ0kPdtt4p1YMIXmu30ogRAQAkJACAiBoUSA7gaGUnekL0Jg6BKQngkBISAEPhYBlwlFwp4igU+HSgGGAmgDf/iYQ34Ely1MAl2EjQCkmoQAABAASURBVCS+qGUGhWyKkhWrfBTC9jF4pR9XRu0gQv4s+JkUmlSporC7UfKw2tLG4So9YBJcWIHS8e67AKpftlYaZdyeBz+zI5f03M9BS1PHDuJQt7L5Dy5H3rUkyPg88JB/oPpV6BpS3iMxbhVWPUZWakuCJGDVUX2n3zKxeHeVficgvwes4oUKFE8jcYgKHtjJjyQewOr4SreZmPngNgQob+BbENXr7sOS3TSYtHysWbcA6dR3UM+tH5XgVWyz0JcUkvnAXlTxe+f4XWz79qPi8XwSfABUbcMe6oiPRCo66rLV11NbXVKcg3ysib9TkMZcVYql16HXT7DiCax+kbJ0X4HydT+xhFhK6neLkDD76H1YzaIriTxPfyvH6m+kFiUr1qPGl4+H78vsvQoSV/06px519hA8nOa3RVed13OX8WApMaLxvFiBDbP9YCFr9YMbUN3TFeBzwO+9qyAxuXQvKl7Ybr2jEPXY9ovK3kr0nRbpY6xUYtzl1khwvI5qpgTTg3E0jsQflqDUblt+/Pzs31mAbARRs6MAhaU2DHT/+JB530b8eu8GFMywHlmuf74Yi4oqEbJd06YVYW/FdhTPy7ZEvjdLsGRxyenncB+Col1t14DF1eP6SgRuWIrSTQvsOd7Vrd+jSC02FpfYrMjz6Hps6OWHZyhHtkuMgP7xGv2LyVnoXfS2B8yvYOBfns5lP7YpyL27ENv6+kVup9ixSpQ8dj/mzMil+rmcZblPWq+OsN2sgIX+FYuQa6/qzeKV0g+sRucvQFtushcCQuDsE7jYahRx72I7Y9JfISAEhIAQuCgJqBHJwIgky1Ip7GYqxQs2JHuBZA/gdZO5yChMYvNAUWiZh9LZKN1jhdFkNyIp5O+hP+0kIJpt7TCCjVBkRrABqontpBUGT16UDD9Wp1PSMdHPNQTxanWAI2fBnEdxe6kqWIPynbuwS9uB0wsXvVQRTzJ9uC032zoMcxBCHQmF8dVudY5swnmnsxBqN92HRZtqgPGzsGZHEXJ8dpmDz2AlC35mAM8+SKIhCYiF+6y8Gl4J1YeI6CMh1O4dQALMuKs0aMRFJKqiqcGWNdP9sHMpdRBbSyVWP15G0pIP+Y9ttMSvYxux7GkaR3/VRIIo/848FO6rh+empdieIPLU/2I1tODXTnXP5/F2PhJcvpKOn6Ib7YmfwGRd/wFUvsyc/fEfZCiaqjP639G5y556G+gqJe30VQxo6nnSkZun5WQg8R11/bdE7PseKxdNn2SNBC9X4lV+Yt8/F2tYoE34YQn268s8Ez6H3Bus3AOvH7Iifew9admYu3I79j6Wpz2Cu/eAaOq43tH1mPfQBuzdtMiaD4f3kFihc/rYhVBZYQudWdn2OenDlZK1uFph/5jGwZ9ifWWQUge3BZ4ttFa2XrcYGx+zBOzyFav06s/B1STeFw+BIKqfXoRp9F1XS99l/fY7WInCL85EwdYDqI1PrxCCB8tQfO80LNpa20vxIA48NQd/cccSrN55ALWOAG17BoP8HWMfcHC0BPOnLULx7mrEs+g7rfbFEhTM/iJWdX9VBJdJsMDm+Qni4fxuK3M7VyHH3xebULZyhSU4xlf2rrCvvwQfiQoBITC0CNAdwNDqkPRGCAgBISAEhMClSCA21gc2jB1BYSowJhXGyFSYvhTLKM7HxqgUqJFko0cA2lKtcJRzzGEq1JgRMNNGwX3FWJj+cTCuGgdcdRnUFWkwSCiMvPceou9+gNi7xxB97x3E2N59F3wcO3bsUkR8mjFl4HMzLFmpZt0ybHwz4SaqpR41b/JKJD8yb/bpemqqDpCQpKOorfgV9G2a/wZMTrPS+tr7M2+ErsG/ABtfrLJWb9kr0/Y/vwL2W8P6Km6lH6vGgeMJ/aObud9UHLDy6DyPo1qK7Dr1L+lutR77tRz639duvhtz1pEgNnEuNjy7vFPY42In68AUQO3V2+Jh/IaSV0JpETGA6qr6Lo9lBp8vh9W7qzAuDfBn5ViCDYlIB/imN1KLil9qgsjImMwtDdqq163ELu5c1lJ8fWomFhXMBTWFwKaV2Hi0r+r40ePZKCDBMm3Kcmz5UdfVW+2O4BgKWo/QBuxHT6m6UEMAAX6kNiUP+baIV/5kIXYdSzgv5Hf6LYTaV15FCOyZDv/lHHa1+terSRxIqDdUi4pyi5f/crquu7r3cdT/WLmQ57P5yDMpFinHEyt3IRCi+GC2BhIn37QKpPuta8k6cvbV2PbULtTU91KxbyR8CKD8JyWoPNpLPig/xamnWxgJoWbHMhKeeTIBebMTHpXt5trl0JeHh1ewKFePsseewKD0veO7sGoNXSc0y+YWLELm1K9jaRbVzuweL4fVEzqW7dIhQNfdtgdnY9FPqtHbDO06UBKb6fugjL+TOINE/PRbs5HJryngY6qh+qnCbmIalXlsNu4n0S9evy8NmbmzMOsOtryE8lwJiW//tLpzdbLHh0xqI93HeWSReuz6Fs1rFurpsPvG4tzMtTyHu+fwMdU9byZWH+Z4d+O8LCzZnZiegaVfHdBfr8RCEhcCQuA8ExBx7zwDl+aEgBAQAkJgmBLgH84giykTMWVoixoGIkppCxOWCFkUSufFTBdgugGXxzK3BxGXV1uU4lG3CxG3iQ6TywNcDlEPlJECFaNyMKmcFyNHp8I7IoarrhyD8eNIKDA8QEcMw/GTMf9hzBpPI4/wD1VMQdaUXOTyo1e3T8P8f7dWImV+ZSmyCR32r0Ju7jTMnJFriWFULPvuO5FBYb/bTQtwz/XkESjBoqlzcP+jq7Bq2SJMy83ClMctCYxy+99qt+H+GVb/Zs6cidzP5qJAPw6Yhrnz80FnsP/yfeXSmOY4N3tHqQ3qU3xVRtZ8lKQXdREjWThcM8OqTK+E0iJiLbbdNw1Tbp2CXOrbzKkUPsIr6oC0OxcgP4X8r7sT99hCSOG0XMycNt9aAeXLxz13+MlhkNvr61H4LN9F0w3mo/bjwjctxYoZfJdL5/KfNqK3VTaBrffRDSqXA+p57Hyu4++YK0Ttwi3dxlsK55Hg/KdImF3JN7Me5D26Bvlp1Of6cqy6g85Lbq6eN11vfik/YdMrHYlP7pQpmGOvLky7cy60uJbgx9H2qicwJ5frpfk2cxqd7zkWLzMb98zJYJfT2unGqtfckFC5/Ml86KHsW4WZU7KQO5UfC1yCsj5bKLd+8ISugyzn/XXUrwV/md5LiSCqt67C/Gk0Frq29Nx4tFz7+WfPQibFAuWrsWQ25d+ai2lc58KN0OtoSeDI446Rj7NZDHP1XJv/eCXqKSP9zg1YPnXgV4Av92E8nEsF68tQOGBRLoiyJ1fhQATwzViBpTdReaKmf9CFosG9q/BEhch7hOLS2Y7T/PjrOSjez7OMhpWWBv52oVjvW/0elOx25oAP+Y+XYvu6Ddi4dwcK+LtPl6rBM1sSvvNfWY2VO+36zTTkryjF/oq92Pjkcix/lK0YGx+Kr4GGfn9rXHzLwOKtFdhIbWzfuwFznWslWIZn6B8vdHOJu+cL6bsP0N/b8X8I2oIFE9ipEoVZM7H6cAbyZ/Ty/fL8esojvxlrEr4fnbKULpsQEAJDloAxZHsmHRMCQqBPApIhBISAELAIKAr4TzkbRbtsYVw5JoYpn/pjrJv2pyjI+xT+4jMTYEZbgFgXx+Fz4MvB8p+XonheNvTqh1AQQb6BH5+J/BxbrBg/CxueK8aCW9Pha6lH4HgQvonZWPDkXmzgX848LS0/Fmzaa7VhvocDe3dhV0U1QmnZmOW0cbo60m9D/g1+urkM6hVlwYgPaTfko2DTDhRooeF0FfSRHx7MM5591IF03DYjE/7RsH4IoyEEH/N7ZCN2LGP5hsulYdba7SjIJYYRGgP7XD8Xxc8WIa/fO2Yu280itdhYtFELQP67V9g3p+zjQc6yhy2x7DCJf1uslW6cE7dwPPbxIjRvip7diAIadxr3P2jNG89oPzJzF2Bu1rie9Qdp7gQC+lE6z2iaX8znIYdPV/dxmZ9DNr+3kecbrx7Uq4AWoPi5DZYY3dW996MBjtV3exF2/KSA5heJFyadwwYWKDzw+TORN28ustPQ7ROyzjNdB3D6tWNNH/2ajOn35iFzvA+ga4tXPvrsubFF/yjNOGTPmUVj9cFD86Ke6vSMTkf2vGLsfZxX2HVrWjMMIuTxIf3WBVhO4sb2Zdl0XXTz6/eQhJdly7VgH9xbgFV7ebz9FgC/2/GJCvIx8/Dwshx4KKq3CQuw4m4/RYMoe/yJwa0EpFKyDV0CwUO/wYHjVv/SpizH9h/dBT7TVkov++oDiMt2/jm4K5fmPLuZfsy9M59j2oL7D8BaOxdC+c+2oV6nApnLtqJopr9zbtnpiUHty52rx5F7FxZMtHM92ZjzN/bfK0qqfvEA4isB6Zi3wFH+PszAdKxH/B9w5jnvtczBdBL1lu7cQvlW77iMNv6RnYdsqX/3ErtsISp1puyEgBC4kAQG0rYxECfxEQJCQAgIASEgBIYSAUfU49Dpl/UnnX+Lg40VvOZIC64Z1YKO8Sau8it8cqSBZNUKV4QULafYcAs9fvC7vrZXVMVXJVTs3oiiaQm3cuPzsHTddlTYj9VW7NiApblpCaRyYD0WuyVBbErINtOsNvbt72yD6lie2EaCO0hw4VVyVXplHGVMyEfRplJU8I8s8KqLFyuwd1MR5t5g30CSy+k2v7MqTa8+s72ddrjOHtb7WHJWWpy2LHT4+JG/ciNKE8fG/GZnokvvPOmY+2QCw80FyBtv94ODeF+KkMPHcfNjwdaENs10LLKPS7VAFHcEfPkots/RloWdN7uOR5xBj7Fy/d3b5VKdbRfdzscJRgLdXBr33oR5s39fKTY+uRSzrvfYjp3l9fm0292/j+YX8zFtt26B56ZF2PDs3vh8q9pfge3rlnbllVCm5zkBBjNW301zaX4ltKd/HGUjih+ahYwUu6H4+WFWttE81P2a4IzX9o0Haci5rxgbd1d0zvsuc8ODjDuW01grsD/OZjs2PJSHtDibXhjaPGZd54u31Huks2znfCVPFuzteeL8MA2l0uZcx1VIPN++3CJUcP9eLEZ+tyYzHrB/KGUvzZ9ueVShbBcpARa9n34wG9n30j9SrJ0F6weG+h5M7dGazsyMT6DLt8+kyZ0rvAMHrR9hihxAeYVTJA9zZyT+PXHSu4a1R1igs9L8E9OReNWlX5thZfC+qhqHOLRM72uPcP9qsHqtLdRx6uHVmGm/Ny9n5Zbe/3aRgP3kg1bdevUyXwdVNNe5vJgQEAJDnoB1JzDkuykdFAJCQAgIASEgBHoSYHHPsZ65vtQRGDXSja27XsBTa3fCjMYwNlXBFYv2dJYUISAEhgkBGaYQEALdCaQv3IAN93X7R4ruTvZxoLZTeEOyr4vwhrRxuMr2A+pQz4tFA7Wdrw64PhOZoWqULJsD/VqIrCxMmboIhTuq9Upyq2gvBvJOAAAQAElEQVQAVMSK0t7n66Ykj/PD+ecWBJtQFyGnXra4QLdzqSU4kmAY6MUvnnSsBMvsVzeUPZRlrdyzBcG4j0SEgBAYsgRE3Buyp0Y6JgSEgBAQApcWAX4W9lyYRcmIschnxZVuRqG9PYp3Gjtw3Y234bN/eQciSUk4dSqMaHQAz/BZVcleCAgBISAEhIAQGCiBlESxrxZvvUMFaw+B19JRDBh9COvvXITVFbVxMS/UUI2yxxdh9ncqwVqg9utv5xuZsFK6FoFuil36JGv1XX9V9Jo3YQG2PJVvZTnv3Etc/W3lyF4ICIEhSkDEvSF6YqRbQuBiISD9FAJCYKAEtOJGzucmNKIKClbdilpBFKirb8LPdv8WJc/txaZd5Vjzb2VobHYjQQdkTzEhIASEgBAQAkLgfBDYX4ayeg/Sc2fpX8nNu7bzgdv63YXYUPXxO+HPna5X6sVX392xWouLGfl5nSv++mrm9sXQPyy0e4m1ci/LWsFX+HxfBSRdCAiBoULgfIl7Q2W80g8hIASEgBAQAsOEAAl94TDQEUG4w0DjqTBCYZb9YohA/vwPk0kgwxQCQkAICIHzSaAliM4fuEjHJ/6oe+NpyH9qL7bbv5JbvHULFl/n+ATxmxfja/ycxJ5hsClhhV86/PFndG1XXoHnPIprJ/Ev53Z5F6Wd3jOw3l3p/FJ6z/wBp4ijEBAC55mA/N/9eQYuzQkBISAEhMDwJBC7YwzOpXXMHoXol9hGouMrfsQenYLYP/45Yt/+AsIrv4C2VV9A+2PTEP7naYj88+eH50mQUQsBITDECEh3hMDFR8CfnvATGpH2rgOor8N78RQPPJ0L86zUtOmYe3vCO/TMdOR+vrO+wId15OeHvzMJoe5t1AUQfxLX9MJrUpHuGwt8+gcxrB/E6U3Yc36cJ/EHZZxqnDznx4F683F8JRQCQmBoEBBxb2icB+mFEBACQkAICAEh0BcBSRcCQkAICAEhMEQIpF+b8E67gwnv0+P+HUk49t2ITF5VN2myfkyWs1FPwlyLjsV3oZZuAiHlTM7obKP29ZqE1YBA7ZsJq/tuzsRk8pdNCAgBISDinswBISAELhkCMhAhIASEgBAQAkJACAgBIXBOCWTlIc9ZLRfYjp9WOD+DEUTZ7rLOpm/NsoQ3fx6mxx+9LcdPt9Z2inXBSvy0NL4OD9k3W1Kd/09zwLqgrqzipyg5qmNApAZ7Sjt/rdd/02Sk2VkSCAEhMLwJDEdxb3ifcRm9EBACQkAICAEhIASEgBAQAkJACJwZgZQ8LJjtSGok6D0yE3MeKMD9d0xDYYVTZRrm/k0erKdy/Zj797PiIlzN03PwF3fcj8JH78fMaUtQVm+XMfMwa6pd73V34p4sOx01WD8vF4uWFWD+1PnYeMxON7Nxz5c6V/jZqRL0JCApQmBYEBBxb1icZhmkEBACQkAICAEhcEkSaAmiPhg6K0MLbJ5v/TriisqzUp9UIgQuLgLSWyEwcAKZD6zFoutt/0gQtS+W48Cxzu/ijHvXYulNdj4FnilL8eTdnUJc6NgBlO09gEC8SBryn1yO/Pjr+NIwa2Ux8mytD6EgqivKUeMsEiSpMO+xIswaT5XLJgSEgBAgAiLuEQTZhIAQEAJCQAgIgUucAN18Ve8oxKIZuZaAlZWFKVMXoXBHNeL3SoQgeLAEBbNtnym5WPR4OeojlOFszxfGy2dRHY7N39z5WBWC1ShZNge5t2aR7xTk3l2M8uNOBV3DmnUzyYf8Hi3vklH9pN2H+3bBWdTBDrWb5lj+y8oQilSiMDcX03K/iNUHOffStuD+YszRTOejxFm50mXIIdTuWIJp+rwUorJLXreD+Hns7hdAyTw6H1RHl3ParbgcCgEhMMwJpGRg8U9KUTwvG+mjrfV5gAe+a7Ox4PFSbLovg46Q8PEh84EtqPhJAWbdmg6faWd5KD13EYp3PoeixB/a4OzxeSh+diMKZmQizRH9TB/SbshHwU92oNhZ5ce+YkJACAx7AiLuDfspIACEgBA4FwSkTiHQnUDT+wG0NXyI5oYAWk+2oqmhDfXBZtQ1n0JdYwuamsKU1oKTwRZ81EzWdAr1TY040VSHpvYm1DU14FRLG05R2NTyEepOBdB88iRagg1oPFWPxpOncLKpBccbGtB0Mkj1NaCBy1IdTU1NdNzVuvfvkj+uL8eGJ8tQfTwI33g//HQzFmqoRtnji1Cw05bPjpXgvntXo/xoEJ7RafBpQbAA8x6vRMgGFHi3811HdlK3gMShBxZhdUUtgnwT5gsheHAbCu5ahcpuL1Hnghk5t0Hfs3V5KXstqqqCnA1UVeJAvFwINa9b7WdPyYaH6vfzqg7PVTQey/2S3NN5qHySxNIHt6E20scIQ7XY9uAXMYfOlX02+3CUZCEgBITAaQh0+aXZLVgwoQ9/jx95D23A9n376Tu7imw/Kp7dgKVT/XDkvu4lfTfNxfJ121HxIvuT7a/AxicXI29CHyVGZ2Luyo3YW0G+/Ou3L1Zg76YizL1J/+XoXr0cCwEhMIwJiLh3YU++tC4EhIAQEALDhUBKEloNF1rcqahzJaORjk+6UhE0RqDD8CIajcBQgBmLwIx2wAUFcBoltre0wG2aaGtrRwwmwhEDpulFOGagI6roGIgp+pMei8FtGHCpMAzEAGovSmnRaJTq72oYbp/xs1C0rhgb91WhYncpSvftRfE0n6Zw4OVDOqwp3YaaCEVzi7CX8iueXax/4bB+Zwn2OIpRmPJ5u2MN3cjZN1t0w7VloZ9Tgdd/jm2vU9TMQ9Feugnbtx2LrwNQvwsle51K6NjZrstENscDlTjgLP6rr8aBNwGfj/t3ANWH2YHtAA48z6EfN2SwqpeJxbupD/s3Ym5fN5/sflFbLTbOy8WSZ2vhuSlTn48ew2moROEX56B4fz3SbsqAfSYgHyEgBISAEBACQ4yAdEcInDMCdCdwzuqWioWAEBACQkAICAGbQDv9xW0hQe6XLx/B6l/sxw/Kfo/VO/dj054XEWjqgDvZi7ByI2q4YZAoF4uZMN1JWsDzuCjsAKKUT55QKgmxCPl5fSTuuQDlJR3PgwhciJnJaCdRkDWomKI8KCjV0zAMP2lZecgc3TnwUMhaHWf9OmEAB1601DVeFceyGibm4nPXsj+JatUcAsGgVSZjQrqV0G0feKUSupabc5DNlZjpyP18uvY6UPWqDrvsUrKRk8UpNThUwyFZNbVHweSsbPgQxG8q7YyjNahm8dHMxo3XkwMqUZiVhayszsdUA/Z78worAih/fBFyp3B+FnIXdn80OIjqzQWYqfOnYOaybTjkLE/kqh0LWfVMy7Xqycqdg/ufch5VDqFsmZXe+QhrNYod34RHiqvtx4xnruOxWG3PmTqF+s7lpyD37gJs3G+xdZq2wnTMWZSH9DvXYO+P7oFF0sqJ70fn4K6Zmch5ZDue+9Z0YhbPOXuRfjlwMwHrcd5bC1F+rBzFC3OtsU2ZiYLN1TRvDmD13bmYwufr1lzMf6oSQT6XXJTNrt85X/qR8dJa9HZK2F3sUicg4xMCQkAICAEhMDgCxuDcxVsICAEhIASEgBA4EwIxFUWbkYrfvRdCSXUjtr9p4P8dVviv15vwkZGE/a+9hyNBN37zViN+fegjVL3xPt45GUGgxcCp8Ai88U4DjjWEcbIFaDwVRUfEiw8b2xAmMa+5LYpgSyuqDr+P8jdO4LdvNyFIbUVtce9M+ntplglg24MzMXPmTEzLzUVhpR95D25E8R28Cq4OgWPWqNPS+JjjXni8HAK1x7Rkh7oPrbDm6dmWeENCzZxlJai2dam696x8jB+HeC1ej11JwBL+rCN7n4bJN/h1vLLKUhCrqyrp2I8bvpiDyRQLvHhAl6t/+QD0Q7m3Z0Ov9qO8vrayR0hU2lkLz7g0/W6n4OvbUPBP2+CsHazfWYBFa8v1y9w9o8ehvaoYBU+z8JZYIwlW91I9O6pR3+JDmp/qaqnFga0FmPcdEqfgQfYUqyc1+w9YdR+rxqvEQq86pHEcoPkK1OA3L1Ai/MjPzUBo3yrddm3Qh+xps5B3gxftBw+gzsNqaGL7Vtw3rRjbl+XocVgpPfcZD2zEmtnp1KOeef2nlKOQ5gPPCcvuxjNvdi9xOg4J/pEyFMwuwM8DPvhH03ln0W7tIkybdj9KjnowjtMiQdRsXYJVFY5011l/cHQ28u/Iw1Ut1ShbOQdLnEfGIR8hIASEgBAQAkJACPRNQMS9vtlIjhAQAkLgkiAggxgaBFxGMlRUYUTSOIwaeyXGjb4M/jFpGDfuSt3BWDSClw+9jQM1AfxvzQc41uzFq4E27Hv1GKqOnCRrQHWgHf/7ZgPKq9/Di0ca8PPfHsavX/8I5S+/jYjpRUt7GM1tERw/cQIxw4UItRfTtcvOIRCqI4EtEEA9a00Iou7IIdTa8SYdOp4c+pE+kcNO812eRgce+MaNg98WamorVmPRsl1a3HJW9iHh4786PeGoZ9R5717w5WoE4kJYJibnZCL7WvJ/vRrVJJIdev0AHQAZN2eCZCMd73MXycHyfRXYW7oXex/Ls9xeqcYhHQtgz06rLt8da/DrfaXYW1GBolyd2bl7pQTPvM6HmVi606or/qjy7ifw08NA2u35ltBoC3n1FNYgHXfNz6GCB6xHio8dQCVrnr7bcNv1QN3x9yiPttE3Iv++h1G8qQL7n9+LpVmUdt63EII0HwJxq++6oo77MwAO7Ba324uwl5iW7n0aC/xWamjiYmzftxel+55DwU1WmvM4OJz6zTwUPbsBRY+SmPmjBSSFAgc2PUszAvIRAkJACAgBISAEhEC/BETc6xfPsMqUwQoBISAEhMA5JGBEFIwI0HyiAZHGepgNH8CsDyDUdBIuSr/26ivxxu9fwdixY5F22ZU40UyiQ0ihiezohw34qKldr9R763gjQt7RKHvhd4iljsMHpyJ4t74Zp5rb4Evy4KoxI6BCp2AignAkCoD/1CsgpqBI6XOMMobh5seCrVX6XXn7K7Zg8aQgqncXY9GjLMz5MLLHwrF6EqK6Ysp8YC+V34+KUn5vH4WP50MXq9qGPSRg6RVrXYugvr6+W0q3Q+e9e4cP4dDxQzhI9SArGzea6cjK4trLceCVWtTohX1+5NxkK0bdqulyeF229VgwJXoyMru9q64Wh7RoB+R8NscWCn3IvCGDvDu3QPWr0HrndXnI89vp8UeVAzj4Go0rLRs5/E5BsJAXwoH9JBr6spF1RzaJfkH9SLEl+FF5aiuTAv8XFyM/jSL15Vh1xxTkzi7A+oNBux+Ufl63fKypsuZElQ5LsVSPB/HPgDjEvYGMGzKtOWFmElMrI/3zuUg3OZ6Gq/wcdj7iHa8/5T2Ur12FVY+RldZYTiQ61lkx2QsBISAEhIAQOJsEpK5LjAD/H/8lNiQZjhAQAkJACAiBoUfA03oKSS7AN8bAWCOIkUYIyR4XUt1uto2CCwAAEABJREFUGDFgjM+Nh++ehrnZV2PBrdfgyzlXYOYfp+KenIn4//7sStz3V5Nx15TL8Le3X40vZo7Eo1/5Cyz4s/GYfcsYLMibjKt8ybhxwjhkXuHBjClZ8EZakGR2kKBHf+qjLgpNKBIYXVGFJC34DT1G57NHHl8GFiy0V7SRIHUI4+CfYPWgU4xrQv1JKy19gq3IWIfxve/2PBKx7EMSacc5ys3xOpD0pTOaGmx5Jt2vV2PpxMRdColA13NCNQ5tt963l35rJtIoKTMrh/bAoZf34NCbFI2/b4/i/W2T0ntvq78yZ5TnR3YOswni1eo9qK4CkJWJyWmTwU8bBw6+il9VkeBHyXm3W4/wwpeDouf2YsMj+cgg7TJ4tBwbH5iG+y+RR1DTJ/pptNbmNa3QY3qtSH/7YA3Kd+7CLm3Wo9j9uUueEDg/BKQVISAEhIAQuBgI0P/xXwzdlD4KASEgBISAELjICbg88Ebb8KU/vRbFf5uLR790M77zldvw0J23YMIoGltHGKNiUfjMFhL9muBL6sAIF5kZhs8bIxEwrI9HeiJIdYWRSsJdMloxwgxhVLIiua4dHkpPcUfhQgSuGEg0jEGpMFkHWRiGG4gaEbRHQxhun9DRGtS2JI46iN9UWKITSLgjaQ/ZUyxRhlef6RVrRyvwKxbUkIHJk7hsgMSreoQiHLcs+Hw5rFquwjhS4/wkxulaXq7EAa4kUouKX9Zq54yMyTrsufMj+1YuFUDZ3moAPmTfbD/Km8kr4ICavWU4RDkggcyWyPjoDC0dk+3VadUH7RViCKIzblXrz7yRekLxwyQ48lgoijgTP6xf7AX0Y8WUV7O/TD/ibD02nIEbb+LEMpQdoRB5yJvi4QjQEkLIk4bs2UXYUlGBDXfw2IH4Y6qW15DZD5TDmXY4Xr9/ATa+WAVrBaEV7n9+BSx590xrl3JCQAgIASEgBITAcCAg4t5wOMsyRiEgBITAECEwnLvRElPwRFtxVewk/mxMK24dHUSmrwGZY05grKsRLhWBESLxLdyGUKwJ0WgYiMU0shiFcYtGESOLchrlRqMx8o2QaNcBw01xLeZRBhWNUR5UB2IkEIbNKFqoTIvpRqsnmRyG11b3/ErMuT0LU6Z2/qBGwd6ghpC98E6S74CML92DbF5pVVGIaeSXO2+9ft+Zb9o9mKVX9dVi233TMOXWKcjlH2GYSuEjZSSLAWl3LkB+ClV33Z24J4vCSDkKp+Vi5rT5WH+Yjn35uMcWseiox5Zxc7ZO43e/geScrBv0IVWcab13LxAAP63Lj3zaEpntcCaBH9Pn2O1tmo/cGcRk6jQUPt+trpvugfUevEqsmpqLaTOnIfdOiwmy7sGderUhlbkhF9N9FFaRCAh//LHhyTymYDWqWSAl0TOb+ZBbYMfdmDIlF3MeKNSPoBb/gkcG+P3jKHcIbgPlcKZdv2kB7mGWgRIsmjoH9z+6CquWLcK0XJqvj1vS8ZlWLeWEgBAQAkJACAiB4UHAGB7DlFFeZASku0JACAiBS46AJyUZ0UgMo1J8iIZjaAtHEVYmvG1uuEMAoiTQkQBoxnwwOkYBMQOkz1EGRUmUMww6phBKgU0pCgEoQ8EwSZFyuUjgAzqiHQiTMBiNkTioouhQCm2uZJw0RuB9YxTejIxATdRWWTB8PuOy5iL/Bj+8LQGwgFYf9MB3bR4WrduLDXekQX/Gz8KarQXIm+hDqCGAYMSHjNnF2LEyz1rBhnTcNiMT/tGA/hGGhhB84zOR/8hG7FjGb5PjWtIwa+12FOSmwxcJIsA+189F8bNFyPNxfh92Uzbsh4QB/b49xy8d1nv3+NiPnCw/Rz62pd1RjI0P5sFPSmHweB1w88PY/pNFJM0lVk1jIT7F87KRnhJEfaAewZR0ZM8rxt51s5DmuJrZyPmsfWBm4sYMK56WcUO8vsypt8X9vZNuRCYxrH2xDLt2lqPWa9W56at2Qav4ENoPkMMZ99iPBZv2QnM238OBvbuwq6IaobRszMqxV3Cecd1SUAgIASEgBITAkCcgHTwLBETcOwsQT1fFSy+9hJ/+9Kfg8HS+ki8EzgWBGAkC3e1ctCN1CgEh0DeB5o4QQsqD1oiXxDcP3C4TLoQQMQ1ESeSLkQgX8iqEou1IQhSKrlsFR97ru17OUbSLkVgYVV6EvGNQ70nDW0Ya/rcpFf/1bjK2vhbGv1U14pn9H+Hff3sSG1+wXyRH5YbL5rl+Foo2laJiv/W4Y1XVflQ8W4zFt8YlKo3Cc+1cFO+osB6NfLECWx7JQxpppzoTfuSv3IjSffut/KoqVOzeiKLZmbb4Z3nBk465T25Hhf2IZcVmEgzH23l9BSn5KKb69COZTycIZ+SfuczuT1UpFvMKL0qzthwU6TJbsGCCleJfuMXq28ocK4H3ExZgi/YrQmeqD5kLi1GqeexH6ZOzkH7DYpSyX2JZMw15D23A9gqbW8V2bHgokQk3AOSstPNfpDYcXtfb9VGdG2enWY60T5tSgI27nTFRuT7qJNduW8/xdnMAeh1rDy/g9iKLUxX1t0s2CW32j65sWejvzDkth85yRbd3FnO4JNblpFX1xjlxbu3YgOXTEvrQWa3EhMAwJSDDFgJCQAgIgb4IiLjXF5mzlF5cXIyvfe1rWLNmjQ6feuqps1SzVCMETk+gu6DHx04pjieakz6YMLH8cI4Phpn4Dl8CptuFkOHB+81RtBkjEGwJwSSBr9X00rGH8twIGiT0ed2IRsPQwl6ithcjCY8sFosSRM6IkfSnEIEbHSQHdhgj0aSScKjRwM7qBmz87XH8+yst2P5GEp57MxUvfDgGr7VdhsPtY3Do1BiqQzYhcIkSkGEJASEgBISAEBACQmCYERBx7xye8F//+tfYtm0b/uEf/kH/6/D999+PrVu34re//e05bFWqFgKdBJRSUErBIMHAMaWsNKUU5HN2CMRisbNTkdRyXgmc78aSQx2IeNyo+rAOtc0mXnqvHft+fxyH3o/g+deO4fmat/HSm0E8/8ZJHG1LIdHOBbdpQtH0MuCCoVxQoGMXADOMSKwdIeVGk0rBW+1e/PcHCt/9nwas+20Lnqv14cAH4/HqkRT84Y0oDr1aj8CxJoRCQHMrEDOpDtmEgBAQAkJACAgBISAEhIAQuCQIiLh3Dk/j0aNHde1z587V4Zw5c3T45pv8Zmkdld3QJ3BR9zAajSISiSAcDqOjo0OHHOc0zruoByedFwIXG4FYBEa4De5wM1zhFpys/xBjxo5B4OhbcMXCuHzsKDTVf4CPAu8g3N4K0+VGRygMr+GCGYtqUyqGiOFGg5GM9zxpqGpOxvbX2vDMb5rxnwfa8frxVBx6F3j7nTBqD0Xw/ltuqr8FbmMkxqWNQZi+D9xJIOEwfLHRk/4KASEgBISAEBACQkAICIFzTeCirV/EvXNw6lhE+Y//+A/9nj2ufvv27RzoVXwcmTRpEgdiQuAcEYhRvZY5q/VM09Sr93iFGYt6LO61tbWhtbUV7e3t4Dgbx8+nhUIhJFr3trlPAzEeR2/WW1mnjd7yEtMS/biPBBXML9E4jU0pxYGYEOiXQNSIIUWF8dnr0zFxjAe33ZyBK8ck48+zPoUbJl6BT1w2Cn/yqQmYeusf46rRSYiEO+BxexDtiMCIKn4LH9pNF5rMEXizPRXPvvIB/u13H+K/j8Xw0olkHKoz8cFJN1qaUtD4XjMaj7UifNJArEPB708CT1PTFUVHOAjT3dFvXyVTCAgBISAEhIAQ6I+A5AkBISAEhhYBY2h15+LqzTvvvIO/+7u/w2c/+1ncfffdqK6uxn/+539i1qxZ+N73voekpCTceuutWLt2LbKysvD0009j0aJFOu3iGul56q2lRwEcnqcmL7VmOoWnKAlR1qo9FvLYlFJwuVxg8ZlXj5aWluJf//Vf9bz88Y9/jHXr1g3aNmzYgDOx9evX63Icsjl1cDyxH3zc3Tj/hz/8IX7wgx/EjY853TE+Zuvuw2mOsW/3uvmY09mHr1sOmc1zzz2HQ4cOaSGU5wyLphw6QimHfCwmBPojEIlFoEiwS4l0wOeOIdUMY3RSlAS/VoxLcSEpGsK4EQpjkw14Yh1wkw/PrVjUjeZICo7HUvGOkYRnX+/A+ooAXq5PwzvBUTjeBHzU2ICYD2hsCeOjd9sRa4nAlxRDSmo7Pnn9CLiTgaQUIBqNwDRS4FKUAPkIASFwzglIA0JACAgBISAEhIAQOA8ERNw7Q8iBQAB/+7d/i5MnT+Kuu+5CMBjUwt0///M/081TFI888gh27dqlxZLVq1djyZIleOaZZ7B48eIzbHFoFWMRaWj16FLpTYwG0t0o6Qw2rgWslCpoUY+rOHbsGHbv3o0nnngcjz22ikTo75JAthZr1qzWc5XFrLNl60iAY7Pq+wF+uO4H+MG6tfjBD9fihz+k+A/WkvC9BqvXfF+H6zesI7HxR/jRjzZg3fofks9ash8kGKf9UPdzA4mKLJb/6Ec/0uIkH7Mw5xjnOcY+bHzMfmzs54h4Vv9+SO38kFj8gPqyVofsw8YiH/8QzpNPPok9e/aAr30WS1kkDYfDjHWIGZ/57jbEujhMuxMzonRFKijlRVsoDI9LkYgXggthGLEITMp1qTBAIp/bMBBqbyZSCoY3GY3KwO+OA5t+U4f9tUHUtY5E/XE3mo4rNJ3swAjfGHz0YQtOfNCMlpNt+MTEyxBVMTS0tONEQzMiEVDtMfr71Eb/8AS4vJCPEBACQkAICAEhIASEgBAQApcIAeMSGcd5H0ZlZSWamprw3e9+V/8K7uOPP6778IUvfEGLerNnz44LKrfddpsWAG+88UbtIzsh0DuBGCV3N0rq3AYQ4/KOWwxKAS7TRTf0MRw4cIBEvDX4l3/5Z+zdW4b6+nq4PSQrhDsQPq2FyWfgFiHRK9xB/mwcJ+sIh9ARsY3jtvFKIkUihMtlwpvkgdfrpT6bYAG5a7+oPqqHhTUW1RzTK5tiMe3PZdg4jS0SiVK/I+C+hEIdYGtvD1EYovSe4+YypmnC7XbDIHElGo2RbwfeeecdlJWV4bGix0j4+yFeeukl7ePxeLSfUgpD4xOjbvRllDWMN54XF3r4MZLXYND1qNwIwUA0FoXXYNEtQl2LwaB5FItG4KY5yDPK9HjRZqbgeBQoffkU/uu1k6hu9ODDtiR0dIxA/bshNAZakGKMRHNTGG2NJqKtbqhQDCc+OoWk1JEIt0UReKceLU0htDU3IznJDW+yomvxFLUpmxAQAkJACAgBISAEhIAQEAJDlMCgukW3FYPyF2ebAAsAHI1G6a6LIkrxrRhw9dVXa3GCki6pjW+ME40HFwqFwO8l45VMR48exWuvvRa3119/HY698cYb+pFGfqyRreaNQ+jVDlG6Y+TDvmxc3qmL23Di5yPs3h4f//73v4djBw8eRHdz8tjX6SOPoXd7HW+88ZptHH+D4oe62KHXiZ9tbwecx40AABAASURBVLxG+drI9zU2Kvva7/EG2eu/P2iFr/+e2FM6nQNu83e/ewnf++73UFDwCH7+85+j/kQ9PF4PCXtu8PxVhoJlMQp7M5BISD7KMpzmQ15QMQMKtlEcVBYKoAwy2kwFRWaYBkwyt8eNJBL2+FF27pvL5YKhlDaXQT6GCYND0wqVUuBP4pzsGQeUMqFgAorqM9wwTY9tdEzJht0HwzRgmCaUUppJOBxBJBJDjMQ9KgyDBBnTdOPd9wLYsWMHvvWtb+nHiv/v//4PR44cId50LmieM28+593PPc/jmpoaOMbHjnGZ7ubkJYbdfbgdx954g9unc07hoZpD6GF8PdlzKHE+dYnb/X/DDp26z0/4BjE8pO2137+OPu3ga3jNtt8f/H38Ovx9wjXJ8VdeeQV/+MMfcOrUKf1eSRaEea6zJc4TnOePGfXAICGa1De4XRG6HBTCEQNhErcjrjAiRgegSLgLRRGjOdsQGYOXmg0UPX8S/9XgxpsYiZZYEgnOKXjvA+Dd423wpqTwD+cidtKNWKsL4RaqpyWCd19vwKgkwJ1sIPJ+K+reDGBsShIJh8loIV0vEk6BfISAEBACQkAICIFLgYCMQQgIASEAGALhzAjwarzRo0fj4YcfBr+3rKCgQFe0ceNGfPWrX8Xzzz+vj3nHq/x++tOf6tU+fHwpGN8g840yr2D68Y9/jIceeghLly7V9vWvfx1snPaNb3xD53Gc7Zt0PBDjcn0Z1+PUz/FzadwHrp/D09k3v/lNsA/3jW2pzYNDfix7cLYUS5aQPbiEwgTjY7YlD1I6m5PHcdsefBAPLllCthQPku/SpV/HM89swpEjb5Io0GFPP2WHgw+UOl1ZhVhCtdqbE1jkI1NQ0A6URjE6UlrkUJwXs+NUnmI6j6IUgiymDSBBncQQHXIcMfT14Xkao1JOXfGQxqCUcwTbg0JOUwaUsvJAcUoFfziFV+qF2kNa0OXHfPm6X0rnedmyZfrc8/l35gHPGzaeC3zuH+TzYhuXcYx9uBwbx9m4DJvjwyEfJxr7JZqTt5TmDfuzfZ3OPdtDdE1+g65RbXQNcls97KFv4BtsCfmJ9Z+7+DfoO4LtIQrJqP2HejHdN+4f2UNs3yBfGtNDvRifD/5u5keuWSDlH1vh7yulFJ/KC2aK5rfVOM1hZ97SvDdIuAb9OY7BRFssilDSaAQiydj3NrD5f0+ipiUZjTEvQh0RuMNhhNqApqYQDCMV4Q4Flwkq2QEPVW5ESTSMhoG2Nnx45Dhu+sRIjL7cSyIfpZtRJHkNxEhQbD1lkLdsQkAIDCsCMlghIAR6ErhbAY59VAuICQOZAzIHen5TXBQp8n/3Z3iaxo8fT4LJM2CBb/PmzRg5ciQ2bdqElStXorm5Wd+kfulLX8I//MM/kAizRD8O+bWvfQ3f//73z7DFoVGMxRKnJ7wKid9fxuOvqqrSjy7y44u8iq+2thb8ow1HjhwhUemIXkXD8cOH/4DDfzi98aqb3ozrYEusm4/Pqf2B+k/9/gMb9b23fjlpTj+s/r2Jw4cPx1drMa+exvl/QA37JZq9yuvw4Rqqw7aawxRno2OOs1EZqw1OTzDOY6M+1751FKdONcM0XDAUqQAsMMT4LCrwf6D96Q0D/thVO9KFLsftKBIxVMwFxExqUafASjPomNI4HxxX5EPFuCLuK+VyAkuGisQ8yyKAilpGaVDsjN4/sRh43nY1qpGKUA4ooHz7WPvacc7RmdQf6gP7WkkxvbrvxIkTem6/8vLLeOXlV/Dqq6/qH9U5WH0Qzso9DnklGYeJxmmO8cpP/jEeNo4nmuPTa2ivGv29Dn9PgiOZs4LNXtV28PcH9eq2g5SuTfv2XG2a2OaFi1P/qd8Db5/9ex8Ln4v//d//1d/J/M5EXn3IAhrPgd4nyYVNNXjeRw1AedDmSsGRoML2quPY/WYIR9pHIYgktLaGMMJNwlxbEO0k3LndJnjFa2NDO0wqOmKEG2asDUasFaYZAtob0RioRaQxiOsyr0DKZR5ESQVsagKOf9CBY7Ufoa+PpAsBISAEhIAQEAJCQAgIASFwcRGgW4KLq8NDqbfXXHMN+EX9v/nNb/RN5A033IAZM2Zg69at+pG9ESNGgG8wecUOi1/8YxpbtmzBiy++OJSGMaC+KKWglAI/3sYFeCVMeXk5XnjhBZ2WmpoKwzDoptKk0DKXyw2XywO32wtP3DxwcxrnmS7yJzNMmN3M0MdUn2HARXE3+bpdLnioHIdsHrcb/Rq143FTe30Z5bvi5oZpuuFKNMMFFxu17SJzu9zwkL9Hj8UDfi+bx+MBm9vtgYvyDcOlxw8YmpdSBgxlWkZjMRyjdDPRYHb9j8qYZFxWUWiZAUVlVPzYhIKVZiSkG8qFJP5ZTBLLIqSBcX+TPMkwDTdAaSARQVHIhqgiXcyw0kl0Q69Gclo0qgUtXv0E66P3/NhqjPIsi5EPyKKIUFokFkUYMUTIdJvUrhlzkfjggoIbBgkZCi7yV+gIRbR40XyqFa0tIYQ7gBj1kS0aMcAWi1A/wgoxNqoL1FdFBhYASeejAjQWUN2JRuNTvZlBfi7bTIBigAFtxIT7a5mijoDqNajfJnmZ4PPiNk3wnHRR6HK5wKFJ89RUBgxuDwb5KnA8cf66ybeH8dxKMF0X10M1cPm48TGZyXnUBs8l06D22OjYVCYMmOxhGbExyBRxVJQC+iiDYgogdxi0ixvVYRoGTBqPoeewi+I0LuqvHp8O6fqgOe7qz+j6MWksgzUXlXNROcuoHX3cNTTj7Vr9Mg0ar+4rh44ZNA1oztHE57l66tQpvYr6V7/6FZpI1eI0DLGPgoIZoTER+5NtrXiv3YXt1Q0or/PiWFMMp0jUa2w6idSRNMYRNP99Cikjo/CNDiGmTqCtNYJXDtQjcgqYeMVIXHmFByPGGkBaEuCK4p0P3oOb4pelT0A7zY8PjgONDVG0NxuQjxAQAkJACAgBISAEhIAQEAKXBoFz/H/3lwakMxlFdnY2/uIv/kIX5R/X4IgT8uouPr4YjVe+sMDX0dGhVy3xzfJll10GFho4PRwmOScWA4tNoJtWxEDCDIk8dLMdojIh+0cNQh1hhPm9ZmyRGAk8XU2LRZEoYmwkFOnjaIxu3KOgHRkGaIr8ejfqJlXFdbKRG/WV9CiAmmDT+RTntCj1oyMURqi9Ax1kPA4+5jGEw1EaI9VBvjxeBYNGrsg4JFO26XSKc+ikOSHddKu42T7sl2iOrw6pfhJnlI6TP4egNPI3SPQItdN5oLhXi3oeynHBZXi0mcoNg42ENUXGIhlgoC9T1C83CStxc7vBwqY2En2c9LjoQ/kuMpONyhkk1Oj2Ym6oiAsq6iLGJp1bFmJMHQ+HYiRSdKDlVDtamtuJcwSxqAldTrlhkhBoJJjSIiHlU/+5f4rGr8UepaDoPDrGc7I3i9FcMhSVt01RqKgOg40EI1O5qE0XmCXHDZhwkbCb5E0GC1BcHjRBTMOgY8qjMboM6iexN9moPgPWfzwn2D9G87yrRYkBWTTBaLJx302D6nWZcBM/x1zE2kVpliDHdSu7BQMmtWcafI7p3JgeuG0zDTcsMyk0wSUU7dlAH76eozQOZhSmOc7zOcLXJBtds5G4RRGheX46C7P/APy61hNBhNo+vbEfW5S+LxItRsedRsMicTsJJoll/E5QDt9++23yieo0zh9aphAlEfZEdAQONo3CTyoCeK2uA01hAydb29Dc3IpQUzs+OFKHd98IovkjH4xoCny+ZKSNdyE51UCUztfrrwZwtPoY0nzjcPUnr0JGznX41LQMTPzTNIz8I8AzGggZHUgaEcFVE7y44aY0yEcICAEhIASEgBAQAmeXgNQmBITAhSJgXKiGh0O7GRkZepg7duzQ4bZt23Q4adIkHV6MOxYYWNgLk4jH/eebf14dw3GPxwMW+9rb29AeCoF/oZT9ItGITmeBg4WEKAkYMRI02Ncy64a9y8095evVX4khCQcdJAqysBZqb9ePpvHjaZ3GaSFKt4182tra0Eb96cvayUdbm1223S7bZoVtHFJaKBQmASIC3Xfdf9KkYgqRcIzGGQXnt2vRL6zjHR0RdNANdwdx6gh3UJyN0jqi6CAL92VUJtyf0fitX5ANkzjK1kHtc91sYWonTO13aOM2ohGF5lPEoLUDHSSgRTqAqLYYwu1REtHYwhT2bTyuNmIQN2LCXBxrp2O2NmLYRqxbyVrIWomt5RNGe3sEobYYtQmE24BIu2WxEBAjESNMYXtLBK3NHQi1RsHH0Q6D+mpZpEMhQsds4ZCBMJXvaIuioy1CvlHKo7qJaQfxYRG5neYfG88vnn/djX1aWlrhGAu1HSQ8t/M5pLG2k7XxeFrboUOKt5DIcirYrI/DNBfDdG5D5KeN2tPzkuroHnKftNF57ehhYX3OOqguNr5muG/tzI6EHV4h61g7zWVOd64/vvYiWhSLgedUO/Wd+9qqy7WBw/Z4/zrIJ0xzJgKrDIdsUURJdNRG11qURM+oDhPSu+RTupN/gUOwSKlIpuxmBgmjLFrydxULexznkDny2HCBPzHqNxtI9VWxGGnEJkLuVLwUAP7tf97H4faxGHHlZRg3xoeRI0dj1IgxGJtyOca4Loe7ZTTaP0rG4YONeLv2A4wamYTrMkbCQwIfXQSoC9ThlYMHUd/egGs+48aknLG47IZURJLCMJKj8I1x44qrTIwhXS9lROsFJjEUmw+gZF4WCjtfmTsUOyl9EgKXBgEZhRAQAkJACAgBIXBWCYi4d1Zxdq0sJycHvFqP3/mUlZUFfgH/3/7t3+LWW2/t6ngRHfGNMxvfMPMqp6SkZJimSwsGLGAEm4I4fvwjsuN4/4P3tfGv6b733ntItHcD7+FdSmM79t67FLftXQodO0ZxsmNk79oWeC+AD97/AB98eBwfavuIwk6z2v6I2u+0jz78CI4dpzibdVxH6WyUf5xC245/VAe2jz6qR11dPThkO075xz+so/bqqH1q84PjFP8I3OZHdXXal/211dejvu4ETtQ1kDXaRvH6kzhBVl93kvIbLKun8AQds+n0k1TXScojY182qusj6pfTTj2naTuB+vqeduJEA06eaETdRyfQ3hpGW0uYhLMQWk6FSOxrR3OQ4+103IpTwRYEG5vR3ERiV6NlrcE2tAVJ2CLjePBkEKcagmgmv6b6JgRPnrKsgcKmFjRRegPlNzSeQiNZU1MzpZ1Cc7AVraeonuYIhR2IkDDX3hxG+6kI2knIa6b6m5va0ELt6fYpDJEQGWrpoPwQ2rgsWQv5tZzqoP5a1tYcpXygrRloP6XQ0hhFS1MMTQ1h6mOE+tqBU40hNJ4IUj+DOEX9bG5oxinqd9MJ6v+JU+TXTmUjYLExTMIj96lNt9FOjFrR0txG4l+nsVjW0tKGIPW3qaGNxtmGpkbHWih+Ck3MgsYebDqFIAmBTRQ2EY/GxiAwnVvTAAAQAElEQVQaG5rQcJKtkcLe7eTJRu3H/lbZINXLZU+hgfnSeeBzW0/nvo7mSh3NCzaeU1y3Zk/tNZE1Njbpdk42NFrhyQacJDvB84zKcz18zNZg962RfLmfljVafaG8Rp3eSMeNVFdDr9bo+DQ2opGtoQGNlNZwGmOfRu3bQP4NvdbdQP1uJGuguqy6G2GFTWik/jVwOtXBj96yoMkCJn9H8erSlpYW/Q3LcaWUjl+oXUxFEVUmovAgEm6BKxaBaaTit8eB/3ihHh8E01B3PAlvHQY+eIfm8vtAuAmItCuQxgrSuEF6PT79yVEwW0wcefVDEsPbkPmZcUi/dQyy787A1K/dgKwvjIaZCoRIrI1EPXCFXYicMtBcH0NjPVD3fhvee6vtQmEYVLtn27lyRRb477FjiUJeYPMy7MkvRdHtA2+1csV8lBwbuH9Xz2EmJj5fiKx5JSAduysGORICQkAICAEhIASEgBD42ARE3PvYCPuv4JFHHtG/psu/lvnMM8/g7//+7/svcBHkxm+S6UZZwdArfxBTiMWAcCSKcDiC1pZWtLWSQETW3kYiSjtZqB2hjhBC4Q69iohXKrGFIxF0RMKIUBiNRqCN6omQhcki/Jgf3dlG+EaVQ07TFqMyZLx6jo1Xy4XCCLG1dyBE1pFgfMyrqniFFsfD5BcORRCmcmz8OGKY+q6tI4YI1UndohDaYlEDbFEOI6B+xjqtS7+i5B/V9UbpTpxXpsUiJlVCl5vzPreYiRgZYlynIoagMtSmrodCajvM1sH1hMEsmC8LFhwPh8PEmY3ymY9tzCtEY4hQWa4b1FcDHjpLHvBqt3YW+khUayNrb4ugo922NqqL8jo4jSzSHkM0RGMkQwegwtS/9iiJDBG0t1EipUXp2IQbisZB3SFnk9px07hBohvxp3p47Aib5OMh88LDikPEQ5VxOQ9ilAdiY0RdMGNuGFSXEXNRuoKidFfMQy14KU5pdAzyU1E3+SbBRAr5j4ARTQU6khFla0+iulOoL5yXTGU9JKBQ3cQBNIYYnddYKAqEDUpPpnqpDyEXQqeiCLXEEG4FIjQ2morEHIjR+eJzHqP5HaFzE+4Iw5oTbkSoXEfIpPmmyGJkEZpzlnXQnOrguUXngaYqzROlLV6fUy/1S9efEEZpzsSN/KL8zkE7jFBehOYen1+2MJ13yyI0H6LUtxh0PvWV+xuNxqhdoPPaiZGfZbzaz7KIdT3S2LjPXS2MDrpOHAtTPExjcyxCc03HKZ19IlQHW5QmRJQGHqH+xcii5Mfp4VAHOi1Mcaf+DmrHsjB9R/RmvGKRja9hy8Jop/pYzGtra0MbfcdwOo/ZpH9w6KC+hKkfvIKPrxsMgU+b6aFeGHBFo4i4k9CQmoaXSKB+rqoRx2kudbgNdMRCaGoO4YO6ZhKZozhRFyOL4vhHYZxs7MCp1ma8f7IeEzJGYvItl2PcNUm4/Frgj6eMRNo1KVDJURL1AEMBYVIDW065cOJD4MNjUbz7ZhhvH+7AsSMm3q9NxrD7kLi0BGvA78B1LFHI8y/cgi0L/ecRix8LtlYNSkw8j507+03dXoSqrQtwPgmf/UFIjUJACAgBISAEhIAQGJoEjKHZrXPRqwtX52c+8xncdddduPHGGy9cJ85By0rR3aNTb0KUk2Lo+h+nJVqX3BgdkfFNOd3zajGCwxgJKgoGlDIACmELYREWOEikCWvhK0JiRQQsMrCYQXqCLh9jXyjqBeJGlegtRiIkRziglimqLKP2oI3bozSqA1RH3HSeIpFKAZSu6Lhf032226cB6fGRwBShfrOFSSTpINEjTMZ9UkpB6bFyCP1hUYKND0zDBK+aVHTAdVnpfMRmUCqHZNQvOrA3pfl4PSR6UTq/d49/XMPr9sJtuqk+F9wuF5K8dOz2wG2boUwAVJc2A0q54CExIjkplQS6JF2O+9xKQl8zCbgxEqdcZhIUiW9JxgikesYgxRwDI5KihTcjmkrlR5PY4AZiyXCRj0uNgEulQtExYuTHYTRZ5yOaBCAJyrBNecnPBRU1oUgAVHRuLKM+kvBlGm4S96JQxJwFqBiJahzyHAmR8NTWTqISiUygcqbhgdvlhWm4qD9htLS1ooPOBYgPlwfV0sMoj/OtdOIBA4ZhkrlgKLcV0rFSJhQZFPULBo3FBAuscaO+Q5sLIBGz09x07OlhKkbj1uKsG6bphZsYe9wpSPKmIilpBPh8JCelwOtNAovupu4DtUttK2VAKRMGhQD1wzYFA4rStFEcxKTTFOIfPWaD+mQbOM+AsstyvYrq5GNQGkD5XAb8oThvSkEZZEpRIhsFeqM4+7Lp47O7U0pBKaUrVUrpuFJKH1/IXVi5iSeYOlrcY1EZ6EDJSx/iDyejCNM1GPOEMHKsC2aSiXa6poLNzfjoo5P4qK4JdWQnTzbBneTGNZ9KQ+qVMXjGtcAYCZxSHWh3tcJ08+gMmtcA6X/4MNCOd99uwjtHG/D+u0Ec/6ANH77bhvoPIgh+pNhZzCYQ2Dy/c0Xfiko7NTGwVtn1tuIv0UvHj5WgcDNZVpZdZyGsGitRSHU7qwd51WDnyj/OKwE/Fmy1QWWonvlOHQkr3nrtK/kWbq60y8+3VhOSmGnVxf2g+nTnuu0SfZw2dF2J/bfr61YUiWWzOuuvXFGIkgSe8zfba/Wo3vk0fq4msJl9Cm0+Wehc0UccnDFTmFi2x/i4IjEhIASEgBAQAn0SkAwhMLwIGMNruDLas0ug8+ZQQSVUzXHHeIo58cGGXNYyRYKIIiHBUC6YbIYbLpdHm0l3tC7TA9Ow8gyYUPwfCwdsSPiwopdwCJ2v4ISKy9kGO3TS+NgxReUUiSL9m1XSoHpYCDGVCe6jS/fXBReJai6TQjLOZ2+wYqYNMJQiHypDfqAPr3rklUucbZomWFyiZChlQikDiozTrDw65kwaL6+gchMrRBUQpUQOqf+cjmiM2jGoHbdlxJFZcj2AAbYYjTMcBlgga25u06sMWTDzelPgdScjxeOjMAXRdnIP0XhImEuCj6S50fBER8GrRiLJJHOPQoxX7UU9iIRMRMk32uG20ux0FrOMqBeKfKIRFzpCQKg9Bl5NBxb24IYiUYzFRF4FF42CkCmYNB847qLQpPnh5nEYHsozKM+LJE8qPNRXlysJXuq3QT5tJEyC5oqX0pKSksHCpulyw1CmNj63oLEr8H8G7dlcFJpQygBgQJFpfwoV1aUoNJQLJok4puEGm0GhZS4oymMDTOo4m4v6aCJGQg5oXN0tRmN2VvFF4oJ2lLhEyMJxYxGTeQBWn0DnPUYieDQS0+dL5+nzboB9eFzayF8f61BRHhmV5fIAxXU6l6E4zRmee1adMWs1YDRK9Uep/1xIQSkDPP+UImGdzk2U8iOkuEejnA/6qASjqN44TUfsHR8PxGx3HTj++kDvOEVHhtAuJRwCkUHQlYz97wNbyutx6N1xCEZHoi0CmtthxNpPwa0iSBvrw5jRyRgxwgOTeKK1leYwcOWVHrBOHaVrxDRGg04xTDfPIw945SJ/XTDv4KlTaG1pIaGvFd6UVqRdEcbET5q4ISsV199i4pOfcc4Jhs/n9iKswRISlOZb4pczchKpZh5ZHF/Rxz4svDnZHFaumIlD91XZPmuAhwphCXac29Nq1x7C9Crb/ylgiS1qYfcS7JlqpSeuGtQ17N4DPGHllT5YiyUPA0/adayZtAflx8irn77Wrl1vl9+CBSjB/Kcno9QuX7VzMtY7faBq9MZiW4JPaf4eLLOFuK79T8fqH3cbbbeyXesvwx48abMqxfSyZV1568ZrsfrIdNunCmsmrcZ6/a7DHBQ5fa7isuvjnLuMb4KuRHZC4OwQkFqEgBAQAkJACFwCBIxLYAwyhPNIgFeLsRmGARafYrD+U0pBKTKQcUg3+UqZUCDjUB8bUAkhoEjgoFvdKAVkzrFiHy5HxgKEImHPoLgBF3RIAolBZio3pZKYRCGnm5RmUFnTMMChIjFCwQBA7fRmJNzoPCdkX4rrclxWm0E33GyKQvKm+2FFZpLvQMzgOkhU4RBUDvaHGcYiURK2yKKWsdCmKJ+5GtRfjoPVFDaldIphmFA0RkXtg8yKKyhK03mUZhBvg465n1wn1xGLRJCakgKum4+j4YgeD6fzY5L8YwPtbR1wjNyhiC6bQVw9JIy5zWQq74Gb4qbhRag9CpfphYeECpMflSVRLln54I2lkkDhQooai1Ge8bjMdxVS3SPhhgcu5YEiX0Tc+pFYk4RAj5EKj5kCr0HGoSsFSe4UeIwk6oEXLg6VFwaZolqgXIgpN6JkSnlgGB4akgHuh0H5LvJ3GR6YhhvJXh887lSKJyFG7UYjBo0xSiII991DeUnwepLBK/cipJhESSmJRoBoGADNBWqEzhFF6Rwi6oLSc5HODp9XMvC81aagyEfZZUCiHMfZQOlsHDdpRAZcYA7cP5PGYlCdIHFPRRQMKtdpBh0rmFSnST4mh6C0uCkYio7ZYEBRfyyjNLgoxSSjPnOb1I5iozjiZgDkoZSCUmwGhWwmhSblKbLEjY/ZDEoko/YoAnKGMugYoKiBGPUzSmNhQVHBgKFMcAgYUNRXy5Quo6icdUw+8bxEv77jSLieoD9K73mnlALXzXE2Q7ejOHpBzYyFoajjPGVqAs1o7OhAxAjDME14aH6nxpIwgkS7FPJKMiIYkRrF5eNTcVlaKkaMTcaoUSZYvKMiUB0K6DAQbg2BHzVXNHcUs6fK3S6FseQ/8RNjcMONl+PTN1yJT16XhgnXpOCKKw34/W6yJAzHT85KFs+eBB7OIpGvECxZBY7WgkU3Z5Xbkt1A7VF7tZmGFEDtEaDsIS7DtgRlqEXtMZ3Z+27GdOQ4ObdPRz4Jd9wWrluKxX290++66cibYBXyT0xHRn4eOh9hrcEh6magv77OWIwFdnnUHgISy09IR7rTB6sJGuQh1BxejZlZPKYszFxbg5oj1AjnJ/Y/fTIyOC3R+q0/A9NznZ77kZcP7KlI5GlVlD81x4rQPn2S00IAnasXZ2L1Ycp0tsTxOWkSCgEhIASEgBAQAkJACGgCht7LTgicAQFlKF1K0Y2otfFtK91xsxilc3ineEfGYXejZL3Z6VosoLgTUqUKPEUpjeKg9BiZy3SDV6KZBgkYjthl37wr8nMMimMA79k4Bk5jA6UoSqE49IcOdNj3jj3iRsM0BmSKRqBIeIEOuYyictq4D4DOs44pTmlaiCC2LABGI53CH6ebNF4OYX9iVFeUduynjYTCKBkoHYrYURghpa69vR1KKVKpANMw4PF4iKHFUfMkpoZdt0H5MRIIeMUVWzgcA4s1IIGJTcENlysJV1xxNUb6xsJLQpyXBDS3kawFOyPsRaoxCsnGCIxIGoUUr4/a9KD5VCuJaixuGFTeS/0xkZycCpfhJpHNq+OGonOqTHQPFaUpal+B891wmR54XF543F6qywPTcGFcBxWfrQAAEABJREFU2mUYPYr64/HCTelu6iNIyFJkMSrLccPwUF4KvEkj4CKRMgYDoY4IOohzB3Hix6R5zMyS+RNagOacIuPjaDRGLGIkYBFYKLBwZWhuLhiGm/sBQ7mojIEoiXrMkfmyGQb7mORjwu1xIykpSYeGaVCaglIx8BXUaaBjNs6jUIE+emeHFKd+cf9AnkoZUGwwYFBbpumGyX0iEZT7qZQJgHy0KSg7BMVw2o8iD8uUUlCqq1EmjTkGnmsREo6ZFTnRpkA72pQ2OgCgAG3o9nHSBxJ2Laq61cfHSqm4k0FzWqnO43jG+Y6oCPU0SuSBMSOTMGJkDJ6UVrhcUXioj8nwIpnmeApidP2EkOwJw+MK0bx2kb8Lo0aadByDCneQRQFibZKvxzTJF3CT8ucyQNcSMJqEQN9IgKYB6PJHYyNQ9yHw9lthvH0EeIcMw/bjB7/rjlfHrbdXquU/xaJfp/V8914+1sRXlLHflk4hDef3c/q+Drw/GQ+WxlfP6fcQruwU3AZey9nz7LpCshRLrzt7dUtNQkAICIGzQ+AlFE6fg6wEm7/jOCq/Owccnp02+qnlxTXIeuA59Pwnk77KHEfJAwUoGXiBrhVxe999qWvaYI8Cz2H+gPvcnW/Xvgd2FHSy794v7iudlz7PA/eD8jv59d8WHH8uQ9ZZLzOlOdC9/cFyEf9zTqCV/yf4nLcydBqg24Ch05nh05OLd6RKKd15pRSUIqMjCnScolr0iHFEm7L2lEC6RaeIlXCsHfTO8tVRcFxZe6pc6Vth2B8FFl5YQOCQxZYYKyhUp+WgSGQgozKKTZdXVBdZYtxKsfegsNPAH6pPcWgbxxV5KTrWY6HQ2fjYIP+epqwxkyPFrLjjR2l88SkKla5XUb9BPjFEw1HESEQylAHTdME0TDKD8kCCEeVHKZ/q4XYVlTVoXKBPjJQo5sEGHjtZjPLDsQjd3IfAAkc4HNY/QhAmMYt9eMVamNoLd8SoDRMmiQSWUbvcNikDLpebRIMkuMxO85Cg5/GkIjVlNPUrSZsvdRyJeWMwMnkcLhtzFcaOSiMhwovWlnaESUDjepO8SXB7PPB4vdRjAyzumaYbXk8SkpNSwcdJFLIlkwCn0+g4JcmHlOQRSKY4m4oZNLJOM6mvaWnjMGbMWLjdXnioPi8Zh247TE2h8lSH25NMLLygEaODhMt26pubhD6XOwkutwcmjZdDwzDB5wDKIF8FRSGfC8M0oChOiaDTBOYdY5ENBo3JhMv0wOtNRhKZl8brIbHRQ+P1Uj8MqlMpgDbyM0ng88LlMmGYCopOqKJJxPmgymOIQn8oXR/H+CgGRYFl1h7UtuJUDomLoag+mDCVC4ZBRseKDQaUMqi0AaXjClAKnf+h24faUpQU41CBXGEYihKsjY+tWNe9Ugout5vOg5v8ja6ZiNGxYxTljern4IyN2nPK8nWj49RNpWhHB0qpXvqBC/Mh5a0j0gavEcKUiSYyrhwBN4m8XhLxYkYbTiGIFtUCuDuQ7FVIMj10TbkxMjWK1KQw3NEIVBjoMDpgcNpYE76xXtDlAZcX8HhjxB6gyxzhEHDiI+Ddt9vx5uF2vP2HCN58rQ3v1cTw3qEojv2+A/IB0if64Z+YjrKnS9D3fY8f6ZPK4AiBA+KWuEru+T0oS1wJN6AKenfyn7avdrn0yUBZeeeYjtWitnsf2Gdt52OvdsmBBVy2z/prElbqBVBehoSVfAOrXnsdK8eexJV7OlF2QkAICIGhQOA2rNmzHVW2bZk9Hjnf3A4Oz3nvbl2CqnVfTFjZfc5bPM8NfAbTPwfkf5v4PrMQGajF6scsMZOFvZnP1CLjnnUW+29+prNvLMR9+zedx91jLPzdsxk1XdL7bgsg4Y/9P7EQpXSeS++5DdOnjLdKB17Enreoj59NaN/K6WcvWeebwLsfHEfxv25BQ9Op8930BWvPuGAtS8MXPQG6ZwYLEIpu+DlOCk/CmOjGmsQGQMGg0IwBPYwEBpfhgttkM2EYBpRSYCHDVAY8ygM3KI+ECVfcDMQiYbIOEsFCiIU7yOiYQpBgxfUpqlfrfdRmTK+eonqjBgyKm2zcH/IxtSm4YibdNLMZFLdN5xngfrCxYBKLUs/YqHyMjeqMsZGgEk0ww/TAMjcMGh+XZVNKQTOyxZpolPpON+tRMgUDisaKmAum4aF2LTOobzF+xJFMUdxFPi5NxYVYhG7kQeUiQBLd2XvZqGwqiW4e0wuvJwkxYpDsSkaU2IRCIYzwjYQ3KYWEF6qfRDX+YQZDucGr/5ShwH0JdYTQFm5DiNQBXsXG41bKpLoMjBqZBpdKRopnNBrr2vBRIAwzcjlxG49U71UYf9m1uNz/CaSOTkNjWxsaW5vRHGqBK8UN5TFgeg24k00k+zxIHZWCpNRkshFweVMRhQdQqfB602C6xgIYiUhHCol6VyAc8cI0k0mkjFAfoY1FxxiYqUJScjKOvv02Au+/j7ZQGMFTzeCVeG6PByw0xag2vUKvg04gTKrLrTmMSbsMV/gnYOy4y5BCbFwkxpkuYkv+vIovFI7wtCKLIRyNIkLphumC2+OFl9pkX66f+2IaJvXdC4/HjTCpKzECF6MTwNzb29rBISiNekzCSwitzc00vjDcVC5C7ShlQCkTpstNffbAoLhS7G0AMKA4H4rOe4dtYXgozWu4KPTAaySRGJSiQ6/hhovKuMnfTT4uPqL5Y9B81UbzlUMzatJ16dJmgOJkBvkb1C5PU9OOe2yxzjRNRGMRxBAlBm6MSE2lIUXREQ0hOSUFJrHzkljF4yEnza2Drk0XpYcirTAMA0opmIYBXmXWQdcA6MP5Xo+H5mkEHOc8EDs2pZQuo1S30FAwOA3Q+Vx3jMqYhom+PpzfV975SDfpu8s0wjDQgsvQgZv8YzDGFYJyx4ARbpijksmSEE020OGKIOwJI5bSQZdFB0Ze4SVLhneUwvgrUzA2zQ3SquFyA8qI0nmJItSu0HIKCDYCH7wXxnvvBBE41oK6D6I4fqwNDYE2NL19Em3vnUTsoyCG26fLD1FkZWHmkcXWL9XeXgR+35zzeGpW1vwe74jLWcnvf5sJ59Hdzh+A6IPiDGAPtaH9HwLWrMzpw3GQyQPoq65xwgJsue9Q/JHbrDsOYXH3PrDPU8ASp58Udn/XoK6rtx2X7bP+DKQfWWazmok9+U8OeJVjzleXotZ5/PlhYDpx7K15SRMClywBGdhFS4CFp8IXufskCn33OZQ8MCe+wsxKpzwWmKY76QXx1XSV312Dkj5WpHG98VWCvFKMRSwOqTr0UV+XFWcP/AcOsa9tXerrYzUdr0J02ix8wS6oAxpbj/4nps2Jr15MbGf+VlLCdHneHe+dDWfZxkJp0a104P8iFpPQh7feQi1ewnpb2Ospoh5HyWObgc/dhgwq1nOj/M2/IVHwH7H0E11ze28LCOz4GcqQjqWPWkKqf/YSLLDfOBHY/wJqSPRbTH3UrLqcbz6viUzWQL+Wg5rVvnF+TnqiL88NJ50KyPaxCFx9xXjk/ektWLN5G5ro3vBjVXaRFDYukn5KN4cgAaWU7pUVxMChvnmOUTKJX7SnzfahNBYLEo0nHx8D7KPgYtHE7YKbzDQMO9XJ5TBGab0Z50F/YlHKV4YWD0wSKkwSNVxkBt1OKyqtjYQN5RxTPw02yjO6GOioq0F/lN4bykVtWGYYLsSNxgAY5OOYorhjgBMzCJbbdMOxhBxEwjESh6LgVXUcV9S/uFENyjavOwleEpkUtcdmKhMu7gsdmxwqF1JTfGQjMGrkaKo3gtbWdpimG4bhhiJzmV7wCrkU7wiQdgWiB5fpgcfwEj0Pxd3aN0x9GpE6kupQcLtTEO5QVG4UfKnjqO4rkDb2KowceRkJggofnWjA+3UfIayigBsw+Zc/I+0IkQDUHmlDW0cL6ho+QjulHT/xETpILGoJtdNxFFHqd4zaj1DrpicFLm8qTHcyDFcS2kJRuL3JUJRvur1wkSkSmzzJSXj/+Ifg0PR4kJw6AtRp/Su49SdOoKW1FVBK+7tJ8HS7vPB6U2gcXrS0tOOjj+pxnKy5uQVazISi4iZYMEwd4UNKygikpKZiBMXHjk2DNykZhmmS7hSDYSh4vF4yD1wkYCllaEGLBTLSmaAU12XAJH/2BX8og+OUhY4QCTdUJiWJxml6ECPxOURpoHPuob66SLnhsgoGOI3ngYvilpngVZ6RcBRsIAHYsOe6QT7WvAYUwEcwFZcy6Jgs8RqgFMVGaeSq9WdQHxUfkJkmCeo0OTo6OmhehknAvQyjR49EO4m3wVOn9NiS3Sy8tkMppdNTUlMQjdH5ov6PHDESUSo/MmU0TMOk+ZgMk1i1k9icTHPYRcIhtxei+t0Uj0Qi4DyO6zzqw+k2k/i6qS2u10V1d/dXSum+dU8/38cGIjDZYh3wRcP41BUK45NdaKHropUEug4PnbmRHnjHJmPEFalIvTIJI/1ejJrgxZhrUjF2ohepl0OLeqYbNCYgQv84ECKWLS0hNJ4M42RdFHUfkvD+YStO1neg8UQYLU1Aa30bwo3tMFpozjUEgfoTGG4f/8ItfT6C2jVvSy9ilPUor350lR/P3bpAr5rIWdmbL5OdnvDDEEWwpL0cFNnl2IOts3y3PBLxEh8N5ncFOj/AwX2N96PKbp/Ftu7iHdXR6ef0gVtNsC4+VZbY2b2u7sdO8S5lu9Y/+audrOPjSKiHx+CMh6uLH7MP82UjVgtW2vVyevfxcUExISAEhMBQJPCrF4BHt1ury55ZiNrN1soz8Kq7PU76Z7Fn60t273+DPfim5b9nHZbW/swS/ki8m3n0b+x0Kpe4Uo1L9lofCVmPvYDpz5A/t/XoJ1DraGvd61v4FpbtOM41dRr5LME/xtucDmc1HNX7wM8w2an3Ger/Y8/hZRLBap2VdNSeFt5IgFxW8Vm94o1XNz458T04K+Yqv/sADi20+7bnH4Fvr4EjfnV2wo5RPet/BRLlvoycwHvgt8KmH/2PuGjqPCYb2PFdrMZCPDmvm3IH5zMeC9Ztx5bZVzsJPcPEtogBrxAEtbj6HhbcWLBzirxkiYy5t+r/D9Cpv9qMPbnrUEXnOkOX+Rca13aU3pNO2b/BemZMdS75FYmFmh+d40/8BktIpI2LiHb6mm/TWKmUbGeHwGezb0TerbeQwLd9WAh8xtnBJrUMRwJKKT1spRTdZCodB2J0nx6144MLYiQGRElUYKNauKaepiiHmiLtAz2MyvKNLnVAiwiGSTfKtoEEFLB4wYaECjg+uG5qb8MwYZiunqZclE/163r7DmPU+SgJkWw0bLsMBbQppWDYphTXgV4/URJMSAehPEXiCUh4iZLoFiGLor09rMOkpBScOtVC+TES30YhJSVV+wMGhWTKhEF9dptJSE0egREk4I0gMSYl2UcizEiyUfD5xmD0qDQSr5KpHgNJJESNoLQYTESp86GONhphIA0AABAASURBVARPNaKh6SRa2pvREmpBa6gVp1qDaKW8DlBfyFxeaovEiyiJGO4kF+W1gvPaSPRrajuF1mg7HXfgRNMJtJHw10IioCJhsInqUW5qy1AkBAKtJH6FiF2M+PPKuhYSBl1JXriSvWhub6P8diSlppKNgIvEzxgMtLaFwb/0y+/9c6y9PQKvJxljR6dh3Jhx8NG4k7zJ0JacTHlemCb1mdo1DAP8aWxshFIKV111FcaPH48k8msj8bCNRFNe6dfa2oYWEglb2lvRRuIXGwsvHR0h8Aq2SCQMNqUU8XRRXXTeOiIwDDe1lwIP9cdDQhmdWjp/5MvjjNLZMkzy5T4o7WsabrAZcENpc1FoQl8U+P/ZexNAu6663v+7hj2d+c7JzdS0aRumMhgeQqUIorYoWARUoOIfkSfWJ/CQCmofIK/v+bDgA4fKEwGFgvNAVVIRihaLolFAphbSJmnm5I7nnnGP/+9vn3tuTtKbUqA0HfbJ+Z219lq/9Vu/9Vtr32R9sva5Az2wJF/zklKUUpBx6NXxSKqUwnovpVjOd5JEMEYjI5BSNJshxYUX7cDTnvZUGKsZKw8C0zwCzg0bNlDXwGXeJWTdMLMBSinEXKTVWg2VahWW4D5mDIzWEB0pcwn0JiYnCYlrEKAn61rqsoy9si2+zkspxVs+o6TIGLiU7UabKKVyP0bLzlU+KlU5JQFM5CBiHOaXgcMnFBLjQrksY4zbXA/dBOhx3lMnRepxbB5gSkDqAOTqBOFAP8rQ66cg1+PaTrG8FKK10suBdRjG0Lyvfa6nWqWKLF7hfEVA2GI+RML1ilCdqzCcs37zU3S7Br884tuZHw7w29nHg9X2cOySfjt9FPuFFBEoIlBE4NxFgGBm7QTWKPhZ9ej8p+NZq6e8MLsJgnjyGgKklw7bySOfeaF8bD/1yCemsX21wZGDh3H5vT36ua69Q7gdo/0/BVesMq972NvCik9+BqNfS3GmzqVP/y5xkEK7d+3DAHYReIn/d92Fzgt/DNvf+7M49T12VD1ImjgCv2af9nQMTtSdwD4SupvfwvZ5HH4VN+Mw9o06wOb5I7FSL30welfI47C0KYDw5n3n59DwXd8D3PHet+PGz/01rnkvMDxhlzf/hj5WT86N9kVoKvaB71p9/PrXMDy1h898ij6Pzpd09l24+oXTwOxqrFdP9Z0aN3Dbp/6JisP4/SzeeZdcHga2bJLMIK5vP4RLn0I7LCne918EBPB995OfmAO+Vqd7/xl+EFriVuJB6FXh0rc/At9iD5qbczEhG3BJRYZlsrkmP4CGyoVkANxfQ+rNKiyRa9HLwJdsxikJN+YJN/O5pAQbKkGyKjFW/2QxN8egcEPPTlLuT0dF+hKbYlsrjaEYbWC0zUVrB5r5oShoADREUUpBqVOCkZf4P5SMcC5jxyJI2V6goQhtZXlqaMeuI1IuwjbURS4cS5ZBYimilKJ/OhelWMdBsTb/TNMMQ0mSDBkBAIOB3A590hyb43hwrU9QV+ffF1sxRniV0dduJ0Qcp8hW/dOw0AR0yAzANEk0eqQKvU4M8jLCJfqYuQh7GcFBFyvNHrLUornczdM0sVCMa5xFaBPOyYk85ShoSmYyyCOX5AuEbV3m2Tf1+nEPxjWQ1PoWhsAvsxkkrwn+FCUEIQRthCom4Ohjmba7hH2x1vCrVTgElLFSmCNoS4xFQt+N6xMwdiEn+4zjE0FZxs+j+LC2RAhVIdisIwhWxavCt4QsmQWXGuTkG5cW2JBjy1iWcPxRLlEUod8Lc1FQSAS+EOAtLy0zHyPwffgUS198b5AvByUI8JL1IqDKcRw4BFtyDb5knkFboO8p50YkIazR+ZxYONal3xYe51JOpGmO12gNrQzFgVIUOByfC6NFPJZZABqQ+c3M6deskbdSGpqitIJSGkopKb6HZFm+sEAVrrsECYOkVEb9FGNjdUxMjNNHh+UJtmzdih/9sR/D0576VDz96U/H9z77+3D591+O76fI9Y4LduD7vvd78b0UKf/O73wqtp23DePjYyx/Np74pCfi2c9+Np77vOfhUY9+dB5L+RmQ8p4ARTy8pygo0H9+Si7jvZDECdd3gpQ/Q6RMKUApfgB5qpTKU6y+lFKruQcuiQjd+lxzC6qOWw5V8Ps3H8GdB07yHouQxjEM72HPGnicShHN8Q8E4EJfk5i3SETKF4aaME8h6ntAWkGWluGYAL5bQbUcoJaLj8funMaO8zfg4sddgC07pmHGMiR2nkYfWe9Tp9jkF2J8+2QY1QeqvwdTP8OxS/rt9EvsF1JEoIhAEYFzF4Eh9JETaCPg514dIkR6xV24ere0oeSnvO61wdepvL/tfZ3upJrQ6qah/3n6GlyKJ+E6yf8ycA2B3PA0naivL6OxYxx2rxe/VZu0+67vESBGgOqdnwPCy1/2XAg3HUDHffjsLZ/CHRAdAsMc0An0+1l8fT+G3q3T1+534TWfkPp/wms4plFwmUO6UXgramfK9k25j2cWA2eMXb47kSBRTjfmMPETv4pdV7wLZz3JeE+D31hJoc19tOxxHr6B0A/foRUj+3ZEIONmU+wqdWpjPFqmoKBZJ+ma8BpSrlmimOO1UoolCqC9DEwoo+8UGfey8bqSKsIXNiUTAffCwmNykTxoN7eZphA4MBSQUmjtIBdlqTYQrQy00TB6IEop1q3KqEPMK/FfRGnpAhkdyEU6zoGK5kBYx3LwWuf9GCgCnIFo5gci/Rpt2a+FZipgyBAOidAFSExzgURHAWwpYsTXVXEIgATkWaaGY5O875dQCioYq4/B0m57pQuP4MvzA3hegGqljlq1AY95w3rxM4lS9LohFKGDhgOtXHjyvX1OGYCLLHVgCQxcuaaO79Ug8C+JNMIoZuwTkCUhTKP85F5MSqYJ54ynYQTemTSHeXJiT6CeV3ZhAyevK9fLEF1JncCi1W/BrXjoJj041OtEXbhlD2FGhOd7WGi10GGfNggAx0VMDxPGJmG8Y8ZdJChVYayPxtg0glIDLkGH1h6sDWAMwV9iEPZShN2YcC6DShSyUUkzSNi1Uhy3hUdgVy6XUa1UCU6cvCwmpInph2LfRhvGjDa4lg3BjIhD32ROlVIQOBgR3Ii+QCuRMCTMYT8u4Z21HjTEhoiFUZb+ZIQ9Kf1LGP8MWmn2pJgaACKWqYU13ppo7dBvzfKBaGWhqJtxfWbsK8tS5ILBK8syXnOsg8tTn0rKMiimRiukacK6oQxspLy/oADHMXjBD/8wBKgZa/H4xz8h/56tu/g/u//yL/+CSy+9FJd+16U4dPgw/vnTn+b/RG/H+eefj61btlDvSQSuAZ71rGfmdV+94w7s+o7vIGhNECcRLO1Zh2NS7GgdUXRAQfNTQ+bAaAtjDLTRYCHAD6WoRQFfSg3ySg1SFj3gb5MBkTL4xOe+hvfeOoe9KzUYp4RI7j9CY6lHxHkhvMtCwHJNi2iGX0TFGRTzMesj1seUsAu0V1IsLYQ4frSFwwd7OHBXC3ft7eNOyr69HdzxpUUcOngCx+aOI7QdPOm7d+KS73/CAz7+R0yHj/BHSE89avyImfFioEUEHlYRKAbzwEQg/962r9PV7JZNuPlTw0d37135lL3N2IlP4Za103CHcLucEmPze9g7yIqRE3ZUwZk6cpJPygGx+wHckH+v4KDktM/Z5+JDBJbYfwg480Qg+5FTd8A0/y34T4PHVE9rPHIhpxHfPhzzf2B3DtlYP/2U/ATizfljvCdw4wfkJNx34Ydf92trjxAPHosF5BdufOiFQP69h2u2aOPM99n6evxrsOctqycWBWgKhPvMX+PGIwN/Lj4jZmeaXe96ACP/KX8Ud1D/H7jxz07gyJ/9NQTmyXf/vet7BjXF5/0bgU/92+dxy2f+Ha952YtQq5TvX+MPMmv6QeZP4c5DJAJKndogK6VySCDQgvtpGEKqU8PIYLSGJiRIkhSik4MBKlqCkFN6Z+YyZIQLuYD5EclP+BEuSCrwjuwCImdakL6GQq7BarWuGG1gzECUEh2qfd236N0HyR0b6mlaNasi+VOilIJSA6HC2psl9E2viVIsyUVTX8RAwcBah6DFI9xRkEdDFxYWsLy8jEOHDuLEieOYO3kS8/PzOMn05Mk5tFrtHMxl9M8h/CuXanAImaqVBioEYnJdLtdy264bwPfLrPfhEESMjU/DEkq5vg+BVjQB4xJIaYIHC7glB6VaCdo36BHSeRUfcpIPJBc+88rRcAIXkl9oziMlrQjTPlLSizDrwxAKdgn1rGdox0fANn4lQC/uQRMmOYGHiPOvuH68UkDbolfDRgKjiakZUInrUWNxsYkyYaZH37V2kcgJS+UgIPwslSpwOV4Q6gnk68tpxZ6c0Ouj0+5CvktuZaWNNuPUaraYdtDv9WGtS3EQJwkCglTX5dgYgDhOBmubazwjSItJX5RSua7WGpp5SR3CKtd14ToujLbo9yMI6JP2HBIhWQbNco92XYo2BjnYW20PzggIWHPhvAMWSlEkza81BjcDUyhgVRL6NZCEsUkxfAngG+ZHU6UUlNIEeyklgdaGaQrFscj9Kyf5Mt5UvW4P5XIJFYJPjxD0P/79szhy5AjX3hKOHpN/VWaEmyGWlpZwmIAvJuRst1u48KIL8ZjHPBZf+vKX6E+Gk3Mn2WYZk1NTUApcgxX0ez1E8szpqGNny7ORUoptKVD30NL0+x6F56BgvNzAbLWMlz3jInzi56bwr6+r4LO/MIkv//Qk/vVHPNx2pcKnKP/wXOATzwFufrbG3363wt88A/jr7wb+5pnMM/17/uPvk98H/CN1/uWFGp/7cQe3/1cfR99YxfFrfTR/tYLW2z2Ev+kh+d0SOu8dQ+v901h63wyO/j/2+2bg829zz0EEii4fRhEohlJEoIhAEYEiAt9QBJ6Eq19xeHAS7IoX4Ro8HZd/vfZPeQ1uOu+PMPzlFrtOA1VnszeNq3756dj9ihettvsUwH835F2dae8D5+N6eZw0r1z9oM678Kurbenn/k24OK+i3d/+RWDtkVrapz+jvzhj1ys+hSte8iSAoO/6Z34Kz+M4c9/pwnCsl77+t3HFJ392zf7oqbi8G/nIT7DR/hXy2C5w+VvkdN+g/8tBQHbF4LHWy9/yGgy+01YanSmHBlBz32EcObNq9HrdvqjAOOTfmXfXBwbjeMunsHzzH+FmfBfyR3Cp8g29h/ZG+tudG/jU2pqQ04IXv6L4zr08LPfTxymw9yMPe7AnIZMdoKSFFBH4hiKglIJWmttolQsyQESuBGTwClAsFNGEf9SXE3cxgUCSEdYpqrOMOTC3vlCPO/971KVpQtAwkIz2ch3qDm1lkqecaVeK1hMQXAxEcwj0lSOi5yCzYd+Dt1xDPkSYyX87JSLIMZoUMUvoDxKmGZTi4PjOwBdTfq6+eSFGc9EsM7koaMgjhQmBUByHHA4hCgBqQylFMVAEPqA3waYHAAAQAElEQVReGCUESxklRZIwjVOQJbGNglYGURSj2+/B9bwcumijUK1VMDbeQEAQ5rguHNeB63rwCKc0YVVK6BWGtBuBcEkh43Wvl6BLSVLD0AS5OG4F9cYU2t0QvSgFCHFjBlSGowns5GRelMXox300O8swrkaYhlCOAqxCmEQQGBdnCduHWG410ZLfpttroUNpdZv00aH9ZThelqfWUzixcBTapgjKHvySS/EYjwwVjktsceDU7WDvvn1YbrfRpLilMvv3kcJAGZdt63DcEmPpoB+mCPsp0ljBKBeeW0bgleE5AaUEn9clr0J4V2a+BMv2aQzCpghJzHYSd86DQDkBXVZOmFGU1hBJGRqFwVoCgxMEZYiU6JPiHMm8RWyfELhpbeBwDgQ2em4A0QcUxEaWMqVOygkWXaV4nYnxjCoiQJxGBKwUxlaAG7gGoajDNMtF8tRlHow7JxeKcwbaRN4Ju0SW/0H+UizQzGkopQFKSl2lWA7AGI1Op43HX3IJrrzyh/JHaf/js5/l+AK0VlqYnJxgfSf3KY4inJw7iV6vi8suezqufP6VqFTKuPXWT6HZXMERwr7bv3J7Dpx/9Ed+FJc94xn47H/8B2ICwJBtjTEQGAr6K/e0pEopegEopaCANUk5FgH5coJQ8hwQ5JW3k8yqnHm9WlwkRQSKCBQRKCJQRKCIQBGB+xiBJ+G63feESrMv/DVc9xQxwXo56SXZXE5di448ginyoRc+F9et/oKMS18v8CpXzj9Gr0fb7BF9grMPSUrN0bpRewLXPrRbHnkVeQ37OWV/tM2e0/ykwdW3nCITH0U+9PrXYNgfwLGs2aVt+nGavZFHbE8rp43r1voSSMe2Qztr5audy/iGdavpIK5Sf3r/p8qljrLaNv+lHkNfT7O/2vewbFVfxjmUUZunjYFj+9mflFOCp8/9IFbDslX7jAu9wXAeBv7wkmtk2I+kUn56H38KKcvbFh/fcgQOHTuxemLvR9DgvvFbNvgQMMDd20PAy8LFB00EZHOslIJSCi5BkYImLOCnMtAiUCAdgCLUowpTQABMRMySatZZjdQoYjECliTmHjwD+Clt7iECMtYkYbVICvIFispF+gBt50IIkFI/5bWIJpgYividb/yTBKOpQJOEECUeSib+ZvQ5RUp7MoCUNnNwQIAg4EBEmRhR1gJsSGzSpT4l6QGKPnLsmmMVP8U/ugER8JVBcbQDUSwcShD48D0XrrWwWudjM7ShlEJMmBQRpiUpYIwDrR04ro+gXIU2LvyggjjO0O/HcFluCQIdayCwx3UtYUsb1jEwjgZ0hphAqBuGBGwxdRR8v4LxsWmM1adoI4WxPu1U4Hk1lGtTBHJjbFeGG4wh0wEy5YJsCplxoKxFphUU5zUSAmaAVNEuZ7ifdOGWHHTDDpzAg3YsFpaW0On12G+CVqeFUiVgnCVmKaFbl+NJWb6A2a2T2Hb+Rji+Rrnqsm2KOOvB5XWUdlEfqyJOwtyOwEQBx9bzCBZjWM8nXOwSLGZotjoIGRuPMfL8MmPGMVUbBJ4TKJUa7M+H1i4cwxQuVGqRRgpZYpgCWjlwHA+eG6DGdnLqj8sACeek1e4gCiP0e31obVCvNVAuVWi3zGsHDJTwKPS6fbToh/xCj4gQ1eUcGetAUs8LoKAJwCII8LPWg9Eu+/TB3mGpZwx9EsBGzQwpMpMg5fpLdcR8jMySPFrGUDOPENmqxEmfsY1oJybETGFVloumhuaa5mVuMWOGDBIiYIn0m6Ucf6qhtIMM0kJxTEzTFF/84hfwR3/0R7jzzjuxf/9+/POn/wUf+chNef4Tt3wC//APt+Tgrs819tc33YSbPvIR3PKJj+P48WP4f//v3Th69Cj+5m/+Gjf/3d9BQN4HP/hB/NuePfjHf/gHfOKWW+ByHhWQ95eyP6U1tFJQapAaQj+l5Pp0GdzrBhqKsc9yyXgPiyjFMtqU/KiwqHgXESgiUESgiEARgSICRQSKCBQRKCLwQEbgAehr84Zp/MIrX4pHCtiTkGr5KKSIwDcaAaUUt9AigFIK8lJKDfLcV8s1d9dMBhdKrdZBERYMapiFbNSphDRNCEIGunJ9upytHFBKQcvmn2K0JsQwa4J7vMTOPSUlABiKUgM/FW0ppe5hYViglIJD8CLwwWgLa12Kw/EMQEwSpzmskTSRRzYp0ja3u2o7IWjMhWOXR4wTApyEvsSkeBH1RaRMEe4Yx4HrB/CDMhzXgzYOojhGr99Hp9tFP4ogp53ylJBNfhNnlxBteWWFcK2H5WaTIIxwx3ERBFU4TsB4W3h+Ddr6iBINaAelch0Z00q9Aa9Uhl+pEGKmcCs+tKux0qEdnRAoZej0Ce18B345ABQI6kqI0oiwM0FQ8pBmcZ5agsaU5SutJmIBuhyjJRR0CXF83+N6YKziEHHcR7uzgpT+z8+dwOLiPJpL81hpLrKuhywNkWURYVkrT8fGa9g4O4VarQLHdVCrC/BL2H8GP+D4FGGUNgR+KfqMqbJeDvocrwyHoM+vNlBtTALGg+NVYJwStAlgbABrSwiCOlPmWVYq1ZgvEeQlHKrDvA/X8ekroJUlDARFsT5GFKaIKVmi4bDPMiFsiXDRJ8jzOYdKGZa7HBN95TzLXJY4rwHF5dwqpQEoyPw6rsu5DeUSkayXNGG7iHAxQSqAjutQgX0zphkjyew6b1nzUryaii6FraTwXkRxbAaAhqJPxjjsO0G318WXvvQlfO5zn8cX/vMLOH7iBO6446v4z//8IubnFnCMEK8vX8pI/46fOJbrH7j7AD7zmc/keRpEl2u23W4RwjZpM2bb/8Q+gsKEY4y5rrXWnGN6SD8zilKK82LyEebXOP2l5JIffDOnoPgpb6UUlDolUlZIEYEiAkUEiggUESgi8NCIQOFlEYEiAkUEvpUIBNxvfivtH2pt9UPN4cLfcxsBpQjnuNnOvWA+T6G4C2cuLx+pZ5FUyGY9jELCpzDfyOfFqx9xHDGXwRBgKUU7vPpG3lma5qBDoEDCvECBoZxuh2BDpcA9JDvVnmBBYJ3Ag1xw9lcisIjQg6wF7JYwR6ALgQuhnoAaa10OXRECCQjymHowhCOaoGsoxrHIhaArpr1c2F4ZC4eQR8Q6HvN+LlAGuQ51e/2QoKSf/zbZmE5kxB6KQEREQ1PfhXVcwrUyBC5JvlqrA4qAJjGsr8AQYDlumfBI0VaKOLWA8eH5VcIwoNXvoUNI0w67WFxZRDfuQL4TL0IoZuAEFsYbSMq4pipBZjLId+dFBHHlWhlKZ9BWQR4NLpd9uJ5Bv9+FzLs8rimAJ5PHRcG2GMDAUslD4Ls4fuwwjFG5LMyfIBAiqOw2Ge8+IeAyTs4dJbRc4MhjzMxMcqy0T9josW2CNPe9G4boExYtEG5GXJ+tbj8/sdhjDMNUITUO6hPT8AjgqvUJlGsNNMZnUKmNwwtqBKKMeb5EGbcYyFJNeJeh2wmhCfVUZuC5PpKYZe0+0kSxPoXKGBftMDVor3QIJHuQk3nkXdTJIJDPsu8sU7QJjgkA87KuoihGq91GQuVUiinKGI4ogzYGjuvCcs0YbTBcp0opavG9mnC18+Ls7wxfT0Pa0jeqKWj6DM5ZArm3atUadj7qUdixYwcqzGulERCmavGHdmMCS7kvlVYIfB9btmzGU5/6VLz4xS/Gs575LGzevBmdTjeXSlCFI+CaohSdzzKMj43h6Zddhpe85MX4/u//fmzcsCH/2eFy3EopKKz3UixXrFBMmay+lVJ5Tmudp8VHEYEiAg/LCBSDKiJQRKCIQBGBIgJFBIoIPOIjUOx4HvFL4NsfANm8e4RVIpIf7VETCIDbcYEUmjBAKQUBAwLZMPJKBXTkkhCCjFSMZgkGkjQlKBlITGg0lJR5EI/kolIola0J2G4oSilorSHAQrCA+KKgYLSG2B5KGEUELC48L4DvBnCsC8e4cB0P/S7hFyGQ75UIfUAokuYiJ69igqZc6Cc7QsK+Q8IQbRxYtvX8ElzaA8FRRGDUD2OCtxCSGur0owS9foSUIMgQDgbsIygFBFE+gkqZNizBVI3XZYjNDIa4RaO50iYIW0FKgFcuT7GPOoJgDAuLXWhdwcbZC6mTMV9j11VEqYGcbutynBMz1C97ML5BuVHKxa96sIR7lbEKjs0fY1k5/4UXgQC8wKUN4MTcMcwtnsTyygKWludof5Fx6EGbDI6r6QOFsA8qBgQMZjHa7WXESQ+HDu/nmDv0tw/HAdskUDqkXp/lTcKvBQJDj7odXrcwt3CMbZdw8cXnozFew9hEHVvP24Sx6THUpxqY2byBPlbQmBlHbbIBOBoZfUg00Oy2CfwidAmgGUDI9/WlyiFqNIxjDZOTs5iY3Ih6bQKNxhSmpjZgrDGJMcLAUlCBoW6JQLRGIChzJ4/vutZDKvPXi9huDIFf5tJTkFN9IBBcXmohI1z0nQCiazjfyDQs21WqddQaY6jWx9Du9hBUK3A8FyDYSzJwPfRpJ4aAwDhOuTo1lFIA31wWhLQp5NRfJKckZfatgdJqTXAfXkpRXwymyO8FuQ/kntS8Xy+55PH4+4/9PX73//0utm3dRmsyrpjjAUpBifPqwvM9+hjihS96EW6++Wb83d/txm//9m/hve97L/7sz/4Mr33tazEzM80xxPl39bU5B0ZrPP/5z8e//uu/4m/++ib8zu/8Dv78L/4cX/jiF/HKV/5XpITvCUXgp2EsMvo2vKUZAWj+UYo5Cp3i2smglFoTranBPpQ6VSZ6hRQRKCJQRKCIQBGBIgJFBIoIFBEoIlBE4KEeAf1QH0Dh/wMfgYxASnpV8iGylgE30iBOyDD6Eiggm3IRyY/WjeYFSKRpQoZhchmtU9yw58INPEb742ZdNvoi2pjRJnC0XRNNuAFCvVyECKzlM/alKat90sIQJA7HyaL8rbXGUDZMb8TGjZtQLlVgrcP2Fp4bwLE+ykGVeR9GO4Q6JQKP8kBKTMsDCYKA7Sxcz0NAOKeNhTZOLhkHaB0XE1PTuODCi3DhRTtRlVN32qJcrqExNol6Yxw+QYrn+3Apop9J5AkuPD9AGBG2MFbWuhAANNAtQeBUKRiDNWVkmYtKeQLVyiQct4ot2y5CqToBR0AV4RXo09jkJBKCt83nbUR9ogrlZOCw4BDsOYFBSBBXqZex0JyHcRShYB/yaK18H56xGmCsjdGwzE9MjqNcLhHoROj3O4SUbVhCNqUypopAyMHU9ATiJEIQeFA6JaTqAUzlMd9ur42FhZNQnDtrgZMnj2JpeYFwr4N2axlR1MNXvvJFCEycXzyOftRh7yHKBJG9qEV41wJMjHZ/BYmOoVwADlBpVNBLe4gIGfvyPX5KwTKG8phuAovlVg/HTszj6LGTWFpsIuzH8BwPIcGdJpCLeS35XrfP4SoIRxboWuFcVasNRGECw6DJdb3eQK1Wz8UnmE0T9mVcCPwzxiGQAuMSotfrr94MJwAAEABJREFUo9fvoVqvwVgHCV2NCLaUNjCKwrWumbdMlVZslzKuCec0g1xrQx3WZ2wn9x2TtfeZ63qtYp2M3OoKCtKXUuwnSWGtheNwAhRgCA4dx8nr5d4Ow4jjDXN/XvYTP4Gff93PY2JiCnfcfif+7d/+HUePHieA3Ymf/MmfxPd+7/dBKYUg8DE5PoGffMVP4s1vfjMaBJt33bUfX/jCF7H3a3fmpx7f9ra34edf/3qMjzXguAadbgcK8uIn5wD5FfOS0iZGXkop+qfxYHi94e8URuUXPqZwzd+zjOkb/s7ijTe7eONuB794s8Ivs+yXd1fxP2728T9Yd+3HDK79mGW5c5r80sdc/OLfexRnVSxTsyqW/ZnT5I03W/wS+xB5MMSk8KGIQBGBIgJFBIoIFBEoIlBEoIjAOYvAw6jjB8eO52EU0If7UJRSUOoMwci11lBKnRaGLEvzzb5s/gWcnVY5cqHVoK3oSJtTVQpGm4EQWmDklZE+ZGmKXNjPSNWpPqU+rxPUcYYQLCVpgsGJvAEcISODiGiO2jNa0wcRA/kFCb1emJ+iEvDhEvYY5SDsiw2FOM7Q64aIogRRGOfSJ7DpdDoYlR4BThhFBDnhmqTs2HE9WAI+sR0TqIgI5OmyTzmF12r30BF7vS7TLtv2KH30wxBgHPuELCkNubThEVTVCQM9wkdNohX2M1jjE0I2MDkxm59Mq1bGCRNnYb0yMo5jpdNDuV4n2GoxraI+USEEI0gsGZYtIE77aLYWCfN6WFg6Cde3SLKQgKlPvzl+AjrPd+ERXnq+B8N5i+ib47qoVisoEfI1GnXUmC9XSvCp4xAYuRRjFDSlUikT5FhEhHblkp+DnRphl3UMMuIuz7PwAwelEu1bwFrpt884tNg+5fz3OD/LWFg8ipXWSfp9Av24hXZvCakKcfTEIeZXML98El7FgcOxeRUPK70OUm3hlWoYn9yI8akN8PwKXMK4MoGd5/gQqJcxvr4XQCvDeFoYpioFGAioTEFO7sUEe471uD4110aMHoFgRPAqAhj4XgVporgmegi5TpKYBgirrOPQTIKYQI8dYMOGWZQrFXgEYSKyLuQkW17P9aK4NgH2SZ+0UvTHMAZaihgH2sQ3/lJKQSkR2gFTaCj2w1sOKT/iOKHv9DGOkfIekzpjDMT3DRs2EM59AX/1Vx/Be97zXvy3//Zq/PR/vRq/+MZfwvve+z589KO7CfqOEFLXuWZ7eMxjHo0Xv/hHsXnLJvz5n/85Xv/6a/CqV/0MXvva1+EP//CPCAADvPQlL8Z3P/O7YQmKwfnPR8Q4g74hT3HqpVSeV0pBKQVNv0XwIHspzp3h9KhUA5z3DCofSkKfYwVEOkFkALl+kLleuFNE4KETgVuvxUs/cOSh42/haRGBIgIPyggUThURKCJQRODBHgHuKB7sLhb+PVgjIPvpjM7lKTeiecpreUs5CACGopjPhfBBEVaJgGmaJlTPoJTiBpxGQMm4z6WQFxAaMM/NLyBLlcINMDLudvNUI0uVmFmVDPLdb0QOOFOy3K60EyEJyoZiIHBGgIhs/rXRMEblQh7AjXbGrhWUMUhpQ2kH2rgETinarS533RrkWNBgubIQkONYH0Y7sNQD/ZRHKcM4RJR/v6AinHDgELppbUGjEEgC2i6Vy/lJLTcIEDI2S80VHDtxEidOnCD4iQiGetDWIslS9PpdxiZBQpsZAVBEmBdHKQLCIoGKAlkc1yM0ipHGPv2so7sSoNe2SBP66ZRQqlZRH68hUX2cXDqMg8e+iqXWEcwtHUSUtAhd2nAIzDrtZcgpubvu+iqiuEtg1mT/TbocUqJVSVjeRq/XZlxW0O12YJRC1O9zjBlCQkmBnH1Cw4xrICHg6ra7OHH8BBbmFrG81IS1DlrtDtv20WZdc6VJH/ooVSpYXF5iP7QXhUg43mHMep0u+t0uVprLaHeW0e+30VpZRGv1l3DIdRR1ERMQxlEbMccF1eG0tOH4ESIsY6F5BCcXjkJO9C11FjG3uMC+DFboS59wLk4s57KKqj+FMW8KThIg7GTQqUXEcSWcg4TzmyUhoV4CYU9KZ1BKMX4uOu0+10jGtWo4D4ptI5jMQRqD8YzBWwNaa7iElo6cZNQxx9iHNQpZfhOANtrIuCZknQqMVqxzPBeu61I3QUIoKPHT2nCMCVKuEcgrkw9wHWuKzQV6kGbK0keOjeOwFMN7woELqwaiQH+hAIp8St+G9rXSMMrAtRZyDfZhjJTJGGNUCG6v+fnX42VXvQx/+Rcfwf99xzvx6ds+g9u/cgduueUf8c53/RY+/olb8Jwf/EG89KqXcH4DPPm/fAd27LggB4LveMev5/Dv85//Ij796X/G9ddfj3/45CcxOTWBSy/9zhwOW2NBt8AQU9RpklfQJ/FLYosH0UvRl9OEfprUwEDBIuWaiqFlUMblHDrIfzNy3kA+2PibekvbU6KUYm8D+abMPZQbHbwRL921C7tW5dpbRwdzBDe+6UYc4Z8bX7ILo3VHPnAtbjw4qntm/jZcu2pz10vEhtSPlO166Wntj3zgpWs+7BqpO618zQ79esmugf6bbhPDudz2ptWylwz7A9bKxJezlX+9/gjChvEZ9S3vdO2DPr3pVL9rxcPMvcZ5qLROynbXfl0Ix75fcno817E0UkT9j+/E9S+bHSn7elm2ubfx3VvzgzdyjZ3h31pMR8o51rW1OJzXNb3Vud11LYYzfmptnCpbm++RucaIjVGgua7uvY2jqCsiUESgiEARgSICRQQechHQDzmPC4cfVBEQoDd0KFvN5Cl31ZKKWG3gcjM+FIegTMQyzTfp3GqmBDYZ20Be3HyCZUPJmM/Y0VAG5bJ0NTRBhTUOhqKtgXYGQq6GoQAa4BZ6IJIfFVYN3xkBhQjJQCqpApTWMMYyNXIBpQg1rIeEYFGz/yTOCFfoJaGjy3KwPE2AmMAlIdmTtkGpBN8vwWhu2FNAKwM59eW5fv6Ip0dI0ycIk8cx5fHkkBBLTvUJyOl22oR7fWQENr7volwpYXy8gaDkYdPmWRjSpDKBSrVWh7CggP1I32FfQEuD/TQIhnykSRnl0gTGxiZRqzcwNT2NXtjB4socDp/Yj3kCPseLCVsAz89oq4sk6aLdWsKJY4fR7bYg34kXRR3ELO/3W4gJ+1z57rq4j3qtkvs1Pj4GgY39Xp/6HYKpDlZWWvTDJ3wLYTQxBuMiMahV63AdB9VKFc3lJtqtNvvN4HoerOOi0+uh1WrBcV1EUcTYy7wp2unzOia1yvL2FcYESOHIo8F99tlpYqW5gDYhX5/AEVkMzgj7TggMVwjVWggqGo6XIlU9OIHOTyG2uiscf5lwNUbENSmwUQCfUi42zmwjgAlQYwxLXp2riWsgUgR6Fpo1Mucq1ej3YkqEjOvAaA+VEuNPeJYkCo7x4bsl+ISrMj/guvY4Vi4x+ruIheUTWGktos8xRGEfIddEt9PB4sICEjkhl6TQVDZcj3mMCNiU0pAyLtc8dpnA0ziBQFBZMxkUAM2uTgkXM0QUR6FXxXD9St7wWkTRN6y+FG1opYEUsNpyLaV5X67jwPI+zrjwQvqrkKFRq+FRO3fi5f/fy/HEJzyR89+DUobrboLjirCwsIRdT/4veMlLrsKjH/NYBITZF118IddzgN27d2P//n0QUAkorrku47GSf/eerPHzz9+OWr3OsaWsVaKCwYt5lgzyQEbfM7nIPyTzIBHxJxf6w1ROgOrERdopIVyeQLi4BZ0TmxHOb0LcnIFlnckyrrGUDb65t2JoRiW3wrKRcOVFj5iP57wLe/bsodyEne8+BUpw8BbcvuNZmJVA7LgcGK2TsnuRIx/YjZ1/KTb34KbLd+OGHBpeiuvyfqT8atz+ngGmEUhzDa5n/1Iu8iFctUWM34Ybbr4CNw3bfPiq3JcjH7gGt79K9Gh7xw0D6EiAc8OOmwY2XnU7rlkDYhfjtat+7Dlb+V9egds/KafY1u9PPLn41au299DvN9wLxBPle8htuPYNwPXDcTC97rJ7KH3zBfk8bV8dw1nMEJzdmM+B1M/iqrcOYilX31Zhvy/l2K9+9faRbhiPd+9cnddT8bztPbtxxXCunr17MK+XXTeYU8Zsz1++Fhc/5wpcKpZo95q9V6/WXTcoW3cNEEoSZA7W0E244uYbBnBwXV0xXEgRgSICRQSKCBQRKCLwcIqAfjgNphjLAxMBpRSUUjDaQDb8Sg2uBTAoPcjjHLyyb7ZPxZYiBBMDE4p0gAIKq7i3ZrHieB1ChQyaYCUhZJFyrQh2KBAwoh1CCZewyYMAtqBUzi2GYQiBdoqkUSCkpFE/geRdxyPs8RlHAwEnipBEiwDQ7KAaBAg8B4Frc8mSPjRBFS/hORaHDx9Ct9dBr98jRGnBI/w7fuIk4kij0ZjhdQUCFeMkxtTMOOrjFUxMNQi1NO742pdw5NjdaLeX4AcWZGmYXzyG5soCYeIKjhy5C6WSAhDRV4MsSQibeuh1O0gJmqKwh3arSd0ujh8/gpR9zM/NoUSfJycmMD09g8nJKVTKVdQJfARUxWy3vLRMew5AALO4uERAmBD6hBDIw84IZjIIWLXW4ThiyIk/Bc029NG68AhEXcYtJSCUsQn8azWb6PW64FKkzz4qpQCNeg2VShlRv4so6ue+9ggoI0KoJA5px2F5iC1bNiFNQ7Tby5gYr9FGnJ9UrFR9+CUH5bKHVCVQjkZtYpx5C2NKBHVVOKoOBw2YTGQMrp5AYCfhqAZxH22lPtLYwveoa0scq0KnFTIFZI0IsFxeXkSn0yK09TFN++ONKqoCa8tltnNgFKCVZn8WVmv2bbkOkxx6dgj+LNeBxM5o1lF8+Q5GSx+Z19pQ3+CbeSmlGAu9KrTB+RracQlbxac+4SMnjHOZ0Vc/X/9aW9Ry0Jzl0DYiqHboY4vgVinFOakQ9I2hWq3C9wOIfsK5ZG+w9FvmngbZFWOusny9jY+NodPucp1EEIjq+yXWZwORZ6Gpx4v8rRQtKdBvfiDLU81YKCXXeJC86EvqIosrcNJp3PmFPv7iAyfwO792AL/3a/vwvl+9C//0Vydg+zWodgVJewxxdwJJr05pAAnXVb+ClJKFFWS9GnXGEXfGkYY1lteQsRxxMKjrVtnGWR17xqgMIrxa8MhNduzEEMMc+eTt2PnMHO0xHjtx9auAG9agGYvyN+HJOqfGZs8D3pnDuyO45ebtuOJMmHVwH/attpf6q9c9RbYdO7Ebt5xxQnDf3lP2Zs/bjn37j+DIfuCKoa/bdwJ7B9bzLkY+tp83O3J1Znb9/s7Uwo7tOWS8R/nZCm7djX2Xr0LS03QkdsMTaS8dOcl426lTj2/YfVqL9S7yeXrl1di59xYcGSrceiOufdPgNOS1t9Le89+Jd76OfeUn2tjvm4aAknVyqlFkWPeSU4BXwOvoic2B+ZE2ayfpaHOddYAtV+FDhLLDNRTW4UMAABAASURBVJW359xjLR4S89tX18J2bN+Sa+QfMq95ZvVDxnnFK3O0h9H8avVZ1sAs1/M7B3CZEHT3jgEcPHIf18vQdpEWESgiUESgiEARgSIC5ygC32K3+ltsXzR/hEZAKQWlVT76NEvzNP/I5FPKKcxncoqIICwmGDpTkrwsZoMM2himbMPPwVvyozIolU+lNLRSuWQEYAnti6S0JzaHopSCUgOBwlledBIiKeslFUW5LTSbSD+W/VjCHyCJqUNAB0KOwZCpowzrHWgI/ALke9ZyXzhugR8CtSqlSg78pE0aZbDGI6hxodlWQEUcJQRQEQJCq5J8hxt7VhxTGsVQBH1pFKFPiNNaXka31UK33cby4jJBW0i7Pjy3BKXog/GhjUdINI7JiW3QKBOGKMQEJzMbp3Ow55Us7j6yD4eO7oMyMYybodVdQpR0cZSgr1R2CPkyJOghoG4Udwi9Fjl++tDvwPccGI1cSoGPOgGaACfXcRDHMRLOwaFDh9HtdAkHj+RpRP879N9xXWhCFpF2uwP5nsNKpYJSqQTPc9EhNJQyIKPffcjaCQhxPM8nuOtzfnSeagIrpSzkl4YI+DPGwiNQFDBktGY7et/rYYXAL4kjAiMDoxSBH+NEKzFhU5d9rawssasEi4vzMAZoEKq1W8sgHYHrZFBZSIC2iKWVOXSiFSy05rAStuFVy3CDMjQBnzVVuKYBk1Xh6QZq5WkKgWZpnPCuSjsBSkGFtuhXAljjoFSuwHFcxithPF2MjzcwOTlGPxXntIMo7CHjYsk492un9fI1lxF09akTIuP6MtogCEqQVGKcAXBcF4aAzBCmWZdzxbzneVBaQ7EevF8kgeJVLoBa/SM5jLyG5ZLmxaJPXTBN4oRrImFWQdN2Sn/6/Qjg/TE/t4i9X7uL5Qbf+dSn4IILtkMbgNPENeVh69ZNeOxjHot2q4P//OwXCe1CHD1yAu12D0//rsswPTUFhRTGZIwTMDU1jiuu+L58bZ04PodWs4WU9weopYaSx0dKZJwa8qKbXEmZZKGUYirC5Jy+6RvdyFLDZTaBL382JNjjfPam8ZiLpvG85zwWGxt1TNhNhHozyHol/Ml7F/DXH4zwF+9bwLGvno+//+M20pUpfOXTGnv/zcc/3bSI9v7zsPv9LXz8j7v41EdWcOBzU/jMx5ownS34l5v62P2hJaj+FHhjIyGojk0KkXMainPV+Udfg8Fjp9cAr7xqFVwRyu3diWeNwBZcdh2u3nvNCIQSh2dx1Yc/tHrSTq5X5bKr8dq9r6Hd52H35VdjgGRYd+u1LCNkegNw/VuldB+IEDGAPwKIWEfQNABKYvt64A1Sdi0G5/xoY/S9fedq25HCLdtHyu7AO58v7SkfvwKnTsyNlNOXAVw8e393/MbzBn7v2o0rcr9H+vs62SP792H7elDx1hvWTiDuGTkROHrqcc+rCC/v1f5wnmbxrB27BxAr178d+3YMTkNed9mluO7XL8flv74HewjaZvP6wcdpfZ1RN9C45+dpbf5yJ27IH6GV2H3onuvgns3PKJnF9h2DoktfSVuc+3wtvu7mQeHa52244eZT63Hf3n3Yna8LzusaYFxTBkbWwKWvfC32Cdh8PuduFQ6OaJ6me1p5cVFEoIjAQyoChbNFBIoIFBFYLwLcaaxXXJQVEfj6EZBNPWSjSmCQcRudv7mXVoogg2kGBcW8Ugqa6ZkidVobAIrMIcPoS/FiVHi59qY5QD4ommDBkMwMRa6Hgvv8IrQT53P9Ya+aXVjCBZfQxSWIyRARaFjr0FfRMRyTZQsDx7ow2iF8SCGPosZhDA1FoKQhZjPGx6VOSUCVGyDwSoQ6ATV0Diliwj1HW6RM+50+5HvcSL5yG/Kdcin7VQyPZouAALBCsCQ2PKcMxwRo1KcJiDaiWp2E79cJlGoEQC76fYtqbRIzGzfBDTykOsKJxSNo9RbRJaxSToJmex5R2iFK6WFssoI466DbbxK0LWNsooq5haNICbmiuAvjAItLc+yrTiDTxPLSPP2P4RIeCaBbWlqEJUxKSSxlzHJaMQxDiDiEWQL+RE/gk0eYJ/PUJqgsl8uEdj0IMDKcS6U0FBi6DIgYE/A6IVi1jH1CUJlyukqlClzLMREqxYxPRBCaEfikhIspFYzRnKeMcaaO2KAth3SpT+jn+T7rUsiJOT9wCdt8hPl38oXsNIVjU0yNlzm2HoxNEDEmIbpoxU3Mt+fQitpQroPa2CThGqGcqcFzxlAJJmFVCVE/41zKADTtKUSMQcA+Kxyn0Qbin2ZV4HtwHctYruDkiaOEkUuMQ5tz10Ov0yYYbaPf7dFemMdGEWCVgjLXlcN2PlzrQsbdIUiVdeYw9jFhpkDSmHEA4yaBTFlpHQvD8WtjoNm5wHGJsaKC0vykaAq9XnuzlGtQUxS0kiuK0myh4RDmamMgvzhj06ZNOP/8C3DeeRdgdnYLY2vw0Y9+jOPq4r/8l1141c/8FHY+6gJYJ8WTdz0B/+1nfwZPefKTsbLcxt/+9d+h2wqx518/h/13HcTTnnopfvmXfpEw73uxbdtGfNelT8EvvvHn8V+evIvzkTDOHsYa4zksVfQFQwH9YnwgqZQBUPyT8d4TkatTgnP7Si09c7H3Dt4vyYWc9wgGFQLeSfSio3jME8eYHobRDucdOH4EePazH40nPHYj7vzcCrJOFScPxNhz6wLG3IuQtBW4SFH3Z/Dc5zwad/x7jO6xjVg+ApjIQXeljonKE3DwTq7LuAFk9tyO/1z3vvZY7gicOTjySO6If5e+8grsfs+6mG1EC7jtTdcAbyNM2rMH1+MaDGAdVQgI80eA3wZck58U246dIIhiFYgVr/ow2xBE5Zf5xyzysj3sdz2Is2/YNlcefBwcngqUy4sHj+XS5sU7tkvBqqyW07894subhmNav7+L1x7LvQ6Xrlq4r8ns6unCM/WPEPqdKjsVBwFXa+Xrwcu1SmYICN/50XfieYRiz/uNO3Dzx4fjwPpAkU1G36f1NVpxL/nT2ghEI2jjrXUvLe6t6gj27V2t33IVPiTzIcL5Og2IrnP68YrV9bWHgHH3mSdK19bAbSOPRF8PvOFanIrQar9ruqvXRVJEoIhAEYEiAkUEigg8bCKgHzYjKQbygEVAKQWlFAQSgK/B5pkZRZE3QQr31NycauQQQN+/y0zgyFDW+gb3rJQc7hBs5Ckhz3p6VBt501nCj0Hr1bxAgkxDERRkTAW+pWkGSzgClqUETEZbgjWHZQ40gQ34kjFTDQKxUvatlKLljLAjg1IaljAmIOAj+0KaKHTbIbRyEfhllEslONbQjRQu+6mWq6hRAidAYEtrohJLcKQQEyD1O4BRNbRXMsa6ikZjlkDIsJ8GAA8X7HgUZmY2wfE9dMIOjs8fRTdsoVz3sdxewNETB+GVTC718RISQrxmayl/FFWbFEvLJzmWPv2PYYymfxph2IVSGRzCoiSNcfLkSdRqNV47+eOWYRgh4Fj6UQhlFKxn8zSmrrGG8QAErqUMlgIwNjaWX4+Nj8MSGMm8VSoVGOvkEIwqMMYSrib0I4NHkGi0gSVplBNwpVI5L5NynwBNG8Mmim0zws0+fD/IfcvYnwAvsZVxkhz2BXrTbDaxsrJCHQutFefCg7WKcHMFJ+ePoR910Ou34fkaXtkgsX0srJxAjD4q9SrK1SqMceG6DpROqN9GlHQYpxa63SX63QJUyPIWkrQHmAjazZDpGJ1eE612M49nrVZFEPgolQKUyj7Hp7m+DCocX61a4/oow3M9ljkcV4geoZ/EUMoMxxxFEboElwkBp+u6HIOlP4qiIb/IRcavOD7Hct1y7Iap1pp9K3z9F3XkngDTVUm4vh/3uMfhrW99K/7gD/4AN954I2784Afxtv/zNlx00UX42N9/DO/5vfegUq7gxS9+MX70R38EF150IX7xF9+IH3zuDxKsNvF/fvVXsXfvnZxXhc98Zg/+/C/+kvHo4Ede9CK84x1vx4du/CBuuOE38cIX/TDnx6BWreA5z3kOfvAHn8v5COi2BgNJEb+YsAT0Tym5VsgTIE81x66Uwrl+Kf48ES+0SrBt6wZ86tYvwOV8NDtHuN72cc10uZaAq15+Odygy7WlMQh9D/W6yzVzCJfscnHbLYex0gLv5TKUKSFOfK65MtqLU/zZAP6MsAi7LvbfuUggv4BO/yA+c9shpGENRrlnhKG4lMceTz2SOxIPApjrd9yAa848WDWiMshuX3vEcvaZVwD7z8A/W56FK/ITW7N41uX7sPvWQauzfxJ+XTSo3b7jlP4RAjKBQLPnAbvz782jDoGfPDrL3Kn3ZVef+r61U6WD3LqA6lR/A6Vv4fOyK7D95pFHZldNzRL6rWaZnDrBuH0UQnIs+1h7tvdtH983gJcCxPbchNfu3X1PeHW2xiw/rS9en/net/eOM4twWhsBY/R39h5a91LAeGMtHqfGfarFEdz4buDUo9yD68HpyoHWaT6sxmj2bGtgzT9Za8C+g8BZdQfmi88iAkUE3p8BQ5nif4wUAhQxKGLwSF8DD9GfjNwdPUQ9L9w+5xHQSiGHBvRENqwizObvIAigtCYcSnOdvHCdD8W/T6XdmXIPVepBhBU5oCCckNRojbW2rBdwMxSpH4r4itwAlU5LwfbZGSJlHFuqkMTiP3KoYrSlniaYyxAQGpVLZZTLZYIHRxpAXhIP+W22URJx3CnrK5BHJ+XUWUxboAWlDEpBBVa70PJdfbAEdARC/RBIqUEA0G310JHfxiuP78UO0lUxCKhdgqNKSCMPLYK9Rm2WG/Yq4sjF+NgmXHD+Y/CYxz4R1gnQ6UVod7s4ePggMpXi5OIx7N3/FcBGMF6GUtWFX7ZY6SwhAX3m54mTx1CulNBqNVEmqJPTYCF9k5N4mzdtYZ9tjI9PoFqpEUR4uPvA3UAGaG3gOi4EMFnHyccv8UilUmn0Cf4ECglMk9Nmch3HCeHDMmEcsGFmAyYmpiDgzrUeYU49t69INzzPB6BQJiwy1snhls8y1/FgtGV8krxf0XUdf9AOGlkClmfQSud6MgZZmykhWBJniOMYkp+amoElRPQI0AJCwsWlBXi+wzWcodtrYak5jyPHDiLK+vAqDlq9ZcLRwyjVAkzMTMC4iuC0jTDpsZ2Fw2tDQOp5htClnV/7Ae0ZUKdPOJiwjUWcRGh32ozBIsK4jzDqESZ2CAIjRAR2nU6H8V6BPGLcXmmj26F9dxALxXiAr3xtK8Baw/iUEHBtshhhGMKwTNZen/MXRzFjkUoVY2HgOC60MZwdtSoAQw1O5UBUrsp5ZKo0FAWQQgX5rkS5zwTwPerRj8KOHTuw48Id2LptC+r1OuS7F9/xjnfg+re/HcePH8fU1CRAqFqr1wj09uJNb3oTbrrpJlQ4n+Jfh+N6z+++F//j2v/BePewceMsHv2Yx2B2dpYws4/Xv/71eM97fg8nT5zEXXdkch+pAAAQAElEQVTug+8GXPMOx2FzUdAQp3PvlHzKZQbJpmnCVOWCc/yS9alUDKg+/MoSXv6qC+GUFuB6MTyvhJI/hYMHmvizP7kZvegkrNfFf7kMcGpH4I7NY+PFbUxfEGF6R4rnvLQKO3kAE+d34UyfRGnr13D7oY/hu3+oho2PvhsXPinDcngQ3/u8cTz9cg9bdwBRssC+UxSv0QgcwS17d57+SO5I9ezLrsb2rw6R0xHcuM53rZ32iOXzb8cVL5vF6G8t3bXrebj92YNHgGdf9iFc8fFdq4+9Mn3dkBzeduq750T/VYNTc7Mvux473009Oa229+rBo7aXXYer964+Ovvunbhe+hvxGXIq8G07Vx8hlYqRx3J3vQZ4lfiyfn+i/a3JpbjubcA19Dd/5HTXSwePNtPnU+O+ATvfJj7Q05ddgdufPxjfrnfvA7fV7H69ON+G3XuvGJmn2bODUgJGyKOp+WlJmlt9z472ldfN4qpXAa9Z9XU3Ll/VPJXI/GP4SCzn9uq3XsrK9fxj8bpvxuNVt0NOG+7adWrcp9YH18bqXOfND96C4Xfl5df8OM2H1wFXy3wznvdcA5fiasLoQdx34XmMV/7LWtbVpeHiXUSgiEARgSICRQSKCDysIqDvz9EUth7eERBQIyNUarBR1loBsnHmrlqzTHODnafM93t9VmVIuaEHFJS6p4iuYbmBwnqiCRNOCaAVKAopgVC2KipJCchYnoE2AI/gZygqYSHrIVAtS+llAhBwiWSEWCJgao2Gpg8kKoRBCe1lhHkGlh0abVlGO6QeAorKpTLGGmMwhCJy6qvZXCKUCdGPQ7AhtKPgEOhYl9BEZeCbdmiD7SUmvV6IHH7Rz5npGYzVxxG4ZRgd0AOfm2+NONZIE4PAq7G8gsCdRqOyGSV3BrPTF2KithWbpi/C1Ph2bN/6OIw3tlKviqnJzZgYn4HvlwmGFNrtEMvLLcwvLmJqZprpPMo1D5Uxg6DGftBBJ2zlPodxRN2lHKoIuGs1O6hXJ7Ew14RrApQII8cbM+h1MkK9KcanAqMCeE4JJb/C1MvHuXXrdpRLFfheAAF1xgwATJwkKFWq6BHwlZl6BGguxTgu/exhcaGJbjcmyOqiFFThuQEywlWjLGQOUs6lrKU4SvL50FpDvnvNI9wr07fJiWlUy3XGDZBrlWrMTG1Aa6WFTbObIOsIjLA81tptd8DFkOtVyjVoznHUi1EhrIQyWGTMHFcAoUOwRH/KHlvGjGmXzRKcmDuObtTBQvMEjswdQDdbhlczmNk8BetbzBEMLrdWcpgpINPzPPahuAxjaGNgrIvmSgd9jqVcq8MnQHUJKkuVMoxrkWQcIwA5mee6Hiz1A86pw7FKXFymCeMRhgn9C+G6LsdehutYXvcYy3m0Wy2EUYQVpv2wzzoXWpt87UlbiWUuGQgaAe069N1DphQUgWACAiCt+JmxDKAawCggU7jllk/iJ172cvzQDz0fV1zxHLzwhS/Ej/zIC/DSl/4Y/vt/fw2+/OUv5T7J9y7ecMNv46WEIb/1rt/G8aMn8NZf+Z943vN+CH/5F3+BLsFlmsRIBbDyfm5zrt73e+/Hdz7lafjxq16Ga17/Bvz4j78c3/Os78Nv//a7cd11/xsv+bGX4jOf/jfOa5frz1kTBQ3QP0X/FOG45DM6zeGAI4BSHBceBC9Fp8QNBWhnBaZ8CNsfU8bG8zk3HuctO4Cp8yJc8l11nH+JRWqbeOqzSnDri2hsivCkyyZgq0181xUVXHAJ4DQO4pKn1lCZOYGnXe7jic8o4bFPA6Z2HMGjn+LisU+uYWr7IsqTrH9Wnfd/H0hD/qjKchFXHlGy5Sp86K0CZ0ZHTcDz1gFoGpSeeX0prtvzIeSQRKDZet+5J3bz02R7sGfPdch7IFDZs1a2ZwDlBh3g0reK3ikZfDee9HNmmTSgP/L4rtga8X3NxodP+X7pW4d+sp34tKq/pis2KPfaH/3+kMAjmvim39I3+xmM/5RPp/w4VQZGa+23CjO21+V9y5hHdcQTxmdkrFIioDQfC33OUynMhbrSf65PW28dxmi1fK2Oymw78JNz9NbrVudptA3zHx7Oy+rcnm0d0Jy8Z1923ep6kSvKWh8jY1orY78E+NQavCV2q/M2KJDP9Xxg5N66h+uN8uHh+ACJyXA8e0bsrMV+RFcsF1JEoIhAEYFvNQJF+yICRQQePBHQDx5XCk8eChE4E/CBW+dTAigMXtoYKKWhtYVSssykZh3JWLaeQPEPVkXBEhINhPZAe8M21FDMi2RMY0KCoWTcR2vqGvoyFK01JO86bg48HKapAEDR1QZWOxAQlBGepBTQiGMdONaiWq1AHknt9Qhmwh7kJFxKNBJn3CwT6mU6hXEVYFICmhjdfhdLS0sELiEU/3gEOEoZQqIEzeUVZCnog4ckzlCvTSAgzKuVxlEpj6FaYVoZg9Hc2Dt1eB7LqjNIEx/l8lQuG2e2olpqoELZsmk7FBwkicbxYycJ6hYJhyJAJ7BWY27+JCYmxyG+u57LtMvrSaRpil4/RJWQqVSq4dCho4SDFWQEJBoWM9OzhF4NIDWEagphn4BKWSwtNiHASWWGaSmHLVmi8l/0USKIqhKatQmwQEAHmZd+iiwG4n6CKEwZz4DjLed2PRsQFvroE0aWgxoyjqHX6kOAm2v9XK9WqeflRjswxgXon0eA2O9xjDCMi0JzqQXfKyPL+6T31FP0NYlSlpcoPqrVKmTOK6Uq46WR0TfH8dDt9tCjLbkGazw/QD8MIWAuJpBkoDhHFURRF56vCXNbUF6M+eZRHDh2J7pxGyu9FnqEvBMzM6iPTaBMn0sEjsZ4jBvjTHiZcY4cR+a0TIgLtNpdpPShzLW10m4RfvZhHY6R681hapmKKKXZd4IO/RQfHevBcnxaWShlkKUZsgzwCBIr1Vo+RpZAXikrIsLbNE2gCeyUUlJMyaCNhnUtwWMCzhCmZqZQqzM21JO1AXlRX+57msn7CBmPf/nnz+CfP/0v+PRt/0y5Df9022341D/din//9z04efI4QgLFmOBO4nr77V/FZz/7eZw4MYdP3fpPkNN3Ke+5PtcdkNFnF77vcu3GUPxz+PBR/O3f3Iz3ve+D2P3Rv8f+fYdZ6kC+o++Or+7F3NwCrzXiKF4T8U8pBeSC1VeKnK7T8dPHjXP2ylTMEXPUnKuU/7GQ2R4idwWNbT3sfIqD7/heB499Vg+PfmYH5z0pQWy7yGxMSZDqDsJsHmCbzLSRqhagW0ixDCiKbiLRS0hNk9KhtJHYJiLTZ7m0X4HSIX++sZnEhILiVUSgiEARgQcmAkUvRQSKCBQRKCJQRKCIwLc5AvrbbL8w/zCNgFIKmjAMULjnS7FOcxNJoQ6vgFxPdL8BIcARiAPCj5SgbShyvWaPdcO8Yh/GWJgRER+VMoQSChn3+iJiJ4oTiMRRQqjAnTbtaOoZ40BpC9n3ChQRaOAQfljHcEwKK81lQpk+wqhHN1LIb56EyRCUvfyRzTjro08AFCV92skIa3qERr28D9f1GRODaqVGW5ZAqY92u4cSQZPjBKiUG5RxCOTzvAp1PTi2xOEFUHJKzqvTtiE49NBsJ2iudOESTDWXVtBqtvPv8Gu3unBcF2HcwsLSURibIEn7cDmGlZVlyAkxgUL12jgEjLU7XSgYtFs9jI1Nol4dh9EugqDKGCiONUVEGJcQ3B0jNJRf4BARykT9CJxdJIxfj1Aupk5KSLk4t0goFyGNMpQJ2gxtKwJAhzYNHHjGh2cDlH3ajzWySMHCzVOpX5prIu6laNAP0ol8XAnhXGu5gzQGkGo4xoWARa0sBIxmLCP9gOuW8nF0uyEyAj6JrayfJAEhEMdBX5vNFVhjOX8xglIJiqMoM/4r8sgrwZlSmvFKoY1hmuUwzRqHcxIg7HYZjx56UQtR2kY/WUEva8GtaMy35rHSbaExOQFNGKws547+uG6Z8QzgOhUoePRXI8tcuCwvEWQKADSOk5+w6/Z76BMoymO6ctquJ9f9PuMfsw1g6LfHNSTz57oBWMJylYtSGob1Spl8fFUCvmqlCsd1oZQCq6mXQgBfRAAZU4AM1hr4vsc2Bn321eT67rNfGmc7+czAhmyXUXgDsSgmVEsJE0USAsM4jhFFISL63if0VopKKkO2WpexmaIDEkf5LckeoaxSCinhX0zomDA1RqMUlCBgU8Ei5nrTXBfIHBjtw3VKNGqhlUPRSDip7IEjYDHfSikM//Ayf2dyE1ODXUMTVoI6ecU5/OCSxylRg7yJEYvoBDH/g2BUEl4PJGOd6CuCurNLzHGeKQnLTolGzDgMr89hKM7SdVH80IjALK5666nTYg8NnwsviwgUESgiUESgiEARgSICD+8I6If38IrR3Z8RUEqtmVNK5RtmzVQpBdlIDwTMA4pwhfvqHP6kBAEsASDtNTfnZk1k/z0UrVinWUdRygAQ/XuKZv1Q1Gl6es2uZrmCBkQI7oy2sIQuIoapoQ0RsSN1UmaNB6Vt3iZTGqJrrYViXk5RiakoidAjwBB4l6oI2maIki660QqBWpvSQZL1ANalWQgyItoxSOIE7WYPrikjiy0qpXHEITfahFutVpjnLeuQeYR+GYzk4SORX6CRGpCnEDSxP+PCWJc2Hfah0O110Wwto9tvs19CLUQcQ4iFxaOwboJjJw6g129ifLKGPoFkiUArTTRWCAaXllpQcFAu1wh4KliYb6LRmIRW7IMQRcHi+JET9CGD47io1eqICcjSOCVscaEIXwOCGs34Bo4PRSBjWNal7eX5ZTjKpwTQHINlPos0fKdCkKehUksImMJqj6CvxrYGYFwMYU4WayQhII8rl70aeu2IPjnEhA6yVKFFgJky9Qi4gqACa1xMjE/DJ0ysVRowyqJMONkhOBUIKKliWSSnDmEIqRTKpQrkFTGwY2MNydLGOOOyAq01Y9ZHo9FApVyGS0CWpSnhV4h6rQF5nNQNXHQ575qM7djyYUS6h1D1UBkrQ7uK8C/C4vISAWybIDGB65VQrtbzcUjcFDQS3hcxIZV1HfQIx2r1Oiq1KsqVCsYmxjE2Pg4pK1fKcGTOjcMxBjDagcexe4y9jFliEhGAZpyHkIBtudnEMiFdN4eRMQSCRQLguHb7UZ/gLEKSJYjTmOuKa499Kw2uKQ3eveh02rlOlqVQSuXtpTzLCPqooZSCZoyGoiSvdK5rjOF6SRjjFF5+UpXlWkFeKWNojUVCX8RPAYu9Xm8ABQlW0ySF4boTEOwysCp1AYrmfZBxDWk4sNoCNKdURl1NUdBKsUgD/FTiBxRAr/nBREFJmTLMZ3nRufxwswZOSZ15kSpTCirEmeXTxKQBRJyM9Zno1mGS6lnFXdUZTU/Xr8Cmp9qfy1gUfRcRKCJQRKCIQBGBIgJFBIoIFBEoInD/RUB2RPeftQeRpcKVb18Ehpt8rblh5sY6v86kP37wLftqG2HYCQAAEABJREFU2chrbqh9bvA914fACRFLQAFutkUUNDQ362ZVFPWlbE3kelUAWaqn5JSOhqLOmfVnXqcCUgilYkpCECLpUIxxYbTAMkMokSGhrozNEqg4jgulQNjTI6hZRpzFkMdxyTCQMW+sQooY0FIeQUCfMimiuMd2GVzXIo4jZAQXYstoF+ONKYIGAxCeIbNwnRL1yiCXgedWMTW1CdXqJLrdFD4hldIK1nXh+h4q1QoBYoSl5hKggaPHj9CfGOSVtBcS6pzAocN3sh0I9u6GdhK28fG1r30F523fCi8IkBICKW2xYcMmyKOoCwvLKJWq2MjrIChj//67cfDQESwsLGH7BRdCYpcmGaFMAhmDPGrZ7/VhGARNJ3qdHhT/MBColuvw3VIO1/rdCAGBW706QSjjoxI0YJWPwK1AyiYa03BUgHp5HJNjM/BMgE0zW+E7JYzVJ7B103Zs2rCF9sqYntwATfCTxEDYjxg/haXlFTSbrfwxzfn5BYS9GI3aOIyyBHGMEf0HYWOaAIbjDfwy+t0wPyHWWmmhR6BkCW+/8pWvYGpyEnIazPM8bN++HVUCNqU07YS5HpTChg0b0ev04fslyInHkLCs3KigTKCX2hhzy8dx+PgB9An9NmyewcWP3okLL74IXuBDfqlJh7BNG0NTCuNj49i2dSsE3oUEjEG5RPgawdAf1/fRJfRaabfyE32tVofz1Kd/KQANqx2QuxGKxXlZGEaIaEPKSqVybtNwQQjQi1dBmh94cFwH2igoridtaMexsI5BzKBmWQIGFQ7LpE5S0ZMyxRpjDEQyZLn/LAKkAqsvyVNEx1iTF8rJQ6VYmLGVyGpbAaWe50LTB6kulQJ4jLtPWCnQVYClyzXgmACuKXE+fY5axqyhlIFWGrQK+bkj6VCQl6q8HHxllJT9Kmhordk7OBwpZXqO3gc+fT5Ol+048M9bv45swYFPb6NQ99P3g9x23pqtcxSGottzFIEPfOADEDlH3T/su52bm8PP/MzP8O+kuYf9WIsBFhEoIlBE4MEYgcKnIgKP9AjoR3oAivF/cxFQSkGLcNMsu2alFZTSUGpQDnCTzYo0TQmHQNG5ZARLyAxygYHRBA6rAl7n5axXyuZ1Ui+S10n9UKgz1JVUwUIpA3UWscYjRCMscCiEja6kIm4ArR36YyFwRECQ1gaOQ6DAlBXohX0OR6BARmjlo1IJ4BFOpFTO2Kjf7xKyJBBQonWGlNDPdWmP0EQeV3RXoYrjOJB4LC4twhoLj354foBypQqlLarVBvM1wkUNS9+2brsAMxs2YCNB0cRUA5VGCRkhYpz2YFwCx6iF2liASdZ1+8totk6iWmeF7mNu4QhKZYM47mBpeQ5bt21Gu9PCiRPH4RKi9PohVtpt5n2CyBQLi0sISiUszM9jduMsKuUKDH1cWlqGY12CxwitVhseYWeaJEjihNctAIrxM/mJPpnbHuFZu9VFFIoO0Cdw08pirDGJbifmmCvQykNzqUMdsB3QbvbRZ12/G2NxfhnLiy0sLaxg7vg85k8uQh75nTuxCHYLox00GhMYH5+Ez3FUq3V4TGNCW6U0BJRpbVGvN7D9vAuob+izB6MM5FHicqmMleYK/eqzzKLJcW+c2cA4xTh67BjBnY+jR4+h3e5Cc/7HCOHGxie4dnzMzy2xzIUxPgFhHRMT01hcXibMC9Hqr8CrGBw5cQDNzjzTg9h/eB8+9+XPQ7sWru/A4zrwPAuSXiRxiOnpKcipwVqtCp9ATzPeEePa7nagjIYVoCtrxPXgc506xoUAVPFNYm2tC20MNP1UUOj3+/nY4iiBNQ4CQkhrubbBGBMUyuO4xljIOqQ6AWIHrfYK1yQhYRozTfI4pATRigoZ13bGDpUGJE8zLGWNVmAG93hlQEhCnXAMLn23BJVaGisFpZQYWWsiOvKdlCzkumyj0+4w5hSunSxVMJxDw/EZjtmuipQpyB+N/I8CX+yUn0opKHVKxC6vWIO8XPPnlFIK5/p1yx/ehU/+0T5Iekr285ry4QP4JOUf/vBurMmHDzJ/kG1Yx3af/KO78A+rcuuf7Gd+H2VQdssf3ol/+ON9uIX1n2S6Jiz/JOWWD+/FJ9n/J5gf2jjX8Xig+xeQf/311z/Q3d5Lf0dw45tuxJF1NMTXZz3rWdi1+ptcb7311nW07nuRgKc2f+a/7GUvW7eRQD/pQ35D9w033ABJ11X8OoUSX/H966g9cNW3Xotr1wmdjE9A3DC+b3nLW75ln/7xH/8Rr371qzHJ/yw605jEVmIs5b/zO7/zTQNAsTP0WdbH/RXrb8Un8eHHf/zH18Yksf1G15CsT5kDaSsxGorY/vM///Ph5b2m34DuvdopKosIFBEoIlBEoIjAQzUC3LY9VF0v/D7XEVBKceMMyOmYM33RBABZmiGKIsiJKIFaIhn34kpJOwXwDSUFA5ETcZlKIEIVaEKLNVHczq+KUQZWWYpDcXMxcGEyFyoxFJ2LziyGohIFnWhY/pHvg8sS9sm3oZ0s08iIC5RyYB0XHoGb+JZmKeQ3jlqjCWZc1OtVuAQ0AjDkRFTGwaQEfDK+jLpG0w5tgrZiwqYopVXClRQssRraUejHXcCkaBMGOb6FcTVOLhzHYnMOh44fIBC6E8utBaQqQVD2sX3HdjiuyU8MCpxJCAwZBniBizgJEcY92s1gPYv6eB0rBHhdwshKrYaUg/AIeGqNMSwtNwnXulBs7BK8lAnv5PSYSK1aQ6NWx+LiIpTWWCKwAiFsEtECIaprfYT9GLVKAxwuHF6XggoExvleBdXKGKwJUCmNoVodh+tU4NoKfK/GdkC7FSOONCrUGx+bJmwrs20CzTnzXeq6Jca3zPhOoEqdibEpBF6Z9QY+IWuj2sBYY5ztfDjG5YJTWFluQdZAxjgbaoqe57iQvIZCSMi4vNhkjaVvLuSXfJQYi4AgUHFs1th86fm8FggmvyDEcwLCzWU0xbZxONYMckpxcWkJmvoNgr4S41YiBJV50FrBJbBVDIqVvOeASxOWaUbIawIHW8/fhkRlSOiTtS4/NSTeChn+Y8+/4eCB/Qh7fcSEoUY5hGgO+yrD2ip8twbXBoxNCVZb+stxcR58rk/pNyM4z7getAYc18APfDiMQUI4J/edsQ5ESpwrmW/P9aAUw0d/2RGMNrCGfUK8kUWqEMcxRCejf5oZ0VFKQbFa3lppiMh6z/vnGgfjCd5DSlk41qU44OJDQsgH3g9yr7EVbRiW64FQ39U+fK9Eexaavmilwa7oWgqxDY5P0ZCiEel/UK+RSX/Uzag8lLwhryHl4qi0YSMFlV8pNUjzi3P44cRVmH4ZTsy5zaUOJ2rk4sVj8OJx2H59TZx+I887/RpsWDld+rx3ogrb1OBFFNozvRIc6uk+40qRa5d1In7aYN+lXN+lrsg5DMVDoOtz7+IVV1yBPXv2QIDOLbfcsgZP7otnAkRGQYkAJ4FZo21HdQT6XXbZZaPVD/v8zMwMbr755jzG559/fh7n+zpoAUn//u//fpr6C17wAjzqUY9aKxPbAq2kQGIrMZb8tyoCEGVd/Mmf/An++I//+JsGsd+qH6PtL7jgArz//e8fLfqG8rI+Be7J36/fUMNCuYhAEYEiAkUEiggUEViLgF7LFZkiAvchAkopKLUqmim49SbYWq+pUgrGGGit10QphdGXgLxMxcgFkibMi6SjamA3uShmDEWDdmFhlAur/IHAgyHQM5nD1IFDeDQUS/AnJZ7xCfw0/WFbAhNDATTSjONgqrRhPiPUC5FwXNoYWEKSOAoJqVr8R3QbAvfkEcsszdi/JoBxIOBBoEMUCcahfUKOFAq9MIKytKmBbthBL25jYfkkMp2gG7XRCVsIqh68ikZjqgS/5iCouYR5fRybO4bPfeGzODF/nHa6SPlHfumCMhpkJnAIkRoT3PwHFuD78LGj7MvSXhXtXkjYU+VYDFzCIJ9ASuCSwB854VUhpFqYX0AUxjmMsdbi+LFjOdAqBWWWebDGQ+BXMD21ESrV8AliwPgiNbDa57hLeRr4dRiZA1uCVmynA1Cb9RXUKlPwXILG2PK6RBtVQh/FvE8dByA8zGhPE2wpDiIhhE0pWaqQRBl67T563T58Qr6QY+pTJE36CeJ+zLlUSKMUnZU2fTDodbrwrAdXuwS8Ugf6btDvhGivdAjSQoC2DXtXAFzr5icFo37Kco2IdjXrBEi1mi1kLK4SlMopOnlU1nEduIx7EHiMVQxFhUalisBzIcDLcK4V52e5s8L57SFSKfxqhXPBsftlxsuBVooQcQ6OUQTOKfptQlf6lMQKAkH7fYPlpRCtlRiddowkTCFrzbUe4xdAJl8rDaNlBCnYJYGihfQNaHiehyAowXE96jhwHA9aGWRcNAL+EgHbUFC0AfrCYqRcy+ArpZLi/ZoSEKZpCvmFGZKKjmK9vJVSkK6pBs0PrS20svTLQMEw5ZtxE3+V3Fe0KTHP8nnl2uVaAkVxLcmpTKsdKMVycJxZwsYJfRWJkaUiUZ6mqZTRC/afUcA2A5EyQPEPlGJGIZM+AV4yLwHD4CXjGOTOzWfCuOYxTRLEucRImIrEBKsCZcX3U8KYcG5SzsWgjOHhdUYZtE/Ynjr5eBXkDyQGHOgwHycx+4rzn1tSJnM7sEWlcxOGB1WvAsAEeslpKEnlWkRAg5yMknLJD52W01dSJiL5oe4Q4kiZwDi5vvLKK/OTd5LK9dDGN5NOT09DwIfYEXvSv6RyLT7ISSm5ljG8973vxa/+6q9CgJL4IiBqOBapF33xc1RH9ERGfRPbYlP6GsZA2ooNKZM60Rlts15e7Iq+iORFR9Krrroqj4/4Jj4Oy0VPZNin+Cr6Ui96cjpw1I/R9qLzzUi5XMbU1BT/ju/kj9ZK/6N2BeRdc801ub9/+7d/i1/8xV/ET//0T+e64ov4Km1ExFeRa6+9Fpdffnn+KLT4/efrnECTsUmb0b6GtkbLzjYmAZRnrgtpL/rSp9gQ+yLDcknlWkT8FN2hyFiG8yttxYbUiZ7oi4jPUjYqj3vc4/LLoX5+wQ9ZH7JOpJ2kci3txR6rIfrD+ZQ1LP2LjuhKmze+8Y2ilou0kzIRyUvh2XSlrpAiAkUEiggUESgi8EiLgH6kDfhcjPfh3KdSirtNcD+pThPcx5dsaocy2iQjNEm4sRdJmeadyCZdkRoobkolJQxQIrwmY4DRGp7x4emBuNoj5BmIR/CkCPgygiRLHdcGcKzPLjVTl0DEhwAuR04+pSmvXZabfEzynXntTgcCdxLWGWPgUS/lBpuX3DRz8xwnEAhUrTfQ6Yfoc6Me00038CGiHcILQ9BTdrBxywwSAs1+3M+hTJiGgAHmFucI+9po9wdC1oWlleVc5hbm0el10I/6mFuYQ5PwiDwIi8tN7L/7EHr9CFMbZqCtxfjEFDZt3oJyuQqHYKfXi6C1ixMn5rGy3M4fda1X6piZ3N6gzLgAABAASURBVIDmUhM+wZkibJkcnyboWkGjOo5SUIMiJD15fBFLC22CqDIBWgijPLimjKiXwRLodVoh6wJOj4X8cgwkDkFXlVJBrdIA6GRKOKXB8SeAPF66aeNmlPwKqpUa7Vk0ag1U6KtHP6y2uc5YbRyO9TinDpoLTfbdxRj9cuCizz4VoWAqAWZaInTcNLMJdY7JKgdSHhCkbZiexVh1LB+f1Q7A/jvNDvKlw7zvBAicElzW1at1iLjWBTINpSzku+5Av13GEJmC6/qo1+tcGx7zLkFcDK00+r0e10BIUBpifm4OBw7ejebKCoFKivmFRcRcGzHBVJmbR9mEyZrJv7ev1UO33YPEyNBvn/5Ugyomqg3USlUEbgAFDUVfHK438CXwR9ad1hqO4yDhOovikP13CbQSsJgpYIzFzMxGbNm6Le+/TxAaE4JK30opqNyuApgDXxkyCNiLaS+OYuRASPKrkhJAUW3tba0DgcWSam0AxfnNgITgUPqQMsUySD8UVuFeX/mkpPQiQZJFlBBJ2kfMeyOhpFlI/yKk/A8ABoymvp7FDEpRjW8FBc3ASIpz/DJaD3xZTVe4TuQ/C2ReZT77/T7nMoRcJ1wz8ktRZLMrEnMdSbz7/A8DibGsiT7v+26nRxDchlaGti2scbgmxUbCNeJiaDPvJ+bPAqPPcRQeXN3LCainPvWp+emtF7/4xfizP/uzNQf/5E/+JC+Xe1cghIAEebRV2ogcP34cBw4cgJz6+vKXv5yDobvuuguPfvSjIY9oCjwTPUm/mVNNu3fvzmHSD/7gD+KZz3wm5OfH2eyeOHECv/d7vwd5vFLG8ZM/+ZP5STQBfHKaTE7+iS/iq/j8whe+EKM6a4MeyXz0ox/F6173ujwG0k6AjLSVvNj6q7/6q3UfQR0xkcdE+pZTbNJe8hJH0fm+7/u+3PZv//Zv42/+5m9y3S9+8Yu532Jf+pE2T37yk/GZz3xGmuDf/u3f8JSnPCVvJ+MUPZmnb+YEm8yfwDeBRTKvEiext55dqReAJfU/8AM/kMfl13/91/N4y7wIMJO6D37wg7mvEvdXvOIV+cnAs53YkzjIepExDsdw8ODBfJxSJrESn/KCkY/f+I3fyNfFT/3UT+FFL3pRXrPeXEmshn796I/+KEREeVg29FXKhiJjWG/8En/Rl/qzjeflL3/5PU4Syok8WSfS7od/+Ich98l68znsX9LRNf7zP//zkNhLufQrdmQtSdzk5+LZdEW/kCICRQSKCJzLCBR9FxE4FxEo/pV/LqL+MOkz3ywrbrXzUyMcFPOQHbUIL+/LO2PboZymn5cnBBUJN/UJq7LTRBEDKAECiuUivNbsVyCOo12cKda40Nz0as3NL6GRXZUcRrCvsN/jJriLkPAsikKChQQhoUnMzbD4B44tYx9KKWhuzAVDyGbbEHIoghT5rrd2t4eFpSVoQhdHTk9VyijXaiDfAtkQ5FHNiKDi5OJxhEkP1UYZ3agDr+Si1V1BqRrADbgZj2mnOY+DRw6g2V7Oyyemx2mrhArbbD1/a/4Ibqvbob4P1/PhBQEOHj5MqNQi6AvRanex3GxBG8aC0KxeH8OWzdtw4Y6L4VoPd+3dj26ri3q5DjkBJ/mZyY2oEOpx2Dm8c2yJAG4ME2MzkJN5GgGS0GCsPgPPqcJ1Kpx8xhUexhtSVmF5BS7bCY+VX25R8sooEb6VmArYk9NzWaIwNTmNkl9GjVCtWqlCTgsGfglaWRjOUxBUUCnXMEsQuJHgbvPGLRirTWC8TmFaCarsx6e/FUK5MYK2BCePz6NPkJkRVGoYZAx8QgDoGA8TjSlsoo3xsUmM1cdhuA56nT5WGKMOAVuHsUjilH1WUa81cv+mpzYwnYLMt3wn3PLyMvbv24/Dhw5jcWEB3/GkJyFg7HuEe3XOc5amuODCC7Fp0yb4nA/P92C5Fk7On0TGPxHXkkNI1251ID5NTc7k39tntZvPQY+wL+5w7VE0l7zmovE5dz77cF0PQbmMSrWKbq8LATZiT1tCNaSc8y6azaU8NdYQzqX0cTmPQalUQcyxJYTR4PqVJCK0iwjxZG3L+ByuY5e+Oo6FJSA2xsAMU+a1ZjwBjoLCWy7JT6Bl4JAhcctSwHDeLMVQVykNRQEUAM1GiqnKrxRz8laKhiQzsArwOiOBTbOY91+IOAuRUCSN04j5CCnr0lwnRcZO1wSrXTA99R70lPH+Vkp+YtDJU5XnJjdwCUopNBp1vPa1r8X7f//9kE1rq9XKTwPJKZbr33495DG3t73t1/DOd74T11//a3jC4x+Pxz/hCfj99/8+fu7nfo4DBl7wwy+AbPTf8Y5fx2Mf+1gIwHsCdX73d38XsikuBSX8/Ot+Hm9/+9tzO0//rqfzXomhtYb8p8q5CcKDq9f9+/fnMRTAIyBr6N3wpNzwWtKTJ09C5knyInJqSsqGsELAlwCgyclJCHwQHRE5EdZut3N4Jdf3VYaP5Y5CnvXsCgRez99hPwIm5RSWjFGA4bD866XSl8RE2sk6E32BTQLXpGx4ekrKzyYCYD73uc/lJ9gEeEl+qHveeecNs3kqugIp8wt+SL3Mz7Zt23LAc/fdd+fxl76lnCr5W+CaZKS9pPdVZP4EFAkwkntQ2t2bXfFHdNYTAWbil3z3nMz1ejpnlsnaEYgncRHIeJyweGJiIodwAnTF5plt5FoeyxW/5V4fjn29uZJ1KTbEL/FJ5k7aD8vW8/Vs4//Zn/3Z/D658sorz/p4uKx7AbIST+lHRACmtBEfhmtovfkU3aHIWIZ5uXcErsu1rDexM4yVlJ1NV+oeIlK4WUSgiEARgSICRQTutwhw13W/2SoMFRE4IwIZUu7+ZRO5vsSn6csm/JScsXnPEm7mRVLaTNgugzaKIMLAIYRYgxLastzkAihgVQRkaKUhj6RZY5HECQFJCAEySRLBWAXPd4gZUniBBwF73H/D8wjHXLGp4RB+KK2IUpBDFus6ID+CPPLqCIDxfTQmJgnjqggqFYxPTSKlxT5hYcy03Wsj4h+/7MHxDU4unUAv7qBHwKccoFwvA4bjchUMRQBglPWx3F7CXQf24mt33YEDh/bh8DH+z74BZrdsxLbzz2N/FcwtLhAWjKM+Nkb400epXIVxPHgEZouLTaSEXAsLyzDawYbpjRirjsFhp7NTG9mlYd5Fe7mLCUK6gOCuVh4nHvNQLU2g18mgVQkbZraj5I+jy2tJq+VJWF1Glrho1GbyVCsPAgXLQQP9ToySW0a9MpZDOM1gRd0QAsrCkJEgXJL8sWPHsUBYJpsPx9KPlS7mTs5j7sQCluhzxnatZht9gjufoLBWbWAjx1BySyj7Fc6wwfJyCwFhoeb8pwmwstKBHDYz2qG/fW5GaGtxBVGYoNvtkyMZlEs1aMZAdKx10Bbo5ri0U0LUjxF4AceUcfxdlAjrJiS2nQ7aKy0k9H1xfiF/lNkjeAMBkqzdTqebb+AF9gkMXFpaxOTkOEAgpbnGYkK1zbObUaLfHcK8hPOiGWk5kFZhrALtw8YaNRlnUEaJ68onKLZcezHvpZV2C7IOU66nlH3Kd0KKuK7LOQ8gfWij4LgOYd8KDh06goywMyiVUWs0qFOC0pqt6RLfKYMk9wBoC6R+MoY0S3mZIVu9zsvSlPFMViXNYWHGeVHK0p+A4kNrS4smTxU05ISZUpprzkJJagzMqlgCSAFMdAVKAUo8yqRfucdjXlF4z7MnRi5meCLCvpguJkg4wQnpccJ6XvEeYzu2wD1eNJxbllQqBSaKSP7ciWYs2gR5L3rBi/D/vewn8Hcf/Tv80HN/CJqB+J5nPhNRFGHfXfsxP7eA5/zgD2Af4dOdd+7H9PQM3n3D7+DjH/84vmPXd+Dd7343nvQdT8J527djfnEeAvQuefwleOf//b/418/8K7ZvOw/XvP4afOdTL4UhQD5w4BDm55eQct447dBc++cuCg+engXYyAksARIiQ8iznocCGir82T6sExgjZQJNpPyTn/xkfmpP6s8//3xJchGII4BiCGLywm/o45TyenYD/nw6pXF6rsOfWXKq7U9WTyEKMDxd4+xXAiqHp7UkNgKhRFtSuZYxCTiUsrOJjFlO6AnEkjZyiksg0Hr6ojs9Pb1WJaBJ5kfKBU7K6T4BcnIt5UNFGaPkpVzSb0W+GbsyNpkXGZ/ES+JyX3yQtSMn76SdiJy6lDHIehKgK2MW2+vZkhgO+5T6s82VQDmxLUBP9MTesN16vp5t/OKX+CenQ//0T/9UTK0rL3zhC/GJT3wCQ0grJ1bl5Kr4IFBSGoktGdvofEr5UMS/YV7uHfm3gawzud/EjoBNWQeis56ulBdSRKCIQBGBIgJFBB6JEdCPxEEXY75/I8A96T0MyhY6ITDI1t1030M9LxAQOJSEG/hUTunkknBDOpBENvWrImAiIZiLk5CwIULEtJ/0Ea5KN+piKFHSQ8zyXJd6koK2uc+mhykyRY95N0RxiDYBSkZwkBE2RHGEbr8PGYsIMRd1FeQRXe6OoY2FnNJyCHiSFHAJYzrdLtoUOUknMKYnpwHZZ1AmADFgXQutdhMZkUVKH1qdJqBSHDt2mD6GGBuro1TyUSoHqNerGB9vEMxUMDbRwOT0JFzCx7mFk1hpr+Art38FiwRI1WoNZW464ziBUoaAqQefcEobh2mJUiawinD08DHId7i1mx0szS8TtPXQ7YQEVl1ouOi2I6jMweZN52HDhq2YGN+I6anN2LJpB+rVKQKxCdqq018fcWzh+3UotstSgTwllMtjqBIcNhoTAKFSGKaEciFiQrV2q0twEaPdauf+CTzyGDfxPQhKkBhqxtPjRlUbh7ZLtG3hOT6s9RAS7vW7UZ4uL7UhtjvtkDCugkZjEsa6KJWq0I5L4KMRJxkU7Vn2Ie0r1Tp8ArNKucYYT0Jrh3YdKMar0RjP8/1eiLmTJwkLFyGn8xYITeVUTMg1UKmUc9jreS7n2cPtjD24xrds3sJ+pc7L56rX7+aPUKfEUpVqiZuco5zvFsfcgUtfMsalUqmjwRi5TgkeIaVPcZSDkhugTv9c+lT1ma9yPFqj1Wlz3XS4tiNaTRHz/jCO5ZgtXMI/bTXiNIakEe+JMAw5PgOjLeMUAVBIuDYkdV2X7Qy00XAJAaVc9GWtC1iSNcRhIWEfCSlQLsxj5GWMwysNOcGX66eAJuizLJdUs18DC2T6lECxjbwzfgwk412Q8l5Lea9Jfyn7kWsp50JkLfVUfgW5R1PObKbYWV7GlO0ylrETDFKWMccOVt/sU0wopqsl5zyhKx7XwZN37cKNN96Y3w9yIlRO1cncXHThRdhGMLewsAjL/7g477ztEKC78+Kd+OpX74A8fvebv/Gb+cm+iYkJ3vdlVCpVxATHF5x/AU6eOImbPvIRvPnNb8Iv/MIvcH35uOiii3Hhjotw9OgxyL2GjE6szcc5j8gD6oCcXJPTPyJyEkgKBiVWAAAQAElEQVRAlYAUuRYR+HE2hwSoPOYxj8kfiRRdAQwCYkRfyr/whS9ATiXJtUA0OakkevL9bPLIopR/q3Jf7Ao8qfDvAxmbwBABIJdffnnu9/Ck06jO2cY82pfAGAEsIpKXcQloHo53OK52uw05ESb1V155Zf5z75mE1nISTcrk+9w6BI5D/dFUfBrVFV9lDKIjjzr/8z//8xo8lfLhvP3Ij/xIftpN2ovutyL31a74I1BYxrOdgP0v/uIv8viOfkecrAmJu6yz9Xw6cz0JgJubm4PETWIl9qWf9dpKmYA0iYG0WW+uREceeRZbIjLPYm89X0VX5GzjF9/EhoxHxiW664nMwXOf+1wIiJN6OeU5XA8f+9jHpCgX8WN0PvPC1Y9nPOMZ+Slm6e8d73gH/11Rzu8rWQ9SJvO9qor1dId1RVpEoIhAEYEiAkUEHmkR4M7rkTbkR/Z479fRc38oEACySeQGOktTsg5usZnKZj2D/MHXebEh9WRzrrXGUIw5lddaQZuBGJYb5kW0VRAQEEUhoriPkNJPe+itSqJjrAkiIoCYErE3QhCTwboarmeYGsRJTIDSItCICU5CCAuQMWhNP4yF6/rcYHuwjgNjHfZFPYIPAXmtdgfy3XfLzRUo6vuEU7WaAKQx+pfB8z34gYuVlWW0CeQSAkQQUESEjw7HYHgXLi7Oo91pEcT0cPjIIY6HQEYBc/Nz6PW6hEMr6PY7WGouYZ5lyytNwr0W2t0Opmdm4BEqeoR55XIV27efT/81+y2h2+0RVNEvaMjjplmcouyX0e/0MTk+hYX5JQK9PtLEoFabQLcTY3GxRUCwhHJQxwzBXtRT6HWALPFoYxobN24n9JvN8xtmtmDLlvPheRWMNabod8b+WmiudNAmNEzijDChTAgEyPeDBYRrvleCaz04xoUlDCqXKvAItYy2sIxt4JcgeRmLQ70gqNKXKgKvDIFgPlNrXDg2QIewr09wKHYFCGrrwhIGVutjKNfqCGi7SqhXoZQrNa5Pg4xwTWsHcZRCAJvjuPDpk5Rpzp8hUKnVCNVknfFawEqT8ZZ58DwHLuGeRwkIJH1Kp9PjvEXYsHEj52YeUOB8e1wnmnFYRLVWBrjyjh49msegTHgXEXois/DYrzyu7NFnx7iihpiAEQSTXW6SV5aXCERDGMfAJxz2ywG6YRftbjtfs6VyCQEl4vrtECpqo6kfsZ8QAu3k/jRcv+WyzEHC8j6UUrnI/Spj9zwPRmv6OHgbayBjdGStGwOTi8boK+E6AgGR1Q4cxlwrgzTNaFfD5/z5XpljC9hE2oko5ofvLM9k4B+BcyJsmwrYo2RyzXilFBDiQZqKCdFXCUulJsVALwOHg4Ee85oibTB4KaVYr6BHxodz+EoTwscMjFWCVqsFgXPys2fXk3fhkkseT181br/99vx7xSzXYcYJPHToEA4fPsyfHysIGFtZdzMzGzh+DoRz4DD+z3jGd+NvP/pRrr8FyLxVCYVF92JCPWpBbMgvBOj1euybPkjhI1AExAkMEeAlMjyl95a3vCX/DjcpE7hRKpVw9dVXQ1IJk/wiBWkreakXPZFh+2G5nGwatpFUrkXv3k6rSdv1RPqTfs+sW8+ulI36K23EN+lb/B3m5Vp8Ettn6oieyKgtyYu+tJO4STsRyUuZ1ImO2BrKaCyH416vjfQlIu2kfjhWyQ/tiy2pFxEQ9sEPfhBSL9ciUi9+iP5oudR9PRG/pb3YPVNXys+0K76KDHWlnYxPYrBlyxZIXtp8hGB9OBbRlzKJv/j3ghe8IG8uQFDay8VQR/SkXykf2pJUrkVvKKIv9uR6dAySF1/EjsRDoKucJJXTcVImsZPvzRN7YlfKRn0d9Un8kHqxI35LX8MyKRcfpGwoojMcm5RJvfgiPkle2ojcyP/MkGvRET/EJ2kr16I7XMNSN+qj2JZ6sSl2xC/xR8rW0xV7hRQRKCJQRKCIwKkIFLlHTgTyLdMjZ7jFSO/PCFhu/hXBG/eXSBUgqeImOuWGlPtXDDfUGeQq5bWCNoqb0mRVVstoQ1MyyIZ9UJfKBj8b5LM8lboUKfNxFqGf9Ag5OujFXfSygfSZCtwbSjtqocv6MCO8cjJEJgEZFvpZjD5BYItgbKXTRi/sAYQCPiFcpVrBuJyGYVoloLMEP+AriiJCtj663T76PQISKAKxjCAl5ljAK03AE6NcqmJ8fBJxnCAlAHG4Qe9wE99cbMJqixrBTsa6sNtFgxtwzTG3mstw8354RcjRbnXRbLZRI4wCgxpR3yO427ZtO0HeBmw7/3ymMznE27b1PJw4cRIdbtod1yOg7GKSsC+lRyfn51En5BLv7rprH/urE5D5OHr4EGGWC8/xMD02g4nqFAJTxspiFy5TnXpwVBkTtQ04cXgJiH24qoqkb1HxJ9BdiRH2UjjWo50AlXIFzeVlWI41IGQsE6ipzEBrCwFzaWwAgiyjPWTMl9waVGzRWY6Q9DTmjy8j6abQoULU6sPGCm5qELVDRD321YmwstQmhAwR9lPGVaNLCLlxw2ZMTW6gD2WCQh/12jiscaGVhSHwmJqagTEOYeVy/gsHOrSN1LI+AHug33XIb2stEx6uLDcR9ftoLjWBDOgSioZhyLnNKCnkNKUhiO1wzUQsl1NVShtYxqBNuJdynmTdCGytN2o0kcDzLSYmGzh24iivM1QIDI8cO865iqB0mfGrcC3F0PQZykARqvUJ6VJHcX2GaBHuyS9ZOTZ3hGOYw0p7ERHBtXI0GpPj+WPfSysraLbayJRGwLiHcYw+16rnu5D1bLXOx9XneGpcb3LtGPpN313XJWxuI005l44LcNxyT1vHIuU9nPIeHAI30QHXqogCYJUDBy4MPw0sPOvDN0F+rbWF4zrQWkFpGlUJTcfkb5ncZow9rRBypVzXKQF5lmZ5f1BqtQfWS9+8SpEAbK9zO2k+Fxl/BqRpxDztUi+jr1LGVmKCothGsR58SZrlZUqxnCXn8i3jFfYY+AE+/IcfxpU/dCVe/XOvRqPewMmTc/y5keLpT78Mr3jFK3DhhRfyZ04Pb3vb2/DpT38an/zkP2DTps143/vej1/5lbfiwx/+Q/6cWMFnPvOv+O///XV4zhU/gL1770SjMY73v/8P8Kd/+mf48R9/GddyF49//OPxkpe8BFdeeSXh+zLnRmMwp+cyGg9833Lq51zKer8tdb0oyC9aOZd+fiN9y7oa6r/yla/MT68Nrx/odAi91ovpmWVveMMbzqmv3+7YlAioK5UKBKZJX6OnR+X64Sy/9Eu/dOZ0F9f3LQKFVhGBIgJFBIoIPMQjoB/i/hfun8MIKKWQcmMtLjALQ7hjCQaMNVKUb6gz5gT6aCObyQQJ4YNSKq9T3Pxn+eZ8sGlf3Y2zhbylpaRDkeuBZNz0Z9zwZ7Lx56bf0I6I2IPJ4AYO5NE9TRiTX/sOvJIL65uBeBqaAMU6Go5n6TdvA77jLEa31yHwaOVphwCuT5CjtYbv+/kpm4nJCcK7cdQbDdQok5NTLJ9CtVrD7OxmPOk7npxvwAUO9QhUmoReSRSjRDhHJoFup8uxa8xunCWU8gmqEgh0kc39xg2z+Qm1scYERNcQoFy442LsuOAibD/vfMj3p7m00xibwBOetAsdgsZjx0/AOh79GYM8PlyqVLDnPz6LmdlZbN12HnoEVo2xcWjCI/llFt1OH75bwiWPfSJhXhvzJ5bQWQmBxEG/kyIjdNs4cx79rWPhZAtjtWmyFQeeqWCsOo16ZQK1yjga1Ykc5MyfXMS+uw6gL9+lRygZ0LbVLqx2MDk+jemJDZhoTLPdGBry3Xt+DRP1KZw3ez62b74Am2e25fnNM1tx3qbt2DKzmWUDke8DnJmYwYbJDZgao41SIwdIIKGtBDV4TgBJNcGhQDpNyOQYH1mq0euEBGJNwtYatmzahlq1QZ88lNi/1R6iMEOnTegbA4vzSwDhnM/YegSkCprzxLoU6HC+eoS5fcaxT4AqQKQxNoZSqUz41s0lDGPMzS3i9jv24jGPvYTrYRJ9rpuUazuMQwjUm1tYwBIhrhf4g1OfBFpy2lO+C3KJYFEg3fG5OcLqECvdNrpRH9Zz0BhrYIL9+VzT1tJNxJicniDkiwgNj6FcrSIWUEb/tbHsN0JCYCZgUiCktPAIXHv0vcf1mCYZ4iiBVhqloEzAWWG8MkS8L63jQGvDMfcgt7XD6yAIICLrX65FrHUhMVIwBHaaoihMoSFQu00oKY8yJ2kKy58FijQrIZDPjQLUBYzWMMZQLLTR0LxWSkHxXk6R5T9XMjrBHPMpJWFzTojc+3JzKEAbRWNgnxGiKGQaIkljpGnCYcvPCqy+FJRSq/lzm1jOkVIKsjY+/7nP48d+7Mfwv/7X/8JVP34VPn7LJ3D1f/tZvPo1r4E82nfkyBEIrKhyjiWecv393//9ePOb3wz5bZa///u/D/llG7/5m7+Z/wZKefRtnkBfHn+Ux3EFEP7ar/0aZKMrJ2KkTB6LK3HTL+tYYn5uo/HA9y6nfs6lvGD15Napkc/iqrdehdlTBXlO5vxc+nnvfe9ZO+Uoeh/+8IfXrt/znves5aXugZYPfOADefxO+7jsOlx32Wkl+YVA8wfavweyPxmk/PwY9vlXf/VXmJyclOJzOkdDf76d6f/+3/87H2fxUUSgiEARgSICRQQeaRHQj7QBF+O9fyOglMo3ztyHIyOwSJkRka21bMXJHPKNrGzUlVLczGuKWZOEYGIoGTf1uE8vsU5RKfvOoDSYimRIkzjf6Kfc4CsFOIQLcRIRcrURhq1c4rgLTQhoHcDmkM/AUM9Y+sbUOgaakCEjREhoLyOkyehbh+Cv02mj0yUA7HQIdtpoNpuQ79+zjsu0jy998Us4fOgINhLUzcxMY2Z6GpMTE/A9D67joFqto1qpY3mpieMEc62VFtrNFlaaK0iiFM2lNuS75UBAdfz4PA7sP4gjR44R7B3F0vIKvnzHV/GVr+7FV+74GhbZrtoYQ6lSgeO6kF+s4BFCppyDVruDNsFUQICzccNGBH4JGSdDoFy1NM4+Qyh4MLqUi+fWCBbHsG3zhQRmDcR9wCoP1fIY5LRbFKaI+gQsscZYfYJj8SEn4RJCMt+WMEn4VvYq8KyPLASqQR1RJwao7xoPm6c3Y/PUZkwS7Hnah0ktHOVSN4OTOXlqCOk8E8CnDbEjvzCj6ldQod16qY7p8RlM1CbRKDcgfYW0H/dTaNqSflL2m0agv4Zjs4xnhi4BaIdAsxRUUasyVqUa4ZJFt9VHGikIFKyUKnCtl/teKdfgOvTPOPDcII+ZUobgKOYKUHCsA0WIpZWFiEOwKvb7/Tg/hbe02CRgAmr1BoJSKc9PTExjbGISMBrNdgtLzUVs3DxF2QDXD1BtNFAfH8P49BSqYw345RKUaxGpBJ1+B93Vx20Dzm21UuKY2gC90dby3gIahL2O66G50mapQoUwAfmLegAAEABJREFUSB7DFYAjYozhWHyIr1VCaG0MyN0g6wTQcAn/BPT59CXlPVwiuBTbCfPDe1PSvE3KnlmO/Lv0FC8oEEH+UkpBbPQJRKMoWo0bOHSLNTUFpPRU+s+yDJLKdcYyrL4kn8l9x74ydpzy50R+zbJcRdqxXCwpDc5ThpTXcv+LHugHu5EEci9rrZmXkrz1ufsQFygZIesm/mfAzMzGPP6L/Hkg36k3Syjf4HoYHx/Hjh07IGDVdV3IY3+bN2+GQNu9e/dCvmRe4ttqtbDM/0DIGI/jx4/nMZBTX1/96ldx7NixXH9paYk/Q45AHu3t8OeWxALFq4hAEYEiAkUEiggUESgiUESgiEARgYdVBPTDajTFYB7QCCjFXSp7lI1lxk13KpIQAHGTzWJCFOQie3YFxU22phjIS3QT0WVltipSPhQ1zDCVbpRSUEpBU8RoRjyQEr6laYwkjpAQ4CUEcQO7MbRRGCMoqdWrcAjsDK8tUymXtlHYh3yH2hDW9QhQoijMN8d0B8ZaGKMRkXLJd+F12isQ6XZa6HZWKC2E/R7TLtMQcZQQiMW4e//d6BEoLcwvEDLGNJXRRgzFvqv1BkrlKjJlEMZpDn40oVKmHSjtEt61CA5DdHsxDMurtTGMT84QDE3hvAsuxKYt2zCzcRaWIIcKqBIC7Hz0YwiAQhyfm0djfBLtbg9leZwXGgqEOAm4sT+BnRc/FrXaOCFPldLA8mKfGmUgDWBUBSV/HI+++AnodzNCMUOoN4EktshSB9XKOCyhm+uUIZBPgJiBC0d78JwS5PSc75ZRq4xBE9QFhHEVv4odmy7AZHkcdbeGkimh6hGcsV1AW/WgjnHWVVz2bUsIWO+z3DM+Kn4NtaCGKtOSLUMRwplYQRMkloyLsg1QpS8l6oqU6YNnPKgYAOGeAwdixzAVX8q0ZbXHsRpUCAnHG4Ro5QYCvwKpE99lHIFfRhBUMNaYRMDxSFmFMHC8zrjRR7GX0Y8mASwIX6sEgZ7jQysHJcLDSrmen+CbO7mADYS7nleCQL82QZd2LLxyAL/qY375JG7f+yVYX5ORZVzJCdoExyfmT+Lw8aOYW17CQquJVthDzHULx6DH9Tq/uMC5PMJ1K3AvQbns4/wLtqNaqwGZgYC7UhAg5dpqtzocSwBjLJRiPxnydZkR8Gpl6bNBt93n+u2DtxHXcAwNmW/FOVcIuQazZJDPUgVQsgS5bpYCSrEMfDHVWuyn+b0jpSzK613XgTEGUpYStsf8uRAxjZjGvPdj5hMaTTPGQITm6CZEmM1TyYvI9ahIm4TtM8I/ow20VlBKgR8DAfN4EL44GPG51+vhRS96Ef7P//k/+Ln/9nP4gz/4AJ77vOfhl//HtXjr//yf+Imf+AnIL0H4rd/6LfiEuvKl+Bs3bkQYhmgR6LXb7Ty2cRwjIkSVkXYI7iTNGEsBfAL9BHhKX/KfEEuEfKIv8yV6hRQRKCJQRKCIQBGBIgJFBIoIFBF4ICNQ9PXtjYD+9povrD/cI6DUYBPN/SSUUtxkayitYbnhttzYy2NoxkgZ9fiWzWbCjb2CyjenUm+thYhSCqdeCkoNBFA5OMjbckOfUkggwP08+1MwcuKOfRiKZqEhELHWwHHEroFhnliCMC2G9C12lDawjgM5FaOUYnmMPgGKnMrrdLoEIV1CuZA+Kniepa5mX9lAFNi9kI4UnuuiUasjjmJ0uLnuEeSE/RCyuT567CjtphAQwT095DRXnxCwF0YICPnGJuVE1zRKhEIzGzcTZlgCmjHUCOFqBErW9bHUbOHo8ZNoTExh52MvQbnWIOTbinJVIKHGXQcOYOejHo2Ldj4aAg+1cdDrRxgbI+hrdzm+AJMTM9i//xChj0KFQC1LPKSJD4F6Oy54HM7b9ig0ahswd2KF3NQFEptDPs+tIvDrqBLuNQi85JHe+fkl9Al+KgRbWzZvwxRt97sRBPgpAibX+vnJPgsHDUK1sglQ96pwUouyS8BHmJcDPadEoOdD8oHkWecScAqcE1GJzgFd4ASwmc11SwSePnXqhHBpL4LHPlzWOcqiRL1aqYZxxm6sOo6SW4YAOM16l3UlwkatHI7PMAZ1+r2BALPO+XTQpf8pQVZCieOMAEvBp08e2xm2ScIUmn3I2CSvMk07mvYVrHHhOh6U0ljhXC0uLKNabTBGEWNXwfmEsm2up7nFRbQJkLWjMLFxHGHWw2JzHnIdElB3CfL8SgmVRh2NqQnMbJ7F+Mw0KmMN+JUyvMCH4zowspYJxGJC5xJhofyWxj6BT0ZoJ9BN048gKOXrUh7l7BH2yqO/WlvEcULh+Oi/od8Jx2qNQ5jLsgRQMGwXQHQdy3FZD452czHKAmwnkhH0KaWhtIb0p5RClgEpQRuYV0qxn5gx6Ocp+HKsQz6YIcFA2BDaGCjayIX3ruK9K+0N84ZQ0rBeS71SAN/IU8kAmrry8wUKvE+jQd/iRC4AGA+IPrPyVkrxUkn2nEqapfRd0weV+7OwsAB5VLZGQPumN70Zf3PT3+LwocP4qZ/6Kdx8882Qxwz//u//Hh/84Afx+c9/nuNM2ZbD4zgF4o2KVKQEpyLD2I3WSyxFR8qUGvQv14UUESgiUESgiEARgQdZBAp3iggUESgiUETgm4iA7DK+iWZFkyICyDepoxtFpVQeFs1UKZVvXpnkZcMPudZGQzafsjlXaqinhirrptLPUGRjr43CmujVPFMgJWigMF1aXkSzuUTo1kKvFyKKWE4wkRJkCPiQRzbDUI57Kfqqc7GEEI7jQNHWAARSGRmkr4CApVQqQWR6egq1WhVgXZzEkJN/luClXC5BK9qSGsKOxYVFzEzNoFyq4Ktf3Yvl5SampjegMT6BTBn4hHw7Lt4JS5Cydet2bNlyHjwvoM+9XBaXVhARdO29624cOXYSs5u3YnrDLJ7wxF14ynd+JyanpjBPcBTQr/nFBfptsGnzFgTlCi7YcTEW5psElTEULBYXVmC0j2plCk98/HeyzEfUV/C9GsJ+hlazj0pQh4abn0TzCMi09lAhvPR8j2PsQWLf7/dpawHzcydhtUG92kA1qCIgoCsRLJXof+D4OLjvbjQJAwW+GcIWHYNeGEg+SzJEjL1he0kVwVFIKGm1JWxizFPAIXiSx5krHFutWmVfGgnn0WO5oxg7x4VRCjrVcI1H3ysYb4wR3E1ijJBM2h0+fAQnTswR7AJyotH1fCQEIzSPUqXKtaIQBGXE9KfXj5HEinHvwwtKACMkvi0T2iWsRwZ4vo9yuYyVlRZarQ7zFRiuGUV/5ORctVIjLOxjgZDvyJHjGB+bYqyW2UcJDYK6E/Mn0GwvQznAcmcZK70WNp23GTt2XoztOy5AICCPa6jT62JuYR6HDh+i/yfoZ4ZqtYKNG2YgJ1JdQmV5DFO+tyiJ4/x7IC3XbcI1t7S8jHa3C3lZgnOfYw44Rmt9aGVhCfYcAZIwzHucUwfVSh3tVjfPu04A3ytDsR7QGIiFVqvCOTIiBHCaoiA6CoBCTHgd0x/pd3ifg6+E0ElrDW0MRUMxD00oqNhu8KbW4K2UAt/gJ2VQds9P1opSXpFxakTyC5zZSCkF6Vup0TY4Jy96kPsqPyskv2HDBrz85S/HP/7jP2Djho2E7ikExjabTSRJwnUT5KnEUxw2jJ+kX0+UUrmKUoM0v+CHUgpKKeaKdxGBh0MEijEUESgiUESgiEARgSICRQSKCAwjoIeZIi0i8I1GQEH+gJ+nhDtXyEtOjwyERIQFaijc0FtuULMshUCAXAQIUMhcqDV8K9rVa2Kti6EoQoYMBimBUBynCKNoVQjw0ogwLKbtiJvimDopaAS5LwQ0Gd3R2sBzA+SnlpIUYUhd2jHawnVcBAQ4DqGIoZ540e/181NIcjIvf4y30yakW2J7TdBSh+c5KJd8AjFfukKZcGZifCLfrG+a3YSDBw/i+NFj2DAzgHxLi8uQE3BJotDu9PGV2/fmv4zh8OFjWFxqYnxyGgLwLnnCd+Dplz0LjfEpJKnCXfsOoN3uwRBuxXECS6h0/vYLCAQyfOmLX8Z+1t994G7IY5ld6n31jr1wCNlS9uP7VWzdegH9c+j7CnXvxjZe1+uTQOqgTuC3cWo70tDDZH0W27dehLHGJARK7t9/AMsrS6jWypiamoDWyMde8jw4hHZbp2cxVRtHw69AHpvVjGW9RN2JSVQIwgxhgjUavV6HELHDueD8RH0CK0I8LhiJX6VSQplxk9NpUBnoaK6Xn9IkqFUs8wP251rC1QC1SoVAsQJXs0w5sJlBFqZICehKXCt1r4SxUgWbZjbAZZxWmisEvSu0q9m+zDnzAfo+TfBarzU4Hi8HWka78IMK+1boEz6m1AEs3dF5e4m7nIarsH/xN+OCylL6C76U5pxYzJ2cwzKhbKM+gaNHT+B7vud7cdHFF2OZYNf1XJyYP4n9hw/Alhxs3bENi81lfOn2r2Df/v2ICMY0153lOiyXy5iZnkGNcLXd6UB+m6p8b1pzZQVKKcYvo09Nxq3CdJnjAcdWIcSsIAgCGGu5blLId0IC1OetIIDbaAeO9eHI2uD4gqCMmPeGXPuMm0BW0bHWg8RDZRZGOfCcElzL+0Z7sIyp0RaWcE/SgRg4joVL8Gh4j8v35Mm9CWi47EvGpXn/a6WREfbFvG9FJxdeg7EUSRgDqUuSCKKnAHpPkTCLDrK8PKZextiLXelPaw1FEfvgSylpCeCMPC/P4VsGIVOVca5DfOEL/4kPfvAD2Lx5Fl/+yhc5DyGyLEaaJXjq074TP/zDV+IHfuA5eOlLX4xdu56EgPcAZ5LxEDsipw9FRixCI9RBLjjjJfVDOaOquCwiUESgiEARgSICRQRGIiD/hp/if6QrpaDU2eVNb3rTSKsHOnsEN75kF6699YHu9977O/KBl+KlHzhy70oP49rb3rTrQTv+R/rcPIyXHfTDeXDF2L69EeDfcbJLhWZGg3/hyV6Tm2/Jy0Z7ICxX4keWb1iTJCY06XETG/E6hUCCoWhloLjxF5G81g6GInv/gShCO7MqGmlKIeRLCSkyKCilufUHFOEClEJKf6BZLsLrjNdJQgiUZixmfzAANESkPOyHBBYG+QkyAjSjLBzCIkPfAOmbbbnxFtCUsafFpXksLswR/nUoPcKrPpIohtGG+QhyukrghQaQ0V5KIBERQDWX25DHQUulGhpjk5ic3ICJyRm4BC3NVgd3HzmKw8dOoElIt2nTNmzatBXnbbsAT3z8kzA1MYVWcwUnCI6+dvtX0Vlpw7MuJhsEbNUGrHYwf3IBW9huy+bzcP75FyH/Xjm3SkA0DwEnRuLD8WSMn2dLGK/O4OLtT8RYeTN0WkZrqY+IsKzd7nCUGWr1Cqr1Ksv6cKxGvVrBhqlpTFQa8AkPA9pRvRBlQqBA2RyHGa2gOfBur4VS2UOlHkA7GRxPwfUVNm6cAhkRxiZqCFhfKvsoVQLmfUTFyxEAABAASURBVDiuIfzoExQZGFchzqJcHN9BGIfodrqMc4qSW6dU2J8FFZB2Q6StLixjbHoRan4J9XIFmuuj1+thbn4BkgZ+gBLrHOMi8MqoVcfguWX660HmZYU2DOGWR9hVKVfhewFcx2OfCQQoydgswZa1BgIjtdaMTQgBTtY4cGi3ucw5Oj5Hez24tFUKyoxDGZ6cAK1VcOTEMdx16ADGpifwmEseh/GpSbgEpkoxvgR69WqDPrJNUGI7kTIaY+NcWxZLS0swRtGXBFzk0FAQ6LjcbBIAt+GXStD0z6E9bTRSwruEEkcpBPClhMX1sQkozlXK+0cbF47rQ07vJVGGHqGzhgOtXc63z/H4MMphP5ZiOGT2mIF9pxS1Khn7SWi/P4gDJ9clRNRsJ/3J+s+4/jPeB2S1sMrA5NY0PxVtKmglAhitYPK8gsaqjF4zr8CXfNAPrTQvBm/NtoPc4FMpURrkz/Wnom/ijuE99Od/8Wd45zvfgQ988H14z+/+DsbGK/jo7o/g+nf8Ku8BF3MLx/GTr/gJtNpL+LlX/wzB/0lC3AWA94KIAG8oxn9ElIBwimaARUZ1suFD0fz5haGc64AU/RcRKCJQRKCIQBGBB3EEbrzxRszNzeHNb37zWeUZz3gG3v72t38To7gN1+7axf+8OyXfDAy77U3Pw+2v2rPubwa/L04J6Nl1mh/X4rb70vBedY7glpvvwB0334L7jvcIKd9041n07xmrXW/61r08fQjs4yVn6/90zdOuDt6Il+46I2a3XovX4F340MtmT1P9Ri8ePHPzjXr+0NB/OHp5akf0cBxdMaZvawQUVG5fMVVKASLgi2mWpWQOIll+ekhOzmUpN6LciButIXDJGKbaMM9U8hTNaxGxJW0GkiAVILcqWtpTz1Cs40BOCg3FI8zwPBceU6U1rGPzvB8EeWqtzfsTGCC2jdGEF1ImfgzSbrdHUBfBaAeGgMRzAwR+GdZ4cKxL0FOC0RYpAWEYRnkqeYFGCcGFYRuxIRDNddz89JpAG4E9bYI4qyxmN2zGzNRGuDaAJQApl2uQ78mbGJ9CozGBC7ZfiBPH5rDvrv2YOzmPerWOZzz9MnQJ2+QU4MEDB7Bv751YODmHw3cfxHHCwBohVpok8Nin0Rp3H7gbJ06cxKFDR+ARUs3NLcLlWKx1GF4zePyU155fRpN+9cMetm3bAt930W6vYHlhgTArxPTEBDzjYaxcx0b6PN2Yzr8Dz4UDTi4MY5rEEZRABZ2hXHJRq3FcXgqnBHhlDb+iQRfgsAymD+gQvbgJ1wesk8ILFLTlPGc9KBPDDzQBhyWksgR+HspVn+09aFcjYx+lehnGMyyzCNifzzkXcR36xDUGwjxFcZWhrw4BoANXKSTyS1BabcScN4Ft5VIFckJtYmIatVojn99SUIFHZxv1cXiMj8xNvTYGox04joexxhjLfSwuLmGFcUu4LiuVCqFWCKUUsixDGIZcQyGstjhJwNdmn1s2byX0SgmmE8aoxDH66Ed9nDh5Mhd5FFN+UcLC/Dz237WP838cRw4fxjyvtdYcZwmO68LlWCcnJxH4PqR8YXGe/QK1WhUu515rw/lrs0zBcm6YgU/dWq0G8dNwfQpkFz+NMbmvCdeNCPiy1uEnuD66EBjoOh5c16MZw3INYxxoZfJrBc1UrYmmn2JTUhbyrfJ4xATe4EutimacjNYwWudjYPF9ehttcn2xr5SG2MuQQSnJrZpYzSt1qkwpdbrOquoDnagsQBq7jFoJd+8/gbvuPMJ7zME/f/qzsKqCo4cXcdfeI3BtDZ/9j9s5/3IPOth35zF84fN7YU0VyPxVMUz16ULLIKxdkzOvpW607IEOQNFfEYEiAkUEiggUEXgIRaDf7+fevuUtb8FbziLf/d3fzf/I7ULS7/u+78Ov/MqvoN/nv3Xzll/v43K8a88eyNesiHwzMOjSt+75psGenC573m/cAeDygR+/fjnwnCtwKb7RF8HcS3aNnFSbxVUf5rg+fBVmv1FTZ9W/fODjarxu2nED7n/Ah2/8teUqfGjPdafH7LLrsOet33gURzt/aM3NqOdF/lxGgDuDc9l90fdDOQJKDTbumQxC8YNQg58QiJcS5A2BnNEalpDNcd081cbkG20FRdgRrysCGnIbYocQzRJSDCXf2NOmogigGOrJb8+MCdekbRLH/Iu2k//lGhEsJCyX3yopf9n2+yGknegppXLAIjblUcbx8XE4hBtxnOZgo93potcNCW6yHOoJ6KlW6gA0N9o2P1lVJlQL/BKqlSqmp2fycvGj0WigVq3STkwbvRwCTk9uwKbZLdg4Pcu2VQKiJpYWV/LvZms222g2OzDKoa06vvfZ348yQZNPsNKoNyBg8OTxE/jyF76Iu762FytLSwQDMbZt2QrDWHYIkOr04Qv/+Z84b9s2lMtlzM/No0//w36ETrtL3xzU6w089jGXIOzHHFfKGEVwPR+HDt+NMO4RInmYmBjDeQR9sxumEPd6MKmCbzyk/QS+cuFmFmWCL/I8eIRNpXIJ9UYNjmPA6UWc9OCVDBwfMF6KMGkxE6HS8FBtBAiqFq4APTehjoK2KawHpgm0SaHdDMrJ2FYjqAaojtXy1CXI056GDRyk1FNuyvaG/ht4XF+loAT5bjuBUSnXjcN5cpVG1Q8wQbhVCwI4SgFJhl67h4zjqhHcyS8JkZOKRpyAZTQNVjgfQVCB1g5cN2A8q5ie3oCM0FBkamoG8ktGBH4pthgbH0PMdec4DjL2LTDNEoS1VlYY6wgzMzM5GJyd3YSAfk5OTeb3Q7PVxMHDByFrMiJ09DkXj7p4JzZwLY2PCUh0aTehjT4WCVzll7V02m041nItzXKuJmCsySFdmqWgK+j1+pDvlRTIWCqVuPYSjkNDXlImJzJ7nFfRl3si5j0i+nSC6zWCZoxkHEopro+QtqVM5+vHaMaH5SnvTbmHBhLn0DJOuKYYAynLpJ6ilGL8XIy+pK3oiojuaN3Z8hIfia/oi8h1RmWJPZP8LWUyhvxi5EMpNXJ17rIhfw7Jdz6Ck6S05rymjFuKlOsxzTJobSBTKPBUwHCf962Ux2xnjKVeCqU0VC4KSp0huOc1ilcRgSICD0AEii6KCBQRKCIA/nspzE/xyWm+/N9V30xQDt6Iaz9AWTtN91LceBCQU1ynney79docbkn5qUdybzvtNOCwXEDRaW3FL/Zzw0eZec67CBdX4dQIlJI2As/E/q5dAx/ysjW/hjBPwN7z8M6vAnf8xvMw0JWyXdj1khshJ/cGNni92vYevtCNb/Q9+7Lr8dq9N+SxYXQgjyYPTyDm416Nz5pdjvel6/mzWramJ5kz245eS351HIPxMeYjNk4b61o5dd504z19ZF8S03vEg74+lOeGwyre5ygC+hz1W3T7MIiA0txIyji4KQV32fnGmteSKl6DgENz8ykn2AQoiAhgi7n5F5HvF0u5k02pJyKbVwEK64ls5ociNoYidkYlikMCqwjyXV+yUc7rIl6HA6BH9xAjorsZtNFICR88wjNJBzYFUqTwPA/VWp0Arkag4aEfxgh7BBzEaGkMRIRcYS9mnYvALWOiMYXpyY2w2oE8MqoJgPq9MP+eNbFdLlcwPbWB0CXG3QeO4Cu3fw3yvXtjjUnMbtyKu/YdhLE+QtqV/P79h7C0tIIrf+iH8f3fezl8x8PXbr8Dd+/bj1azCasMQWATcydP4u79ByAwzyVUmp6agmsdzJ+cw8UXXoQ6gdbmzZsIJn1ceMEObN2yDaVSDYcPn8DE+DTLSxgfn8QUwdPsls2IkgjN1jKsBchjcezwIXiEENs3boYh8Jypj2GiUkO40sHK3CJqJcIyo+A4GlRDrV5GUPZyoYvQtFMbq6BCCWoBUkK8lV6TMxAiqPkwvkGkI/SyPpySi5mts6hNjaE2MY7xDdMIuZCa/S5i9uESIGrfgSHYM2UDr+Ei9RL04haMkTmz4HJj/HuEngnGqnXE3R5Sgq6I4FNzHUxVqxjjXCiORU5SLiwsEZgArhMQQJU4Bg9xnHHe2oQuiuC1Rdhi0FrpIfCqCHsJwn6KcqlG8FpDrdKAnLiMkxQrKy00CHR938/X1fLSMu0sYQvhK7ji9u/fj4mJiVw63S4OHjrIPghLfQ/PuOwyPO3Sp2HTplnMbtyIk5zXI0cOQ/5hWKHPAeMccg33COR6HFMO+Aie9+3bx7k8hEa9jjplfGwc7VYHAnbr9QbEFwG8GYBKpZJfC+zzCTtT+hwwbdDnEu0r6vi8FxxtkP9SFOYt87J+RddoDct7hm9AqC4SpFmMOAmRpBGgEiiOU+wYKgmMdwlcJVWapTI5uOdLfBstzfjzZCiDnw8pxAcpU0pBKw1NXxRtKvYIilIaigK+2JyfgMLgpZTi+jCQNjjHL+MkMLwHlImhtMQszFPJa5Zlij+n0GcU+9RLViXFmj7baB1zLDHAe0NxkKMigx69Vppq6+iIXi4oXkUEiggUESgiUESgiMC3GgH5N4ac7HvmM5+JN77xjfjMZz6Dj3zkI/fB7M14zRAUMb321kGTfb9xO65YPaG259e3453vuQ2zz7wCGHnM9baP34zLnz16OkyA2g3Y+Zd7COtEbsLOd18LeXhVTvfd41TgvtuRn9k7zcag/7XPj74Gg5N9g5JLX/kuvGvV/k2vvpgw7xrCtVlc9bbX4mKqXPzqm9j3h3DVFl6svW/DDXI6MIeI9OvX34Wrv8XHVQemZ7F9xx24fR8wfDRZTj/u2fMu4HUc92VX4PKP7s7HL/pHPrkbuPxZmCWce97eq+knfZEYv+p2XHNfvxuQ0O2l796Jm6SdyJknE+/NNn3B21b7/MvXYt+7B+Dz4Tk3EvFCzkUE+E//c9Ft0efDJQIZt6GZbPS50ZTNN+SawE42mJKXzb4xBg5p0XpirQPLOhGJidgQkc18svqooKTyl+ZQxJ7RBvcQY+FaF47jEtQ4MEYj17Hs33HyfgQcutrLYcGwj5iwMZETR4Q//X5IWJEijhOkhB8uoVqJMKhWqROKVVieYXFxGa12By3ClU6rCzm91Wn3sERQdPTwEbSarbwtSBk2TE/noCVhHwvzi2gRiillcP55OwhxNkPa+W6Axz328aiUqhhrTOBJT/gOPPbRl6BebSCjD//Ovzz+jf9IyNIEcnJLS6AYG0X73W4HrmNx94EDhDotNJeXccklj8Xy0hJ153HJ4x6XnwDbuGEDNGFIj6CrFFRRJfgS2NhoTHDGaJE+acbp8NFDcFxNuGnJDhI0KiWM16pYnj8BT4GAL4IiQB2rBmhUS4Q9YFzB2HgcpwfrKKRZgozroTE2hsb4OFyBXVBwCExdwiTlOUgJtCKrmbrQ5QCSXyFYPHDiBObabSz1+2hz7BnbKLYJteZ1jMgolMZr0IGhaIpCUHFRKvswrMuQMbUw2sBqizLblrgefK3hsE4ey804x4pA2Wgnn4+9K9AYAAAQAElEQVS5kwuYJOgcJ2gtlaqQ03rbz7uAIKwEz/MB+u65PgQEZqmibUugdpRt2/BYL79wpdftU0vDOg42E5JOErIGgY+xsQaOHTsKwzXeanFdECZPTkyy7Qo2zGzIId6x48fRXGniX/7lX3DnXXfha3fuhYC8KqGeVhryi1yWOa8J227gPEq5wGefMZTTquC4llh/4uQJLrkMF198MSHhJhjDGPFGFL3BLxRpos3YxlyLXDq57qA9COdSONZBn/DQsl3I+AvsTtmn2LFcG5JPuQazLIXi/HKB5HPN1mB4c7GOgUugR4UcXPZoT8YiJwPZIYYvzQbWWAzEDIvvkRptGFPq0Tf5GSFi6J+0HwqggFXJOK+yBiQmeREeXC9VOQ5UjkFVTwAUVTsJVZvLJSuxrHwCaUl0mK+cQFY+tiaiL5LShgikvnIS2RmS8nooWZn1ZwjkmjrS7sEVncKbIgJFBIoIFBEoIvDQjoAAvqc97Wn5IL761a/m6b1/XH7ao6bXXYbBa/TR2O07cbGUbrkKV+/YjVsOysVt2L33tbh6qC9F2IfbcQWetQbWZgm/bsbuVWCYq5z147aRE38EY2t6l6/69yEIsDvyyRvwmucPTuCNQj/c62s7dl5EBYLC/FTf9ktxKS/vv/cR7NtL7vm6gV+7dr0GNzMW+w5eiqtfvW91/PIdgNtzqHhk/77ToSjjOwpN79UvAlEIIDyL0r3avmhkbrZsx/az2Lhn8W0P4bm552iKkvUjcH+V6vvLUGHnkRWBTOgAMsgmX/KyvYZAPpZl3PyDBVJHtkAAkObwQODEmZISFgygAXUIrJJVyWh/uHmXVDb0Q5FrbTTuIYRXWT4N/OQ7IRzK+2OqWCengMSuAAJFB3Nhufgo9YY2Q4KfNE4J8ZL8Udp+2EdC0BcEAfygRIBVRaXayE9s1ctMa2Pw/RLk0d80yVAOKqgRnFUrFaQEDSW26RDqRLQD9jk2NonZ2c1oNldw9MhxlKhvjYPm0gr63Ri9dh9zx+fRXGxCESQdPHA3Dt19ACuEP4a+ViolTE9NYmpqAps3zeLxlzyOYKsEazUhUAtycjGMQsQEZcvLizjItncRFp04cQyVSpkAxwUygzhK0A8jXnssryOMYjiug1q9Sr/pR7eNiUZNzinCpBEqvkXJsmm/Dd+m2LRxAoGvoFVMmKMRBC6syzmxGTKdwjoODIGM65W5Ihz6Jj4pJIlCJ86wRMDUYuCbhEelqWnoag2R60FVqjC1BkJC1cV+hGaYoMX5WCBMFeDXRQJ/rILEpEhsQokB9um49KHkMp4BJJ6WfUvqaQcl2mqUyvCNQdLrIiW4crSG47iczwoAjYMHDyNkX/XaGGZmNnJMHur1Oqq1GnXKUNoAnD+PMK/RGMcYoahDu61WB61WmzHLoJSGrJXlpWVUymW2K0FzzlKOUeavVPJxlKDv8JEj2LZtWx7vacJfh7E6dOQwmisr2LJ1Kx7z2Mdi+/nbsXnzFkxMTOW2u/S5TZB7cn4OXY7BcCxu7j/74dhcx8nHs7i0mH/x85EjR9FsNjnHYV4elAJYAkbxRe4BY/Qq/GNKcOcSyAVc4y7nwGVea00Wl+UibQQIJlxTuaQxx6WhlWI954DrI10VWXeim3HtS7wc9in9ioD6WH2JD2J3KKvF90jknk15/6YjPyekTNoPBDSrBgLkKZ1iOvAdqy+l1Gru3CZX/tcL8byfugCSPv+nL4bIlf/1Yl5fjB/+mUfl8oKrH40X/Myj8fxXyfVOlg1lcP38q3dC5Id++kJc+dM7TpMfetVFOFOuZNmojNajeBURKCJQRKCIQBGBIgLfcgTk3zPynXvybxM5vScGpUzS+1Fw6bO3Y/cnjwC37sa+e4FM96nP7TtzaHjzx/Ozfbhuzx7Iabyztj14I675jTuA1RN496p7mpHZwffv/aWc7rsD7yQcvMdjqKfp39eLI9i392LszCnZ5asQcvVk3J4PQWCknHbcJ+M7eAt277jifoaK+Pa9HvJz8+0LTWH53iOg7726qC0iIBHI+JFyz3xKQGQjG3alZAlxI81rKlEnI4xIpFouKRkywo18gy6b9DMkI2gaitEuwYw3EMkrkz9+aplmBDwDyZAQRCVRxDRCRvCm0owgTAQw3MRbYyGQ0NA3S0hhCUIclmle///s/Qe4ZVd55wn/19rx5HRzrKQKigiEEchEGwZJttvYdPM1OHQ3/Xk88DyNp8Ezjx8bMMHTM23oNu7BdvsZehwQNtPgdvNZgiEbELGQQKmCKte9t2489+Sw4/d/97m3VCWVREkIpELn1HnP2nvFd/3X2qdq/Wrts7VWhHEOUgQtlm3AdSzILqiU6xLGZAlcbEAb7I1Gn3X3CPt6noc+QVOv10dyyy3byKZzGB+bRD5bhJY/SoPRCAIf0lfwvF5rYLPWQSY3CtstoVAaZeiiurnJNjRkd5f8ppqAtpCwDQSaO+Z3QIDPPMMlQqAjR45gbX0t0VSAYS6bgYCXgBr49Ev82bN7N2HfKOGNhSaBDh2A3I7bJnSqVzextLAAr9dDneBH4AwlwPj4KPL5DEwLaDU30GpsYH1tEZm0ibRrwbUtpAiycqksMoQ9lt+D16khndbI5lnI9JAqGEgXFLyohlA14WQIhEzAzbpQjgnf0mgEHmI3Bbc0ThCXx/j8AUxM70O5NAvHLtOHSayutgl/HWpTgheYcNwC4ZqMRQbKcGgW49hvZQGRhcg30e8pwlBaB7DTWaiMC6uQgVNI06csyqPUw3EAwiXFTmrLIeTKIJ0qJbv0bJhwBMZqDVdHrG+TYLQO0+pjdCRDqJbF+FgFo5USbNOEQw3KpQoMw4bjpDE7Ow+5Dde2bNaZhuymAxQhZpeg10dAEKYUWJ/B8QI2NzdQrzdQLBRYrsHxjFmXBctJoch6Z2d2Ynx8DpnMCPq+hY1mgMOnzmGN8NAm8HRTGV4XFn2xOTYOXPZNs4GQ8yAKQ87LDgyeO9JP+lsqcl5qAyGvm0DmcbcPxApaGTQNy7Dg2i7jgDTH55oDV8PmmHt+H9rUzCr+MZ9lwCT8MxgH1h/GhHmyy5VwNmC7Ma898KU0YNkm/TNhsV2b15yYAZVcmxF9UJB6NSh7YhGw9d8BGlqZ0JrGUEEjMcX8seRXSf6kHNsTuCcm/4AGX4r5eelAs13DYFmtEAOJxgySt1IqCZ/pj/ye4yjsOYHsroeR2Xn0EibxYkzbIcbj7VDy75DzgeV2H8NjbBfjnoQ903oM2x8qMFRgqMBQgaECV4oCH/nIRyA7886ePXtJl//3//1/R4//3r5k4tMV+bJbsfMzX8RHP38St75y6lG17sR+bO/skySBX6/FrRft7pP4LZt9FW7dy2PZUfcuAXw8voz3vj1C02QnHEHfo/IfOXbyUTFyejc+Kre9zv4K7kgAn8T98Ca34v7RnrcQ4k0lOxT/RNp4dLXSx2Ofxke/9Gns3Lr9eGrHTgyA5lbmS+3G24JrWzmwdGqrX4x/ol1+l1X3dqVPFIrfV/DYPFHXnom051Kb+rnU2WFfn4oCskyOuVgehOCRWBxHXEwryJo5juMkVFxUa1rMZkICgECMEEBrDdMyL2EWLNM5b7Es5MkFyQwQEUoIENg2RTAxMHApr2gS0hP6IW2JRWxP3FNgPCFiHIXkZfSdcLHf76Pb7Sa7niTs9br8C7iLdqfNsANPQFm3QygTQNFfh9AlRaAils3lpVps1KqQ3VV9Qr6IpKHVbEMAmoKCVop19Fk+ZH19HgeYmJxCOkvIYqXRaPtY3aghZt2FcpnwaAQmIYzs+jpHiFckjJmanIQAPamz2Wri+InjrMfDtddeh507duD06VPQWrEfHYIYW1qF/J7aAw88yHYjKKUIqXq49557US6WCKYqkNt4s5kM/QPTugRXFeaLsLKyxL7XoQ0fbkpjdDTHMikYOkAu66BUyCImoHIIdwwiGNeIUcy79JlwJ+7BTmukczZMN+YxoOwQ2gastIOQPtbaTdSpZ2l8AuWJaSgrg2Y3RqSzSGdHCZaKaBNg+X2NXicmXPRR3+yiUeuhttlGdaNBUOah1e4SOm5ibbXKsdSwrRRWljkO9R5cJ5+Yx7nhFnlcyCFFswn6IgNw0ik4hKGxodEhpNWGjRzHA+B5q4UsgV0pk4bfbaJYcND3auj162i21tl2DZ12HWDfS6UCDG0wvg1OKwQyNyNwDCsoFAqoC8QlRJU56Hs+yyj6GkFAme97SVgqFVlnB6dOnUatVoeAvkp5lGN7PcclwImTZ7Bjx17s2n01RkZmkM6N4NobfwpuroCeHyFNmCy3Cs/OzLHPLqFdCGmrzX5sEhZ32h1YpsW6emg1W8m8kPMe52qLeQJeVJZlI5VKQyaz7/uEXxH1tBGxUzKPpL6A15BHn/teD81OE812i8DVI/j02Q8PoVxvNEmX/hoEf5ZtscoY7W4L7V4bci3J9SYmv7cZ8jsgTto3YVoWDNOE0po6bZtCQB8C6iogUsaHk5TpassG+ZTSLGtBs7xhamitoRTz0AxtwiBQ5CH7FYADwDcHiTXIWynmk4Nn2N5/Wwfvu629ZS2GLbz/9nZi77tNzps8HsT9wc9JfIfnXVoH77u1zfwXmJw/2m5rMs/F9v7bpb5L2zMsx7D5oQJDBYYKDBUYKvBsUeAJ/XjPe96Df/2v/zUkfNGLXsT/mF5N8kdcY3zyk59Mjn/nd34H/+Sf/JPk+PI/PnPRb+794B1tt+DWPX+EPzp26wW33263Jjvk3oLDr7sJgwdL/AIO/+b7k91ql3xoAyT/p/Bb2xDpppvwhLfaEs695TbgSPLQDNb9WtmJt9X2VhoEFLKe7d8O3ErF4aQM/XrdH+EIXpvcHruddvnhxVr9yZ5P4eB7b0mK3/LeT+HWz/zCVr/ZzvkHWUzhVa89iT/6452PQM6XvR+f2vMnj+T9s/34w0f/BqD0B287n+e3j+3E9q3Rd/zmYfwC+5hofL6dxA3gcureyrod/GSMzXZvhuEzrYB+ph0Ytn/lKiDrZbGYAER6YRqaC2yaloW0LKxjQMVcuAcQmPCDLIGEUMkfSMVQwJbJwn3bbEIK23IIJmgEGiYX9mKGYeLCV0hgEG2Z1C0wzTSsJIvUZTs2NH1VNIOQIiSAEHDnE27IziDHdpAvFAlWsnAcF/lMAeVyJYnrEwZWCXRqtRoEYpj0o0igNjE+jhyBTKlURnWzjlNnzsJ20+gTBlYmJlGojKAyNkFgE6DeaBKWxCiVy1ivbuC799yD8YkJjE9OoFqtYm5+Drv37CEU6sFh+xHllNt/Gyx38uSp5FbSlJuhfzkCnQ7bLaLX8yFxJ44fRzqVwv59ezE5PpYcr6+v4f77v4fllQUCmw5B5TqOPnw/zi2fhGn7rEdBIFex4CJPcOdYMeKoA/mhf8PVKI0UkMo6cAjwQM0UNUtlsxibmkaO/e0RphrUzGGcQKnJqTnYSY/IKwAAEABJREFUdgaLCyto1Dtw7DRajS7WVqpYObeO6noN6yvrMJWJTqODVq0Fx3CgIw2TfyxFaBQgeXhJHCnUNhtYYf4GoWoQAqtrG/Qnh3ypAosAs0l4m6+UUZkcQ7ZcgJlxUJSHc5RLyBYLyBVysGwDNqHe9PQUxsdlLNPYs2cHypUi4w1sbKxwvvZhEGb2vBaCoAeAOtCy2RyPFSLC7IDASh6KIbfBjo2NYnx0LIFkFY7lOM8bjQbkH3z9fg/r6xsoFstJ2VQqk4xTJpPHkSMP46EHj6BQrGBqeh5H+b+dR48eT27Xnp6chewOnZ2cRyFbQqkwQqAX82rQyLCv6XQaPIHiODiOA/FRfOr3+4RrfQLgLn0PkEq5HNcMw1Qyp+Tpzx4BpEMNBP5Jfil37twSLMtCqUStOH4lzmXZWVqkdorQrB/48Al7oRQUr/OY7XJIwGHg3LHpUw5lwsoC4anNa2HbpM5tA5S4iSd+Mc8TZxjUEUsmfijFWhXk2o14gWitYWgD8r3DJMhLKeahyfHQhgoMFRgq8MMpMCw9VGCowHNJAdM0k+7Kjr1f/uVfTh7CcO7cOf4bchxKKRj8N9IDDzyAD33oQ/iP//E/4rOf/WwSD762y/Lwcd63JLfCDh4CMbid9A6BTARLd2xBq6Tgo87lAQwHL3iQw9Sv3YH3n9+dd3Gd2/FSJqk7qfDCDwF8g7Yf8eP9uIVZpMzBg4NjnibvQdwg//t/7Vdwx9btr5J4UdrLtupN/LzYp0fXKWV/sD26joO4uD9b7R0c+PZofR7dpmh2vr+Jj+IB2zh/DFzYnzve+36cHxMCvIvLXlzucupm7Xj/VlvSzsV9EV/EHtWnpG+D8ZAyj+7TIG7Q/x/v2IivQ3u2KDCEe8+WkXiW+8HlMaBw0UspTh/GCTiTxTSX2kznJ+OU1tD8S09M/uIz+ZffJc00IH/5iUk+bbAczdAMLzBWfMGbbRC2gKaZR8omZhhQzEWemITSdnJOP0AgI+fSBrMkbznWhgFD68TAUkop+SSoCRGSIPW7fUKoKtqtDiFJGq6bStJtgpBysUgIlodL8JbLZQlQXMhv18lTgFudLrKFAnwCL9lBtpOQzs1kcWZxCafPLqLB+pRpIyQh6QcRfLZ13fNugECUjVoVfhjAdh0CrDU0CPOOEPq0Wl0I5FLQkFtD5VhgV73WhGU69MuA3Coc+AGHQ+GhBx7EJqGh7N5bXVlmekzI2kUU99FsrrPuM6g1z7GtGs6tHMfi8jG4qYgALABUF4blIwibSGc17LQBK6XhZh2YroWO10NM7bTrosv/tdxkf6vSJ54XCLqm5nei3u7j1Nll1Bo9bBLqrazVsLK2iVq9nVi90aYvBuOqhJt1NJod+lTF2nqN/mwQQlZRr3fhBwoxAWDAdnqEqp1ejzoFyW68tWoNa/UGGh2OU7uNcxurqLZriAgms5Us+vChCCbttA1Wgb7fg9fvIpWy0e210G43EBNRBYwvFnPIsH/NVhVB1INpAUHgQWkFy7IJWbuI6IPsjFtcXEAhn+e8MSC73hqNOmampyG76I4efTj5TUPDMAkMHRQJyk6dOoNMJgfbSmGDOjSogSLAbDa7mJ/fjV7Xx56r9qPJMV6nRnGo8Z1vfBdryxuEnSZWl9axeGaZoPQcVldWYWgN+T3HMqGqtCsgLksoVyHclDla5NzM5XIYHR3lXHFgcKwkfWxkDBJKP9rUS+BerVajDm3ODZ99JGRtNtEjJOxwTAVkpjJpFEoFpHMZgO3GSkOxbzGPAwK1bs9Du9dHs91Nysn3wbYFBOY+Qajn+xAAF0ZhEko6JyTnGd+KShgGtr8fYo4IL1ckeSCvmB+MjSOOhz8w1hvHCszKNI0gjDg2MZQ2oA2DcRe/lVIX1Hdx2o/kbFjpUIGhAkMFhgoMFRgqcMUr8K/+1b/Ce9/7Xuzduxff+MY38O/+3b9L+vSbv/mbePe73413vetd/Leejb/5m79JzOW/gyVOyrz5zW9O8g4/hgoMFRgq8ONSQP+4Ghq2c+UroJLV+KAfSikIWOPnYIEdg4trLtwJP2S3HOKY624a42WRLpDgUiZpMcuIhVywb5vAB1zwSvJJnbSAIGzbfD9IoIRPeCC3ACopwzYllJ1JCTDggt+gWaZJEOdAdhIZBAC2bRPmZAm0UkmcS5iWzWQSaFMsFJHNZGEZFhzbRVp23xH01WS33iZhSLNNSNRHn6Cp1WoSQtVRIySp1TcRxCFMx0ZEjaZnZ7HB+DRBi08AkS9VCEoqGJ2YQiqTRzZfTs61ZaPeaiGVTRNyNbC0vISHHjqEGsGem0rTxyz11TC0TXOovYV8vgg2hYybRehHyKSykB2MAnBCAhXRoNPugAMBzbEzDZY3QKDYRbtTJeiqo+9V0fPWCdCqiNCAF9ZgWH0EURNesIlcwUSx7CKVtxCbESIdIYgDgh62lXKhCDZrnR56EWBn87CoWZfAp9n3cXphDdVaF3aqADddRKhs1NseoVzIsIt1QslVwrn1TbYVAj32oUmNqR7a/RCbzR5avRDVRh+rGw0CvBbbjqAtCz7nivwmYp1AqcH2zxJ4RRzfeq+DjeYmPOUDAvVyNpycCzNlQduaOlI/A9QQhFwppLPsg4qQI7gyTYV8IYM0QWAQdqlNJwGAnXaLoM9Cmn0zOG9S7PfIyAjHI0ImnYbs1pNbWuv1ehIHvjhNeRzDMEwUCyUY2uRc8Qn9IkxMzMA2UzCoR4Hjf/LEGaTTeYyNTqJSGcc119yAcR7HPnD2xAK6BKNpO41itgQI6KS+HYK5DYLbarWK5eVldAni5BpJpzNIpVKJ2bbNMM2608jn8hDfu3IbOjX2vABKKZj0T2udHEeEZ1KHwDi5/nzfg0eY6jEUvVkBFGG8mIyBNm2YlgOT14dhuUyzAW0CChiYgmGa0IYBaJWE0pahDZ6qZF7K3JQ2I/YpomgRfZA8WvJrjcHxdmjAJHE1WaeYpAGaTRnU0oIcg8Av4vcJT86/lVLnj4cHQwW2FVhZWcGhQ4dwzz334Lvf/e7QhhoM58BwDlwRc0C+s+S7S77Dtr/PhuGPToGpqSm8853vxKc+9SkubWLILbi/+7u/iz/90z+F7OaT23T/9m//Npk7999/Pz7xiU8kt+5KmcnJyR+dY8OahwoMFbgiFfhRO61/1A0M6//JVEAW5ErJolkh5h8kx+xrLGv2GOoxC/PtBfqlQoOLeIMLd/O8GYQIsni/lAm0cAjPxCQ9JhAQiwgH6MHWW9EllRxLmkBDnwBQTIBFj1CuT3DBv6nlTYjTQ4eApNvtQsCYwMaAgEwgQrFQSG6dlbZCgkWBl0Hgo9luotNtES56bCcmKEwT1BXRIlBrtNqoNZtoEMLM79qFn375K3DdDTdidGwCmlAkCGMUiiUIBOx5Piqjo6iMjMIjtArZn4nJCUzPTrPOTAJoRpkmu/IsM4VycQRT41PIZYsolUZQLJZhWynCxgCzsztgOymY2mR6DgJ6xB+yExi2BYMASyGANgJkMgYBVBvN1irLBHDcmL5voN5cR6dXI0jrITY8QjkPdkojhAdtKxTKRRQrZfT6HvvvIZ0tYHJ2DkUCr1XCz7NLy4STawSXJSjTRc+LYNA/PzSwVm2iSjDaj0L4AJYJp3pRgDa17jAuJpCKHRPKNhHR18gAAhWiSWjX7sfosK71Wot+2Yi1BctJg3wX9UYHTYK+UCkYKQfVVh0nFk+hz1Y8+h2aIfvDfjia/TThOAZstmFamr4pWLZOzikI+1TH2vpiAvfctIOe32VcGyMjFfa5j43NDaysLkPgWjKH2GbMa6DJ8TYMA+VSmfpqnFs6B60Mzi+NqclZjk8EDi/hcRGKfywCsSLHUoBenaBzZXWVc8mHZVnJbkABcs+7/nmYmZxG1skgR4hbyOQJsjQgEItzSGnNudtHo1Fn2QC2ZSPgHK1uVFGvsR8EGAHHaXWZY0wQl8nkUOK8SxNKZrJZlDmOGUJLMct0kGW6gqbPgNYGBOzJdSHwMgwimIaV+K85v2L6EBBY9whye2zD90PIPFPsc2L0Ta4VgW0Rx5ZO48KXUjGUjiDhhfGa5TTb1kmo6cfADEPDTMCeRT8MllOQP/wgsA4hL6VUkh8XvJRSF5wND5/rCvT7/QTqdTodfl/O4sYbb8QLXvCCoQ01GM6B4Ry4IuaAfGfN8j+O5TtMIJ98pz3Xv9d/HP3ft29f8rvYcRzj/e9//0VNvu51r4PHNYWMye23335R2lM8eY4Wm8KvvPdXMPUc7f2w20MFng4F9NNRybCOn2QFZGEsdnEfY54qpcB3smZXPL/wncSDsXxHXPFfbBGiSIwwgLRDFv5iCrGUSCxmGQFxl7KA8GLbTNNCJp1NTG5TRFKan2xX/gJWigegi/zLWCkNpVRiUr9HKEE3CEQckKfRYjAbvQDBjpfcqih/WQu0EVBjsa1SuQz5XbJcNg/HtCFPHM3lsgRDFhrNBs6dW4btpghNRrDnqr0YHZ+ASajynYPfxZkzCwQwIQFPjDFCvs3NOs6cPYtUOoWzC4soEx6dPH0Sq2urCUSiu8w3Sqg0ijwB44EDV+NVr3w1bn7RS/Gyn/5ZvOiFP439+65HsTBGKFNGvwd02yFedsvPYnbqKlSK03CtAqandqAyOo5SpYLxiRGCkYDw6Cx6vSr9DihOh/9gOYlabYPAag2nTh9Du1dHpmDBSsXEYx0Ctj5C5SNbyBCSBYSAbWhtwUllkcqWECkbqxtNPHxiEe1ugFSmCGgHykgR6HWw2ezj3HoVzX4X9X4bndiHU8oCaQtG1kGXGM7ImggsH572aER/BIl2JkUfXITQNBN+pNHluPUJkpoEqGtrG1hbq1LXCM1WDys8rzVbWCIoqxJ4LRLCtbwucpUCkh18bA92zNb66MdduFkbJsGe73to1GqQW277vX7yj7T1jXUsLJ1FWx4s0apheWWBfe8zv8HQR71ZS9KXV85xTpQREbb1ez6ahJcew1FqLr4FXoiYfo+Ux5FycjC1i1te8kqk3Dza9LnX9eh7G6dPnyGo9CHg8PCRQ9gxP49et4dmvYWU7WJ2cgalfAlT4zMEiKNwCTYpMufNCKZm5xArhc1Gk6ArhsS7jotOqwMda+QyuSTc4BhUCWDFZMffqTOnIcchIV2bIDrlpgk+Hbicw47N8YNiv0LO2RCygBB9NggOM+kMioUiigSFuVwe8luChmGyn4AAv5jlAsJAidOEdIY2GKM415jCwDA0DJNmKGgDAEEfEyGvgLRW4HlA4OsnQD7g+AYcEx9dwnexPmFiyO+BiBeuXMuWZUHaSL5X2BepZ9vke2DbtuOG4XNXgRMnTqDM7/GdO3ciS8CtFCfkc1eOYc+vaAWGzj8XFVBKJd9d8h0m32XynfZc1GHY56ECQwWGCgwVeKwC+rFRw5ihAo9WQBY/MlU0lEpW4lyHKygl5xoCxACFi18qiQb1MXoAABAASURBVJHPOFYEDoQzEcM4RsgFeRiHkIW54rHeMhIEIAwSk7W+ZdoQMxkqtrttslCPCP/EAi7w+55PGOcTAITQ9AlQAIGGAIuYbZqGTVjhwjTNpL5MOgu5xTLlZmDAguZn2skkt7VOjE/CsVNIEXKME8wZhoG27AgjMKhWa8nv70kbKdfF2CihWy6HgO13Ox0UCOCmZ2ZQIPBod7pYXV2H+LhIcFdj2c3NGuFEHzMzcwQqVaQI9Xbs2EGgEyCddiFAZ5SAT/5HNuXYyHHh2e20WaaNTQKZf/zHr+Hzn/8y1teaOHFsBYtnapiZ2Idsehy9jiYfyaJTj/HVz98DKxrHWGE/Jkr7EQcOGvUO4WMLp049zPKnEEd1VDdOwetvot9rIiREWVleI5xcQZcwrNmrYWHtBCKrjdjuwSF4K47moQWEBT4ahEiOlUYqU0AvNAgnG+h1Uxgf34d0ZgydXoxmO8D6Rh/dnoNNQsfS5ATssgGjYgMjWfTSMZyJDKICYI9yHIox8tMWdl47hspsHnnmSVNfphIijSOTLcIwHY5lmn1VSFkusg7hn2HBMl3CrgxBbYZwrYd0uohUqoDSyDjS+TwyhRwyI0VEWQsh+xJmAeRiRHbEPhnokYx2Or3k4R1Z+m9ZRcSxAdu20ek24Yc0aqatPvpBk3CzQX+cxLSOIWPrullcc/UNiCMDpcIIdszuIpTLwPciOFaaadejkB3D8lITRw8vIeWUqVmAEydOY3RsHLJ7s1qr4tTCSWpXh2K9r3j5y3DLi2/B3j37MU5YGHoxGpseLJVBuThG8DtOH/JY4fyo93qAZSbn2UwetY06TGUh8mPILb31ah1FaiG3EWezOeTzRZRLFeSosYKifi58gjWXmso5GJfmdZDPZJG2XWQI/HLpDFK2A6mrUWugRyAYBwEsrZDPplEqFllfideaDcuyEfHaV7zCFK9Ln/+rHUcRDOblGwoxLUoMPN42pcA4BaUUTMOEJeN7kdkwlJmky7Wo1CCvfC+E/M8CJgBsE1BQSkFrzbmQSo6VUnhGX40Gwv/8n+G95jXwXvKSJ2Xd178ea1/7Gq/Rc0/Ozl2cf3l5mddIExHH4hnV4hloXG5jc12X31Pjz0DrwyaHCgwVGCrw9CowPj4O+U6T77ant+ZhbUMFhgoMFRgqcCUqoK9Ep4c+P9MKDBbISikumMUXJR8XmebqXRbVEhpcoJumxQU/jYt0k5AtMYKzCxfnSinoLQNfsvgUi6MYssjfNkOb2DZmSxapMReqsrgnO4SYOBZHQEgoJw+5kFDi+z0P5IrwvZBgxWM62KYNBZMwIkXoVocAwyCIEmADphQI7QRU2I4Dk/2QWx5lt1ONcCMkXBS/yuVK4tPa2jrW1zdgEUimUxmImSyTSqUhO53yuTzOnDqNDCGJS3AU+B6ymTRGKhXIeb1eR22zihMnT+CBB+7DxvoaTpw4joePHkXEtjYJCTvtPnwCGzI2HD9+BpXKJMZGp1Em7FGRhUa1hdr6JuqEO81aiwAvRKvVZn+q7G8AbSjYjgXHsQlF+4yL0Ov7CKlhz+uj1W1jvbaBs4sLOHriGBaWl7BeryFWGueWV6DZn2yukECkxmYLG0sbgG8AoQlTpdCsd9lWE7VWB53QRzv00IMHt+zCLpiI0j5S4ybycxlU9hRQviqH6etHcNXNM/iZX7oJt77hFrzkf7gBlbkcQABo5giJCBU9RPBUjF4Uokct+vS3SxjFoUKbYG6z2uRcMDlX0oSZPYSBJhgN2McI51bWECqAVAjaNVBvN7BWW8fZlUUcP0uY1u2wdnYhAsFlC61mBw4hr09wC6akUjbnRR9agwDRSnb+pN0MRspjGB+bRqU0zvxZ1OttTE3OcXzzkHG68XkvwI753Qj8CAtnlmATkmXTeRTyZY7bKHLZAuR27BYh2dLSIq7atweFUh4223voyCH8w1134pvf+haWqXudQHXfVftx1c69nMMKvY6P2kaDx0DKScPWFhQ7GfRDNDYbnA9lOKaLOACCfoCJsUlEvB7ahNWyIzAgCGs2m+ix781Wk3OkRd1qhL09atZn2GVal2EPPsFcSK0jlokY5jOc23I9KINgOITX66Pb7rDPXciO2JhwHTB4bZnUzILB696yHI6NxTgNpRQUh0MplZyb/C4wTYPXlwGD3w+JMU4rzXzqsSbltAGDZQzmk+8JnxeEPLBj8AWA86/B90J8/vyZPAj/9m8R/vVfg2I/aTcMQjrre9970uUeXUD0aLVa/E+L9qOTfuLPq9Uq5CEzP/EdHXZwqMBQgeeMAvKdJt9tz5kODzv6OAqcxIc/pFB+z9X48MLjZHkuRx98E8p/eddzWYFh358jCugn0c9h1qECFymgFBfdNIlUSklw3mSxLbAoMQIF2VHzGCOkkd17stjctogELjGCm6RsEoYET49YJOW2TBpMAACpi1IKStEYKWBRoJqYIiCwTBsC+1w3BaUMGAlscGGZDjyCPtl1ZZsplIojBDM5aG0QhMSEHU0CmzprBEFMNoE64+OTCSjJpHOQXYVQmmCjh3NL55DJZBMrFGTnF7C4eI6QKYJAvzqBy/GHj0N2/bW5uBaI1+t2ERCcCNQUaFirbhIiBVyAjmB+fg7jE2NQdFzgh9wSqbXJRXkX64SIij5OTE2jSYh2/XU3opQvIWWlsH/PXkyOllHMpWCbmmaikC+yHkVo46PrBRAgFkHDMGw4hFTaMNHpdUCV4RHINQmbmp0OIVgHS6tr2CQEWt3Y5DgAtpNCOpsnxNzE5irj2j6ydgYm//Q6fTQbbawzb5UADSkNnQNCp49U2cLcvmnsf8EuXPuSXXjhz16LW25/AW75+Rfg5p9/Pm7+uRsxd10ZpTlgfE8OO66bxsSecZTnRpEayUFlbCiXlnIREOh41L3PkYmoA5RJ3xRBE6AiG9lUAY1aF91OANtOw2eHBbrKDr1Wq4Fao4bl1RVs1KrJgzrWCFSbHIue73M++NTMJqgirGJci31vNhtIp9lH6p/L5An1COYyRZgqlbSXSRcJ08YItmKCtiwcJ4tez0dts8l6eowPyHM60Cw/NzePeq2OKjUyDZtzrgyH0C8MA0LRKscmgJNyML97JyampjAxPUWwCmxwbjx87ATBYxsp9inlZDA2Mg6v6yNtOigSGpbo00hhBDMTM0gT+JXyRfpVBmc80m4aWY5bKpXC+MQ40gwLhQJK5SKKxQIhY4Vzl3lyWbgEdw7hs2tbcCyLeliwOEdMai0W9Kk8r2uJSzlu4r/JMYjCmPM35rWmYGgLpmHTHFiEjDbnplxvgE6uLbnmJX8YxQgJDS9lEec+EOPRFvF7Ioll2Yh5lFLQ/A5Ivgt4jGfpK/xv/w0k0E/NO/aZ4j61spcoJbdhXyL6JzpKbunOEEz/RHdy2LmhAkMFnlMKyHeafLc9pzr9E9PZu/Ab71EEco/YzXeefEq9+9xf7sI78QHc++6H8NZlgizW+xsHL7+qz/2l+PAmfO6xRa6omMfrx+ce/Bhw6o5nXf9O33l1Mv4XjvugDzIeYk/vmAzqfmydjxf/4xn8R10H5yHs48U/Oa+ea9+P+snJM8z9XFdAFuSigVIKBhf7ShlQSkHWnYqLdqU0FOO43k7iJFSKKbLwFjM0tITbpngu6TSlmG/LZBePbdkYmIULy4CvZGHPUBohSmAQQykF+SPAABHojdStYRFIOJYDxAqGthAzxSb40AR8YaQQ+DHbcVmWQM+P0Ki3EQcKI+URZLkQNJRG2nUJS1IICQL77R5CP0TQ99Fk3lajgzwhikPgMlIeZd4MgU4HURCgWMhjYnwce3btxtTkJKYJawICpE6rneyGsgipBPSdPX0GAvkyBC5twqSVc+cQhxEsapzN5TA7O0fgN4Z+t896Q8IiD6vVOo6fWSK4Al8Gdu/ah107rsLOuR30PYtyIUXglwZ7hQL74VgW2UCESEmMSdAXwSEQMmwHAQcwNoFaq4Zmr4kAEbr0v8m+Nlo9grANLJxbBkwblbFJKEIb8jI41HF8bIrAsY96s4uFlXU0+wGMbAZG0QZyPlJjEWauKaIwb+LGVx3Ay26/Ds+/ZR4HbhrD9P48xvbQ9paRn88hzBSxWIvhjpSw63n7se+nrsXeF+7HVS/Yh73Pvwb5qVEgk0ZInfocv4BQK7YcRIaJdrdHaNZEn0CvutqCiTRM5fI8RLk0jn4vSADb+sYGBPJ15ff/Wk363USt0UC33+PcAFLpNNLUq9fvU68ASitqxWOOm2OmYGonqbNe7aG20YOl6LdnAaENW2XQaviob/ZgmzksLa4lGrVkvP0AnW4HnH4EdRuIOL4ry8ucb/UEpoEv2U1Xq9cJWJmX/pxePIv7H3wQqxtVaI7f/M6d2CQYDIIYjc0WzMhkLx0UrRyyBI39agfoRug3PfTbPudUBNmF2OCckn577JNAtFqthnqjTjDcgDyMo92mbt02x7HFedkD5MKlbYN0OVf0T+ZkTKCmwD8xEPA68Psegl6f5QIEvD4CzpuIkyPgteQTJPc9n/oF0BwvlyC5QAidyxVgGg7iWIPNMM2A1mIaht4yXhuGxDHUhgHDMGGaVmIW56EWIVle8RpWEtJAv2Iatl7yfSWmlNqKeWYD87eWYL67/ZTNeIX/tHVAdHnaKrtCKpI+K/XsmAtXiGRDN4cKXKYCw2zPlAJKKch32zPV/rDdp0GBHXei+u4TeF8ROHpwF54MlNtu/dW/HqP6trdjfjviWRomEOk8vPnxOZno8+478OofX5M/sCXR4saDhy7Od/BNeMMp4PW3czzf/AHsxcfwhmdAr4ud+tGenb7zHfgEm5A+33vTAeDU7RDY+XjxzHrZ74WFBfz7f//vUeO657ILXeEZ9RXu/9D9Z1ABrTSUunChJMcKij6pJE3SNWQXnyz4H7EwgSbJeUggEPKcJtBB4EZiQYiQaQMLoS74g+RYPjF4EUzxXzZJOwIKgoh1EjB4hDEBgUrIuvoEEAIKGvUmPAEOBHNRBDhOigAvh3arA60MyC2LHvN6HuEIgcXIyAimCeQ0+9Nk2WatAZ9lN9Y3kvyFfAG5bB5am3SB/8BinTYhjE0wKbBCdmedPHESJ46fYHqMfXv3oU3QUymXYJkW0qk0LYW11VXk83lMTEzgmmuuxp49uwnwejh79iyWCfpk559JODIzM4tKuYKRkVFYbgrtnoeFhXM4c3ox+W21QraEkVIFL7vlp3Dra16JG6/n/wjlc9AgtHJctlGEabnosFyj00NTbtEkkImURhiHsFMWvKCPOmFPj9r1CZE2NutYXa8SfvkojYwRovXRaHXRoj5OOotmp4sNedprdRMdGUfbRjPyYOQ1xnYVsefGScxdU0JpzkCZ/+qozACjkyZyZeqfH5hvAGRl6MQWlusKxxZ8bHQBs2Alv8G3+/ppXPuiq/GiV74M17/ohZjcuRt5QkYzV0KDfbGp47Xv4JO1AAAQAElEQVTX30CNNaqrNcSeht+Jsba8SW03Ud1oQmvWTUBZJSir1qroBR46BHx9v08tLShDw7QtyPzzOH8mOe5y+7RBsFQplyFzSHOOWIR7hWwZs1M7MTk6DxWlaA507GBqYh62kYFtZZByC3DdHMdnCRMEu7s5pgLujhw9iue/4PnQbE/mj+wMXFg4g1tueQmyhKLTMzMEeDUcOXoE2jQwv3MHdu3Zk/wu3+kzC7BsF8ViGS5hcq/ZR32tgV6tg9pSFU5kwYltBAScOqaokUZM+JXmOEk/BCgWCwX0el2USvxXZBzBdkz6a8AwVWJyzZmGHBuJj1rrQagYagOIgVanBZ/zwyZYTfEakl2BGY6BmEv/BL5ZpgmTZvFaMGkBQWCf1063y2uLADgMWdE2kOM1LIsTxkj1tBhyLt8dcv2KyfdF3+vz+vXYtg9O18QXZobmd4Kmf0oM8m2Bi15KqYvOn6kTvSvCD2Moxc+U609Pu8NahgoMFRgqMFRgqMBQgUsosBNvveWNF8WfvpP/hn+PSnZ2ld9zNT68sJW88EHcfD6e6YQ/AorK73nTxTvTHnzTVlmVwJJB6bsu3i3IsoP4iz8vbvtR9W5lvTjPtn8nk9uDb77zgxe0M0gTH99AcCXwpkz/E4hJmJX4vdUngTrA5fh4OXm2HGUgbSft8BhJm+o8RB30Y+Djpdveauu8VoM+btc3qJvjwD5txz2mnkePDfv7zlMH8L7bBeCJU5ewmQO4ntF7Rw7wc/u95cuHPojTSdTFviRRycdWvsQn+nbe9yTxiT+eQJ+kr3/5wWSMZQzFknFManycNtnXi+bred+TQpi//SHC7Rh/fhMwf8ObsXcQ/bjxW8mXFcxwTfWqV70KH/rQh9BoNC6rzJWeSV/pHRj6/8wooJSC0jSlHnHg/OH5A4CHSiko9SgjMFBKJ4t/ueX0ETNhGiYMQ0Op7TIal/OSxb1hGLAUyysDButXXPYDClKngDzDsAgyHEKXFDKZXBIKeDDYpvgwNjqK8bExxjtoNps4ffoUlpeX0e324LguKoR9tuNAfkNPdncJgJCHKQQEiHOzc6jX6kne2maNAKXPelLI5fLMn8KxYw/ji1/4AiqVUnL7pQBEASmVSgU//dKXEuzksLGxAdkZJXEHrj6A0dER+pllD0DgswkBlpuNOsbGxyDwySGwGxubQLPewplTC8hn8jCVgeWlM8ikLbzgBVfh5p96AfZftQeu7WB+fifmduzC1MwcZuZ2QFsWYm0gggHbtaBNQJma54BP+tkngBFrt3tQ1K5JCHp28RzqrTayBEy9MEKN2rQIYpFyYeSy8B0T+akRzOwdR37SxMz+AnZeV0FmPIBKe3CzYGvA5gZw/GgDB7+zia999Rw+/7mTuOuzx/Cte5dw6EQD9x2u4Vvfq+Lb9zVw7KyHc5s+7HwK07t24aprr8PY7E7ETg4Wx7HT76HeaKFUrCCfLUCFBryWD0Qm5NbcZrNDXYEywahF4KS0hnZs2CknMZI5Qss2Ot0uAvZbM49PGBUrQACV7Hxr8C8FRc8FZk1PzABsI58pI5sqw7WyTLEgv4OnlUWtM2zXh/z+nmFa6Pseur0eiqUi1qvrWFxaxOzcLKamp1AqFTA1NYHPfe6zqNfrsCwTAhNvvvnFEPhbrzfw4AMPcR6uwuA8zbK/9VoLjpVGKV/BRGUCBbeICoGjQ7CXd/OYnZxDjqDXMlPUowREMQLC7h59gIphWRbnZxe8RNDrt9Fq11GrbSAg2K3VN9D3uuh225AHxXS7ncR3n2McEHqKlfJltu8g8HwIDPcZBgKJqR1I20IC9sH8DgnpQ0ScR1EIBH6Mfs8nIA84HgpaGdCcfyzCdwy5ni40xXES/cUM04BFLZNjQ8ppKKXAj4vL8gxbL6UUkxXb0Bi+hgoMFRgqMFRgqMBQgaECz04FCGnu/hhdO4AbJhgQiLzh4CHIbqbqu2N8fMchvPOTH8RpMN8n34GjIBh6c4wq4dD7fuY2Fnjs+xO15+Ped5/Y2hH4ewn4+9xf3o5PFD/AeJaVnWGnbj8Puc7XQLgjO8r23nSC0OVOvB4fwxseBWTwuP4Najl68B2A7D67XYAlff/CXXj1r0tdTE92Kg5gDs/4Zv0fkT7xkO/L8fFy8rCqJ/2+dL234Z/uYFXbt/Uu/B3+ugbsven9eDW1eoNAOhmLRGv2hSBtsOtsa4wY//HbmZdVnH/PvB3ffPdDeKuM9flIHtx0B2T32ifuVASzHCtq9c3bdzJh+73lS+0j+AeBvRf6sp2F4aX7wYSn433qHfjrPZwbMn9Y3yfulnkJPF6bn/uCjO0b8XHO4+q778THb3k75lnuUu/T3/9IMrd/9YYL+ww8Xvyl6nh03Eu5xn4uAb4rdcXz6HEbnv8YFJBF93YzcqyUwnYIUhClBgtppS4OtVYwjC1ThCpiGISyIyckIApoIQFAGIIwQCGOODWVASSmEcdEBlumNM+hIFBAa5NpGkqZABQMw4BJcGESkJgMDcIQTSgl6b4XsIyGT0ABaDiOy7ZC9AmGBETUCFZ6hB9evw/bNFEoZGGznoigIvC7hH3VBIKEoQ835RIm1RHRsXK5nEAHxfYty4bF9qIIcJ00yqURgg1AAJ/s2pMdeblsFk2CIqlb4MnRo0cI9daxurqMc8vncOz4McKfJRj0vVgqJbu+rtq3F9ffcAME9snuPvmNlTxB2v69e2FRDx1E0LIbqtlHmtBp78gUXEKUYLOPfdNzmK2MYX50Bjsn5hnOYvfULuzfcRV2EFLlCSsdI0TGsWAToGiOl2laMNgPAXz5Qpn9GMP4yCyqG4Q+PY2QEAnaBpwMFjY20Qz7aMVtqHyEwkwW5bkspveWMX1VCXY+TIDe7j0zKORskJni3Dpw5HgN33tgGfcfWsepBQ+bzRSa3TwOn2jiwYeruOfBRRw5tcHwNL78zfvxze8dwncfOomHF84gVcpi73X7MLdnF1LFAiLHxka7jTrHshv4iHUMbWh0uxF8z0S7odDif9hkUqPUKwtDuYhhwCTwbLabnBM+pN8yruCrkC/Ctl3kskU4dpqzxUSlMAoHLjJmHqXMCMaKU8hYBTg6i5xTJuArolKaIvTKIZsuQimL9cbYvfsqGIaJpXPLSKVS2HvVVRzvNYK8dQJdA57XwcmTx+H7/SR+YeEsFhcW8cB992Pp7BIQAHMcw/HyJOYn2F9kkFUZTOZGkNNppOQ3BtmfVGAhH7tA08dYmvAtMOlXHpbhQCsDiv2SuR3xWpNdez1qZVAjMZPzXSmFDOemzevCcVOQ0KI+RjIXTCilwMscJs8Dn07FgMl+WTRDa2hqbsjc0QbbU0l+fkJDsWVmls8ohlwbYjEriyUtBj8j8tWYhoExhjUC9DUiOBcDm9SxwfpMjpwBpTQUzzTDOJZ6Q8T8AomlcsTJH02/sPWSPFuHw2CowFCBoQJDBYYKDBUYKvDsUICArfyeXXhnTWAQgc8MtmAGMIA8KrlVE7V7cPQ8zLkTb2U+3PT2QXiJnrw+gSg7t3YEfgz/9eBd+K+yc672DtwoO7o+8g6CFOC+lYt/5y/5fTq8Ee9LoNJt+F25VXIbJm21M4Atl/BvKx0EiL97E08IwN5XZPgD3tsQ85u3H3oiH7dqubx+bGV+EsHj1/vqn/kA9kI03B6bAxAANdCK8PIjijBuF8eQzdUOAeM38mAr/i8P4dU3XQyrmPg477vwB4S65xM5Nx7ZGTeIHfhyCH/9/ZNb82TgyyBVPh+/H5L6w9vW3CCgfJ9Az6TCx29zsPPwY3gD59zNdx6gFkmBx3ycvvNq3Mi+771pa25v5Xi8+K3kywoE8L3iFa9IdvC1Wq3LKnOlZtJXquNDv3+8ClxqYay4tOaamo4QtvEgkoU4F9ZhFHIBHyE5Z5ziMttQgEE4oGk8BbiwR6SgFI0LcEObST3gYh2xHJtQsU6MpIYQDudNMY9STBNgwVDKqOTYgOwqEl/pDhT/gHmT2/cY0jVoggfF+Eq5gsmJCQick51JdAMhoV+DgE92IvV7XfheH9lMCumUjXI5D9e14KYsOGmLQKafgBqlFVzXReD5BH9tFPIFdDodOARD+XyJeTKwCUjWVtextrYGNo2lxcVkZ9bISAW7du1gmRweJuDTrEt2cQl89Hwfh44cgTxA4SzzLywuwSRo7Hsezp1bSiDgxvoaJsdHYRsaHsFW3OrDr7dhdkOUlQOnGyDtR5gqOGguVzFVHCcIcpBWKcxUpjCWrWA8V0Ex5WDH1AhStkEQpKg5QGIKgxBHLJXKEspVGO9CqywMIwdtZFCttbG4VoOVL6I0M4YoHcIqhZg9UEFh2sTcvgLG5/PIV2yksprjD8KqDh58qI6jZ2IsbSjCuAwa/TQ2OzbWGhrtIAM442hHWR6nUeuZaIUp5jNx7GwVDzx8GvcePozv3HcPFlYXMTo5gj3XHoCZzyG0TRjpFDT7Y3GcDMckGzLgEe6Fvotex4TftxEFNofBRUgI6jgpgIPvOBYs6hsGIeTBGS7hVjqdRT5X5PhmkXJoNo39r+THkXWKmJ/aDZMwbawwgfnpPZgc24FsegRhYKDV7KNQKKPT7aNa3YRp2sgSnCmlEPP6aLdbOH3qGM6efZhzIYeZ6Uns3LkDIeEUOFFdy4Zj2Ni1Yzd9DqEIuwOCyrALlNwKxrNjQDuES4A3X5lG3sxgtjSB6ewoSmYOmdhB0c7BDDUsbQNQkLnj+R76hNfS1xTnrbTHEYdSCnIt+IR2PjWQvEobcNMZmPTFddOwOacNgjyXGqczWcZb7EtEjUndVAzTUImxKshcNg0DFqGhRV0tzlFDaRis0+S8slinhKZhs4yVzA0W3woVDDDveRucJzH8bjBoGiZ91lBazIBmqLVi/YrxnL6I5YPHKknDT/BLxlB2F8vvivwEd3PYtaECQwWGClymAsNsQwWuMAV23IlqsgvqUAJsHvFeYF8M2bk3sDvw6kcSn/qRtPfuR+q9eGfYk6n2R+SfuHA5Pl5OHqnrydql6p35JfxqkTDzwQ/iH44dAopvxs/NbFf8xq1daVuaym8f3nRHMm4fF/hFQPfI7brbZS4dDnb8PVKflP/E1s648yW2fDl67PfwB4/x5Xwu4FL9uCD5R3J4iTYHt92ewPuKSH5TsvzoXaDiyME3bYG9E7hoPj5evJR5ihZxnfUUi14RxfQV4eXQyWelAoqL6W3H5NiyLFxk9uDc4CJ/sPjWkNDQBhfhNMYbNC7Hk2q2w+SEH4OF+6CMY9vYtphgUCuTICRODCCYCGNYhAZKsZbEuLbn+h58SSBtam1ALmif4EzghezUa5PeewRmLcKWdCaNYrFIIOdC8tRqNawToHU6Xawsr0MeyNDteAx9uCkXtmMhk82g1+tAaUB2RbkEJvQgaafO8p1Oh3DJS55O2iNUOfTQQ8QOMWz2R35L71vf/BbWVteglMKJEyfovlqf5AAAEABJREFUNDA7OwPT1KhurMMPPALLEFLXgw8+iHqjAdt14DG+0ajhm9+4G1MT45ifmYWKY1TX11Hd2IDvhdTLJWBKgSwJpVIFI+VxuE4GxVwFhnISYFUpj2DH3DzTSigXcpCno46UihgdGYVjuYmZ2sZYZYJ1xjzPwDRc+gQ0Wz2cq9bQYAO+E2D26jGM7XYxcRWh1DUFeFEd6YxCvmSj5wH/+NXj+OrXjuPgg2v49rFVPHiugRPVFjYIgJFPwyi60CMujFEHZiUDXcojzOTQhANkRhEbBTTbCqurHRw+egLf+/69WFo6zjHLYufuXcgU8oiom3JskIEh5HwwXTuBWgLZUmkCQMKudKbIMbBgWxlEQYwsQVUul8dIpcJ+l5EjhBuhXsVsEa6dRqU4isnxGdhmmrCvgjLPM6k8cvQtk0pD8zpYJ7gV3QuFAgzDhAA027IxMjICg35Yto0OgfG5lUUYFnDgmj1Y31hDvxeh0Wij3ZI5pPDim2/Gy1/6cuzZvQfjY+Ocd2soFsuYnJymz0CpXEImn0ObddUaTaxtVKlJB5u1OjabLay1msmDUJY5DzrdHudNA2vLq6htbqLZrCP0fTTqm6DLyRyMohitVhcBIbDrpKlVgHy+wH4WYFsOQo5NzOtNrpc253K324XYyvpKMhflduMgDOCHPiFfyPwhIp7LRBZdNIkdpzaQfCB5xXEEAYlxHGPb5JpR0HiMKcaJSZqE2ybnzD0oByjFIxoPoAAoxU++tZbyanCOZ/4VndD4YQyb6jGdkFu5//iP/xjvete7HpM2jHgCBYZJQwWGCgwVGCowVODZosDM2/Hxmw4QftyODy9g67fHDm3diitOnsSH77wLmDmA63l69OAgn9we+xt3XrzzjsnJewCFWC653feN+Kc33YbB7aW3P3Ir7sEPJu0lBbY+Xn3NG3n0MbwzqfeuwU6yi2DWE/jHkj/wXTuE04+b6XJ8vJw8j9vA+YRPPEg9sdW/JPaJ6t2Jn9tzADj1jmR33uuTXZHAtlZv+EupSyq5i+N0Eqfv/CA+x1N5kMfHBfDx+PLf9+Io54D8bl+y0/IxBbd8qX0Mn6gBe/f8EuYvyvNE/bgo4xOePFafJ8r++G1+jlqcxk689W0DwPeYWg6+CeU7P5bcgv5osHfJ+MdU8IMjvvrVr+KLX/wi3va2t3Gdk//BBa7gHPoK9n3o+rNAAbXlQ0xIILt+ZBeJ7H4KgpAAaNsC+IGfmKRDComxrJxHJOiy249LfSYpyLpcFv1BELCOgQkM2DYyARjaZGlFhqCguNBP4oSa8AyJydRW2H4JZPN9D47jIJfLEWg0CeW6KJfLhHlpZDKZJG6jugGTMGZyagpjo+P8AiiC7IqQZpzxNky2YWgLHQK/yckpGIaGUgqaEMEwDSyvLBNYAK7jokJYJMDx9Okz2KxWMVKuEAhlMT87BwFIs7OzGB8fI3RpJn7ccsst9M9Gh6CxSEjkEFLJwxbk1l3DNJN2qoQ0awQ3pVIJmXQKChG+e/AgMqkUdu/ejQr7o5SCUgb706V+wIkTqzANByk3i3ymTKsg6xaQsjIwmS/jpmATSJWLeZTyGUyMjTJPFjb7WcgUUSmNoZAfQSpVIOBDYp12QHDUQZdj14wJ+eoLyI/b2Hv9BK662sX4jAVlBJDf6Ov1AG0Cmw1a08bCRoCzdQ+enUVqdBLuSAWpSgFmzoWRNVCaSTF0GVdG7GRQmJiFUxjD6PRVyBanEakMAVOEVruLBx74Hu578HvIFXO46sBeFEbKiAiVQ8I0j+B4kzDUoo5F6hKzrz1CrBAWHDcPl+2n2aepiZkE8CkowrYeTG3wSCGbzmG0PAaBofl0CZXCOHIEo6Mj0wS5EeFXCvPz89jYWEetViNUreLs6bOYmZ7B5MQkZOea2NmzCwSSaxgbG0vmycLiWVQ5z/bu3YdatYGUm4Hvh1g+t4KD37kH99zzfTz00CH2r43nv+Am3Hbb7fD8AJbtIAIwPTeDF978IpQ5TuWxEYSIkSXY7EUBuoRsaULaiZlpzO/ciauu2gu5HTxPYDk5Pk4fRuHYNud1HulUCjOEwnNzOzBBeDg2NpnM9XQqi1q9CdOyYHBepJhPrj3DNBKYrbTGSGUUpUoJec4Zw9IgWYYXeggiH4apYVNzm/BbkyLKtWGyniiOeG1ID8BXzGuXAX2XzyjiTGZSRIsJEy8ypiXnEtIGeVhc8vJ7R74rWLFUMzAlQcy+RIiYWSkFpZREPuMWvCeDH8bCL1tJH3xC2k35LiBUXlxcxJkzZ/h9xgstSR1+DBUYKjBUYKjAUIGhAleaAvO334n3FQn0PnI1Poy345vye3Xbt9DKbbvr0qPb8Odbu/zeKbeCfuQduE+iH2MH8L499+BGKVcDwckdeDXzvPrXT7ANYPt23/KdH2Hso9433QH53Td5cm/5PbfjE3gjPi670S7MRhh5af8uzPTo49u2bvEd3BY8eHjGo/MQmF2Gj5fVj8dWPYhh/z4uwC3ZUXc7cNMHsHeQgieqd/72D+D1Sb43EpQmByw70ApJXQqi118nSR9JbkMtv0clt1Qnv8+XxD/xxyNzYFDXJbVnFY/4ciC5PZhRF72fqB8XZbzUyRPoc6ns23GP2+b6YLzL23NxC4xulxvc2nzBnKRmsrvvjgc/lmQ5P1e34h8fDCfZH/PxXAJ70nmuyiQY2g+hwHOiqFLqogWyUoNzpQYhE6mDgmFYBBgmDC1mwOCiXmuGW6a1BksMjGXlXMxgukmAZRIgSGgTLDgEBHIs6bKA3zapWyf1WzC22gNrDMOYn+aWEdAotpUYWyRkyBDgCTDUPI4JGnq9LmRnnm1bMLSGtCVQTh6cIA/EMLZ9N2y0Wh3CIBeyIy7lpLB75x6cOb2AjfUqpF2HcZptGcqAwbDdaqPb7pB5xNhJAJTLZJFNpXH9gWtx/MjDCL2A9TmwCWwmpyZRKhcJ+eoEfzMYHRlhHwDZuSWQT9G3HgmZSU2UoVEsFRNoITsOBZoI2FtZWYFSCpl0BpPjE4RPAY3YJwR9rNPviICxgfVVHncVck4ReYKtnJtFKVfAOEHkBCHb9MQ4/UzBpa7lXBGTo1PYs2MvoU4ZjpUjiCoQIsQIfOplpKFs6pyOURh3MTKVRmnEBrvGtur0UaPXj7G83MPKGrBeD9CLMzAyI0hXJhFYKQTaBDjuXcKKfuCh2elgo+Zjo17HwtIKVjcaWFltoOezHSeLXHkGYxO7YdH/KDLQ7/dw6swJPHD4PvTCPgHgJIqT40hRw44CJudmYadTSb1BBCjDwfjUDkxOzGNiZAbl4hh1ihAFChPjE7hqz26CqwpSHM8CdXFMFxm265pZjBQnCfTytCxmZ3bCY0fbBIxxDMZZyKbSsAgU+50ehFmdPnUaCwR7sjNSdgjWNurU0IVtOggJGUFQNT+3AyEdm5/fybQUAE1YpzC3cxfKo2OItUKR41IhGNxsNtDud5keo8NwhHDPchxkC3lkaDnOofIE+6NiSN5qbRNnz57FyRMn2Mc+52OXDCwmZA947rHdgPNTod3qYm2titNnFjhm4Hitotf1CLB7HGcfcj34HvMTlHkcpyAMCPGC5AEktWYN/aCPvt9DGAUgl6PFHJc+AWwXAqGCLUgP6iRaASr5ww8g+VBJuzH1ENPKxEWmLejETAAGFHRiWmkkxjNF0wA/xRTAI7nGwZdScg4oNQjxDL5iXsNPuXnxn9fKOuH+X/zFX+B973tfslvv3//7f5+M0Wte85qnXPWw4FCBoQJDBYYKDBUYKvDjVuA2/Pm7Y1R//bathnfirW/juTxoYYZRhCyD23EljradT8CalNsy2e0kO8Sq7x4APCTlHsJbb78D2+XlSaSske/tNlhfUp752NZF5ZlrfusJpoPyW/Uy/qJ30s52PQwT/7bqPw8Dt86TNJx/AqrUK34PfI3xiH/SwlaZxD/Wu62HJJ23S+d5dD/OZ3/UwSCf1M22b3/74OEW1AG4dL2D4lvjNdB5EMXPi7WKCWV3XtTP831l3se8t8Yy0SJJfHT7j6M9DuCGIgvs+ACS317k4cXvR9dz6XHeLjPQ45G2BueP1WcQ/6h8jx7rR43boMygLtHi4rEGgeojaZKeGOt8069fOn5+2+nLCOUna7Z37BWLxcsoceVnkfXQld+LYQ+eUQViWbEnC3d+bHkScyWfRPNjcMxPOX6Uyc69MAoJBmjhlgUhAYRPMOBx0U86ldQVIY7FYigCNBaBIgQANOS3/bQ2knSlFMB38hEnnwloMZguu3gENmitmTdGSEghF7omJFAsZDAUOJZNZ+H1AjTqLcIPTRhjI2WnCG5spN0UBAC2mi20223ILsBMJkMYIjeCAoPdSSEcx0QqZSfw8OTJE+yLTxh4Bsmtt2zLIZRptVpYWlxK6nj44Ydx/PjxxMrlElzXIfPSKBWLKBHc5PM5jI6OYs9uwieCq8pYBdOz0+h7fUImjxqEkNuCs+kUCoUCIV8WuWyefQQBogvEmuc5kL+gVe+hUWuj3ezA0ibStkNwVcJouYyZyQlMEhpNT01hZmqW8SNwzDQ215to1rswlAN5+uz6eh2NZg/aYF9THvbum8bEeB6VgkZzrYv1hS4aqwR7Z9o4c2odx0/U0CPEahMCgWUM7aOQdZBPO9B+AJtgJ6Vs2KGF9dOr2FhYYfkqAvoYEqA1Nzex0Wqi4/lwMyXCxhH2XbHvKrkl9eSZ4zizdAaBEcPOZZChhkXCugBAj2WCGIg4VxzCzFhZnG8mTCMNQzswTRfFUgWjBGjFUgnFXA45x4VjWDBiA0Zk8jiFlJMD+SN1jtCiXzF91pxXFcI307Qgx71un2DLA6cs6zWTcR8bG0eR49jr9WFZNrQyOHd6WFvdgO+FHNcJxll4wfNfiN2790Juiy1VRnCOwNYgDPrCl7+MFkH0VQf2QdsWltdXsLS6gmqzjrVaFWfOLWBhZQlrm+to9FpwsylMzExxfsxiZmYmgZUT4+PIZtJIp1y4rKNNLQUOyy22uVwR6XSOvrlsuwhDm8hwTpuGiTShdIrAOJfLw+WctehPoVhg9yLqGUIZgNKAYWkoQyGMA46LR/gXMg/TlIJSNK0gL6UUz3mUhHJMg4bBNrU2IKaUAfU4JumPmMkxNGEQqGqp/4I62QKvcfkEw5j1aiilBhHP4Gf3l34JMTV8Ki6Ek5PoXXcd/st/+S/4h3/4B8h3hvyjRcbxda97HX6JdT+VeodlhgoMFRgqMFTgR6XAsN6hAkMFnnkFTuJo7Zn34un04PSdt+Od7NPrr9kGw09n7T85dck66H/5X/4XyDrsJ6dXT9wT/cTJw9ShApehAIHdhblinvPNqJgrayQLcNu2CZkuYQQGDuFSYjy2CVVsAVuWCcUFu8XQdiycN4IJrYwEWikYMAhgBKzIrYOmaUIalCW8UjHhAttXKgnltmAmokTo02w2kcRGMeGKR8gTaGwAABAASURBVDDXg6EMZNJZeD0PIUmQS5iXdjNwrBSkvSiMkSLYS6cy2KxuotPtwut7sOl7EAQQSNLv99Fo1AkmPQKnDdQIXmZmp7Bnzx70CXYc9m/p3DnI77C12y2Iv7OzM8kDMiKCTTHx7ezCWcYtolQqYm5+Ftdfdy3tuuTW3dXVVaxtrOPE6ZPo9jp43g03JPoKOJKdgv1ejz5biT+ys2xlpYXqRg3NRgtNAkmLYKGYL8DQJjrNNjzCKDFba6TYlyKBYI4wp1woEQqNIpcuwjUzSJlZamSzT014fogOdaJ86AdNZPMK8/NlmFR66WQLB7/6AB781hksHmthcyUgUEwhIiDLsN1Gt4Vuvw0NH0YcokUt+/U2bF+hzDmSiSx0VuoIa104XgSDGmvpE8ez12ugTn17/RCaYE7pNEwrw7pBULZCMHoU7U4LlYkxpKidpxQ6HJuIfev7PlqEhBGBXBgogqosCrkKctkyxsemILdY5wsF1qsR9HuQ+5ktZSBtppBmGyZsxIGGqR2Oe4BMJs85ZDAbfWS+gJoohnK7drfTTeZHiaBQK50AXZmfAl1JxDA6Mg4FA74fIdkxd2oBp0+dxbGHTwBURnbNLS2t4CU//XI02h0c/N69+MZ3vo3PfvEL+Pq3v4UHjxwm0FuEH0cYn57AyOQoxqZGUR4vI1vMoh95OHL8KFbWViCwWebU8vI5bG5uYGV5GfXaJv32aQHnawuddm/Ln5B5agg5FwU8CzTqc5xl3hsEfR4hqcxz2cknO/ja3Q71bqPv95M5H0Z+0p4yNCxep2Ka2iuloJQCOD8GJofx4JABz6BZ/7ZJWxcbr3M9MKmPlQ1q4peMAHvxV75zpJ7Hs6Tc4yX+GOO7/+yfofq3f4uNT37ySVvtP/0nrBSLOHr0KOdfBu985zvxqU99Ch//+MfxL//lvySYzf8YezJs6mlVYFjZUIGhAkMFhgoMFRgq8PQrsPBB3Lx9O+jtdyS3Jj/9jfw4azyJD39InX/4xKN3wf04PblS2pI12JXi69Php346KhnW8dxUQC4WbRhc0A92xhg8VkolO2WUUlyDi4EQI0CPkECsT1jj+0ESJ/CpSyDW8froeB4hQUhwFDBvj7AgABQQRAHjPAKVfgLIPOaLkkV9DFnYa61gmJptRrAIAuM4AEhQYoIPHgwgACsKowjkJgDjDZaJw4BwCQRcLQKsLLQyoImnyqVRwj4fIQFQp+XBgEPolYZPsKG1BYE4AvQERrqEkCpWqNcbMNh2Lp/H7NwMMjkXxWIOtmvi7NkzWFpaxI75HZidmcWunTshMEJ+C61NCHSOsGVzs8r++lBaQxkKq2urWN/YwD33fBff/tY3k3BjfR1HDh1G8lIKa9UNnDx1CguLi5hn3dJRBc0/CqKRjI1NWLa6sk7QR/28gGEXSntQZoswxUefEKtcqsCxbPYrQEjY5BBqOrYL+d3EYr6EA/uuIewyYOtssrPPthzEmr46HC9dg5GKsffqXRifsjE2qrB0cgWHv3sGR757DicPrWPpdANLZ2t4+MgCioVxAogxkHMSfkU4dmQJ7WqMijMKo6PRPdeCTQBX4vjmCFMV4SOJHHKGxnw5j+fvGIcTtTmEPbQ6HYSxRo8A0IWForKweXoBC0cfRmdzEybHI7IMeBx3w7Eht67Krs3NtU3YgYWclYdjZlHMjMHROfZtDCCt9L0ex9LAxPQkOBTQ9MU1bUxUJuBaLizDgNxy3Wg0YVE3BQOym880nASURWHEaiKkUynUarXkWICf66RQKpYRc7402S/NcjbBoevkGD8KhxA5CEF42cLU1CyuOfBC/OOX78FJQr9mq52MN5Px6te+Fj//i7+ITD6Ddq+J1Y1lLK0u4NiZ43jwYULVo/fh9OJJjnGMjkBUS+N5Nz4Pe3bt5viMI51OI5vNQnOuCUwWWOcRTGrCNUObvFLYI9OEgGfXdRlq+L6HWn0zmT8BwZ+kCdB2OL8EWBvMrwwNGGB/Q86/Psv0OcYtNDsNjncb7XYDEeFfTKCLKGQ7oCk5TEzmL6iNWEAhti2kniGv2ZDlQl7bYewhin1aQC1DhgO94y1ICL5i8A/LKAVo9jNmolKKKc/et/hYrVYhO/GeyM6cOUN9PY4Lx4p9kt/be6L8UqfU/ezt+dCzoQJDBYYKDBUYKjBUYKjAj0iBrdte5VbPnwwQtnPr1u04uf33R6TasNorWAGuyK5g74euP1qBH/O54gIdXGQTnG21LAvJgXHRTVgSJQtrDa3MLbOgeJyYNgkbcgNL5WAYNmvRXLArhIQ7AWFTyMU9G4DiIt00DeYxmCeGNpQs4QkRvGQHUhD6hAgdQHFhj5BhBBDyIckVw2BZpUCIJlCAJIBvqUHRvygMCPS6BIgewz5hS5lwJoNKaSQBD9lMHvNzO1Dd2CTAaaJLsLRGADc1Oc2+aMiDMzrdLmSH1JGjRwjm1tBo1lAs5AlqJiEw5PSp0+xGDHmIggCWEydPIl8oQG61zRC2vPCmF+IFL3g+Jqem4BAampaZ9LHeqGGjup4Awjzru/baa3HttddgfGI8uf12cXGBPijMz83DgIZir30C0Hqjzr6GqIyMsI2xJGy2W4Q0G2i2q4COYNsW6rU6+9yFQ1ADwhXTsLGxXkXKzUBznE6dOoc40kBoIvBB2Bqi1W3BcDUyJRejkyUUK1lq7+HsmRoOfuteLBLwdeoBVs5t4tTxRTx038NoVNvYXK9jemIKKdPBxtIa0kYKhqfQXm3jzKFjePj79+PBb34bG6fOIG604RDyjBJGORyfs0cPY+3MaRicU23CMZN1KMOBMlzkOT7KCxFyDM6ePIbVlUW0u01kClmECqhSiy6hXTqdQSaVYSeAZq2NdQF9ZgqzU/OYHJvE3t1XoZjLE9qZhFFNFHI5FLK5ga6RQnWtyjnSR5NgT+o6ceIUGvUW58sILPqzc8cujpmJlJuCQJUpjuXE+ESyy+r4iROoEfYJ3JayN1z/POoK9HsBp6jBsaxwzgM24WqlMorl5Sp++iWvxP/4P74Fb/j//HO85Kdvwc//wi/A5tw4euwopmam4BOW1Vs11JpV1FtVQIeM66FaW8PC0hl0e+0EsB0+cggnT55ifzeg+CcMYvh9H6VSGZOcw3KNplJpzM7OolgsYoJza2Skwr4oCBxzUy5s00I2k8FoZSS5Bi3OT9OyIBZyfGQnn8d5FxHCWZbBflhwCFUTo8+ua8MghNe8brWhYWgxIwm10ni8V5xczzGnpljEcGBQEYvwIkbMHikaTx/zVudjlHrk+Hzks+jg61//On73d38X73rXu57Q/viP/xj1ej2x//Sf/tMT5pW6fud3fgff+MY3nkU9HboyVGCowFCBoQJDBYYKDBUYKvA0KjCsaqjAeQUef1V1PsvwYKjApRU4v16OySe4yL50LhASWTAM5xHTPKbJLY5+PyRoEOOinRDJZL4sYU0mnYNtObAMC1obyeJdIEQUhYR/AeuKWW+Mwe49DdM0EMesg5Z4wzBGCLk9F3xZlsVPJCBQ/BaTfGK9fo+AMZW0M2gjguM4yQ4ZpTTrBWT3lVIKmWwG6UwGIyOjSfq5c8uENvWk7nK5gkqZoIdwo8861zfWYFkmRiqVpD7ZYfOVr/wjfTWT3VPVjSqBTgj5PQDpR5vQcPfuXRCY0ul2kEAQApFMJp38HtyOHTsgOxBrtRpmp6eQSjnodgnGzp6B67rI5bIEMGlYLANCEbkVeZ1tNNttyO6nXCFHEFeCZVvosX7LNuGynwKj+t0+9U4RXoWwLBeiv2nY7KOPFmFau9kktKwTHNWITGM4aRcWbWJ6hFogAYlHj57E8YfPEGxtYnVtJdmFtL62gaAXotPsYHVhCe16DVnLQiYCQkKKqFXHyYfuw/rCGWwsniPAW0KvSuBYraGzvo7uBssTzinPx/LiGrptH6GnoZQD284ik6sgkykQ8vrw/D42N9dwbvkMgrCLQimLVC6d+Jqirzb7ajspKMNCmZBqfsc8x2YEU5NTsCSuUITckpwRLQkCBZIKsIoJmDepo6E1x8RIxkx+O9FIdrsZyfxw7BSKhQpe9FM3E9BOY2xsjIBuhWkxbILTfD4Ph/VmCHIFnjYaLezZs5dtzxIij2I8uTV4BjsJCKuEyPv27WNbGv+/T/0D61mG7PiU3Zyf/LtP4uHjD+Pr3/w63LSN2fkpjI1XMDk5ilI5nxyPjBY5R50E7vnUpFIpco7NcnxdyO5MEFTyMoLHa29lZZVzqINms5HM0SAIEnAkD5qp12oQSCwamKbJ/H0kmvQY+j5hbwCfoVIahqYZmnPbSiwMQ7bfRb/fJ/jtoccyUndECC8WRgF1pElIk+vw8g3Ji1c/i8TJ8UUfW1FKqfPRSqlkLM5HPMsO/vN//s84d+4cNQmf0DMZB/nPBDE5fqLMIcdAHrTz53/+50+UbZg2VGCowFCBoQLPCQWGnRwqMFRgqMBQgZ90BfRPegeH/ftRKsDFMxfNAsTimCtqHiuloNTFxhU44ihOTCBWRFgiJrvyLMOFbaRgmy5UZCDwgF4nhNeLEAaapggkgJhr3qQOQjvAJ0oUEzjgI2AhARA9ArWI1CJGRB9ithcyzU+OlZLFPdD32AAG/oFxEeszCeNCNuBHHjq9Nnp+D37kI53LwHJtwGBZ5i2US+ixvAA2TZhRq9WRy+bg2A7DPEzTInBLIZ3OErZMwfcC1Jmn1+0h5aZRKpRYlYGx0TGkU2nIK0NQGNMHATaHDj2E06dPYXJiHNdcczVKI2Vcc/112Hv1ARQqRbR7HXzn29/CwpnTqBN82WzPdVx0Wm1U1zcoEiDnsjPMTacRa4UONakR3CyvraLebkLR7263S1jZgdYGdVSEY1lk6HM6lUOv60Mri/5l4dLnRq2NKFawUgRDzN1st+CFQfKAh5Bj7qZNQiaw/yn6tYzFhQ20Wl2EhDgBgVyz1kK35SHoBoj7HuorC6g4IfZUHOyqGBh1epgp28ipkGaAswE2HFix5jAHqK0uY3P1HLIch4iwwut5HFeOLedQ8sAH+ii6K2UAUYTA97CxsQLPa6FQTCFTSMF0TXQJubpM63L8fJlL0PAJnDzCp42NdZapokUI6kmeZgtGBDimhUImB3ngiAWVPFU4ZN/7Xp9j60NeBgFfOp1GsVCAUgqLZxdQyhcxMTYJx3LQp78j5TG2ZnCMNpH8lmMqgxoBJgeIUG8CqVQWpuFwDPI4fPgYmtSvxTF98IEHceTIEXz/+9/HnXfdhS984QuEvKPYtXsHfa3h/vu/h0OHHyR0XaEto0awubpyDuvrK5z3fWgjRsg53Wo1oOiBqS3YVgqAAWl7dGQc83M7MEm46bop1tmGm0qhTR3kOmVGXod99DlfHAJKy7I4x03kC3nIsWFosMuIOQ8kr9YGgxgC9MRCXosOgarD6yPFejWvI8U5mRhzQsXQPDcMzTN+f3B+0THWFz2tUPGEAAAQAElEQVTKQp4PLKL+EWFgxLqlXbl+JZTSrOSR9wURSin6yWt4y89HMj17jjY3NyG7eN/xjnfgve99b2L/8//8P+O3f/u3n9Kx1CF1SZ0bBOTPnp4OPXnWKzB0cKjAUIGhAkMFrngFTt95NW6+8+QT9OMu/MZ73oTPPUGOYdJQgaECV54Csqq68rweevysUEDRC66buR6PufiOIeeMeuQtETRZfEeEZ4lxUR5ycS4mgE/DgmW4cK00CvkK8tkyMm4BtpkmjrBZp2AVE0oZ0NIYgUAU+/CDLoKwD4M8wXFs2LZFQEJYJe2wjZiAT9rwgz7AY49AxvMDiAmcE3ghoU9Y0CKw6hP+KJNZdQyoCN1+F5ZrIdYRNmpVVOu15JZUARuFYgHkccjn8mzXRpfwbrNWwybzyAMzqtVNyMM2CrkCdhCeaMIUuZVznse33XY7GrUGFgiBXNdNQEq306VfHkrlIlZWlnHf/fdjeWUFjUYD69UNyNNQGwRz+VIev/ALP48+4cvK4hIqpSJ6vS5MrREQWhkUQ0GhRl9a3Q6arBeGiXQ2i5X1NXR6PfraYX4DDqGLoVkuCBHQYpbz/Yh6OiiVKvC8MLFyeRT1RgubBESxVoRleWTZf5OwJ1vII1dwcW65hrNnV/Dw0dMEsSY02wRBjVKaECxifzsJ3LNiIKVDZFUXz99Twc6KwtVzOUwVDYxlHaSgCfUMGDBhxBq2NjkPNMFun+aBzcM0ec75YyZAKEIm4yJLQCqAz2afFAFSrb4OZQSYmCpianYC/dBDrd0AO44e+xpECtqwYNk2vRTAZBBGBugR9IkujmXTA4X6xiaahLOKINFWmnAvz/aytAxkJ57oFjDNJRizbBvNeoPj2YGAOa0MKP6pVTlvCHn37tmHYqGMSrnCeVMgHHOwtrKBI4cextkziyzXxX3ff5BgLCSj1Dhx8hQhXxPTM9PocdyazSZmZmfw+tf/MmZmJnHrra9BZaTIsesTWHfR6jQ4phZ9czknLURxgMVzZwgt15DLZRONcpyPtuXCMh2Yhg1QB05w1Ol3g/XL7z9qzolyucz+FZAhtMxx7hja4FzwgC04JvM1CALIrj2f11TMeG1ojo1Js2AYBkMzgZshgWwQ+PTTR7gVDs49xnkICYEjXrOsHHLdJYYI2LKIYz3I7zO/D59jmZyznNQdse1ILkaOJBLjJ+M41VjH4Fgpdf44Zlpy8iz8ME0TExMTHN8ZFAoF/M3f/A3++q//GvJd9WSOM7weZDew1CV1Pgu7esW69Hd/93f4/d///cuy//7f//sV28+h40MFhgoMFRgq8ONXQIBc+T1X48MLT6XtuwjrFMp/eRcLn8Q/HDuEo8f+Dqd5dsn3wTvwCXwM//XgJVOfdOTn/pJtD2Hhk9ZtWGCowNOtgH66KxzW99xRQAltwWDhPOh1DKiBxSrmUjsemAoZ/1hThGhxECH0IkQES37XR+izPKGDig0Y2mJ1BlfoCgEhnCc79GimacC2TcIZBanDJ8Dz/QEoiLnQFyAQEfApFtWGgmYYEAqQEMHgeYw4QQexAiIu9tOZFFzXJmjw0Om2AM14BFhdW0bP6yGbz8GRnWusO8WFs9w+K7th5LevJBTfYgKKTCZNn0wykCgBMocOHcLx4ycwMTmBLCHJiZMn8LW778be/fswMzsLg4t52XFosD+FfB6yG8omJBJ4sbq2gna3jZWNVURGBDeXwtnFszh+4himpibQamxibXUZe6/ag7GxUaQJYhYXFtCo19iPACHHoUXw12i10CUcuua6a6CMmP5ZCZQRMCLQKMP+2I4LpY0E/sVKIZXOwfNDamvCTWcJjggQbQetbpfAsIUNeQAIoUs6n8X0XBr5Qgo+YWCn7SGKTEDAHPvR833qbSHr5mDwT4bwbd+OOezfUcZVswZuf9UO7J62sXsqj7nJCiYqo8jni3DcNGCZMFM2rLQD7WjkShmksxbHHcgwzORsuCmD/QGBGOEo4aZAkNjvoduuY3NzFQK80vkUJmYmUCgVkMvnkc3lWI/0L2Affc4NA+OTYyjLb8xxHJShUSJYKdMKzJvjmI5UyjCoi9zKLLqFnFvNVpO+2NBKI5VKI53KQhEJWpaDbqeHyckpzM3NY3ZuFj51OHb8GOdWh+N3grC0ntyCuba+zrx9zheNZqNDCFfA3Ow8Mpks9u8/gF//F/8Sz7/phZidn8M8dbv1tlvx6c98Bl/96ldx9OhRvOAFL8DP/Myr8Lzn3YCbX3QzDlx9INkV6hIaVyoj2Lf3AMYJi9qEz+dWVjlHMpiZmsWenXswUhpFnZC5QbDX6XQgu0t5KUAgYsyDZrNBuNxEl2PeJkz2qW+Kc0zxmu9wXjkcS5smc1ZrDaVUYqKP7NqTOZyMB+sSENgjXJd5blkGEpPrl2NsiVF3qAicOI8xw9AcY3NgSV4TJvMbhgHFNCiW4vdLnBjr4Ln4qJSCpl/SF6UUNeb3CgClmAHP/pdo9lS9NE3zqRYdlnsCBZaWlgjXX4/3vOc9l2Wve93rIGWeoMph0lCBoQJDBYYKDBX4ESiwc/DQhbe9HfOPV/tNd6D67hg/GQ+ZeLxODuOfAQWGTT7DCuhnuP1h81eoArJw33Y9IvTiEhvy4/cSigkA2baI4CsiLNu2WAXMGxCwhQgiAUIBwsAHl+CwTYUUQVuagMIyLFiGTXNh6RRSdhau5TJvAJ+wwCfIkV188iCBmLVBFu6ED0oW9Yhh2SxvGzBMDaUBzbpd14FpmdCGJmSw4LAd2WnVaDQgrzRB39j4CHr9LoGij5h9k7q7PbmNVUP6JFCjVC7BJGQYHx/D7Ow08gRB5VIRszMz2LVzF6YId6anp+EHAVZWVuhNnICWq6+5JtmV5xCM9AhOPEITrQ3c+Lwb8YqXvQI33PA8jBMG5gmjrJSDqblpHLjuamQI0lbX13Dm7BnYjuzMCtFq1glzKgnQq9dq1I7xIb0lHO30QipiEsYR3LANub1T+sam4NgWDB4YhokwjBAEYQK6TMtCkyDn9JkFgigP69VNLK+uEIwVYdHfbr/H9CbavRbq7U2s15ZRb3qEgQ6ajT66nZh151ApjSEKYowVR5BzMrCVhZS2UUzlsXOqhOv2FTFRdjmWwAtunMCOnWVURmwUyjb7TgjHsDBiIluKkC54yFdijM9kkCto2Kk+RsZtOGmf0NUgTPTQ7rTZrgPHtQBLA4ShTfrX7TVRqOQQEfxQEpi2hT5hbd/rcBwDThcNk7Cpw/I1QlHRIaR+7WYHG2tVpJ0Uep0uVqhByDkMVq0UIEAvDKJkd2a7TX27fQSEoTKOuUw+qXdxaREtgtWlxSUsnVumRhmUK5UE3F13/Q1s10x2ZzEz53JA8JZlH1KQOqamJpnfwhe+9Blscgxuu+3ncMtLfxoHv/td9HoCA4EHHngI//jlr+Kb3/w2jj18HPd8915869vfwcMPH+O8aOPc0jJOnzpLwNlDoVhiWyXQcyyeXcTRQ0ewvLCEsO9jenQCY/kKSpkCxosjCDs+tA8U0gU4hgNFUOtQh8rIKMFrnv5p+ppGj3PBk2uQcyvgHI+imPMo4KUfJ9eVzfkikDGVSsG2HdimhZD5fF7nYh5hvIQhoX1Ai2PFay0pjjj5EyEm8AvCPny/O7CgB4H0YbJrL+DYh4gRsl8RBt9BEY9jmmJFDPiO45gSq8R4esW8S6USfvM3fzOxubm5JJTzyznO8bvoiunoFeTof/kv/yWZR2tra7jjjjsSz+VBKK94xSvwCpocS+Tf/u3fQvIopfB//9//t0QNbajAUIGhAkMFLlJgeLKtwGDHm0L5PVfjD9a3YwfhI2mS/qbH3kK78EHc/B5Jo/3l4O+lQcmT+PCHGPehD+J0EnHXYFffdl6JP/gmtqnwGweTDBjsGmSZJM/VW7sHB/XcfOcHLyhPPy5sV+oaVJF8/tdkB5/U8+g6TmLQH5Znzku3x4The6jAUIEfSgH9Q5UeFn7OKaCUSvosi+aYR1GyvOankiX5YE0t8XHEOAFjtJAL8JBwTyxKQEtE4BIh1iFTfMQC+5jue21Ckg4Q9eE6JhzbJhRwYRkpwhhFYKQQCz/gGl7cUDomJFHQJn3iTFYGYQ8hAZOTxX4QeFCM9xiGLChgxydgCPwgATMhwRbdQyqVhtYahmkQXKSwvLyETqeJbq+NeqNGSNNgvIsYEbrdDmRnUo0wTcDO5mYV586dw8LiIpZop0+dxgrPa5s1AomQ5dIwTZOwJk04UsD83A6MEpTIzqs4DBERJpVLFZw4cQp3f/3rDE9idHwc0/NzmCA0LIxWkCnmUCBM3LF7N0iWqEWEdMpFnW2fOXkSM1PTKBPgKIIY102h3fUI6yyCHR999lV+Gw/UQcCkAhAQsGxubCBk+32f+kOBwwXRKWCc46YRs4A2rATUtNnnbs9LdvZ5EfMbAUerA8Px4aYNZDNA4FnIZyfpxyT7ZCDj5mCH1NRHcqutAKPWWg3HHlxEg/94WV9uoVptQJnA/muLOHD9NEamTKSKIfsbYnLOxs79GRy4sYjJeY3CiI9U1sPYpInJOQuVUYV80UzGV/plcOwENlFqQPloE+7FDBVBX8hZ1u11sbbBhjWg6X8Ueex/BKUUAawPw1AQupRO5ZByM+xPgH6vx7wamnWHBE3iq5Z8zOo4LorUPJvNcYwzaBMCBoSkoqPMKblVeJKAd2pqhtDR5XzqobbZ4KJ/Aw8++CBmZ2fYvg9Nf5TScJw0KpVRzpmAMHAJ9z3wHRw6fC++/Z3v4B/uvAuf+/znUeV4v+QlL8FNN70IB/ZfS1BYAGAgJrks5kqYn96BqckZTE5MY26Wx9OzHD+H8yWG51GTVpv9NFDI5ZHPZBETSrqRhu0pFAjPjW6EEbcIyzdQcorIp4vIpPNw7RT6BIFNQlDZsVirV0GXAaWg2AHLsmCZJk8V5KWUok8x51SUmMyzJF4raKaJgS8JtTaoO9/RtsX0UQ2M17fidwS0BxlT8HtCcRyYE4PvnwhyTALJ+RoyjueJnoyGglJKDqC3fJQyScQV8NFsNvFnf/ZniZ05cyYJ5fxyjjc3N6+AHl55Lgrcu/322zEyMoIvf/nLvGYdvPCFLzzfETl2CLW/9KUvJXluvfVWfOQjHzmffumDJXz0jW/CR89enLr0V2/C733l4rincnb3u24a1HP2o3jTTb+Huy9VyVd+Dze965Ipl8r944kTn974USxddmuX1vGyiz9NGdfX1/GLv/iL/I6+6SKTOEl7mpq57Gq+8pWvPCv8uGyHhxmHCjzXFCBge8MpdnrHnai++wPAqUM82XonaQfwvjfHTDuB9xU/hjckt9xupeMkPvzJd+AoBnnuHbkXn9hOelT4ub+8PUl7/e2s680fwPtueTvmL8xDWPeGg4eQpL87xsd3HMI7P/lBDMAgcPTgOwApe/sbWYp+8O+2X6VfH9/B09o78AdbgBD4GO4b9zeZrgAAEABJREFUOYEq29gL1vGFu5hh8D56cBeSvsrpD2hPsgxtqMBQgaemAJdCT63gsNRQAVk0az1YQA/UiCELbbEIXNwThkkYE64kAI+L8xikcwxBk7gQfaZ2GduFH3UIWjro9ZuEHF1YlpEsoCzThmtloWBxoW7D1A4hgcVjk62AkCSgEeEQTEWkK3EUIxZXCA4UTXx0HJv1mTSDZrKsZhs+Ov0OwYdHCBFDEwbErFF27Zls23YsghsXcRRiksAt5RJyEJxl01lMTU7TpjA2Np48FEFgyvj4FGZn5lAsFtH3PFSrVayurBCuhIjiEI5rQxkKfuhjbn4WYFujhHenTp1ExDYEnBw7eRzff+A+nDp7Bsurq7Dp9/yOOayurcCxTfR6HTQam+jR7z6hW42QriFPkzU0pgiMmozzqQHYb5MAykmnwY7Rhwg+fQoIN2OKIxYxX6/fRzcxL/G55/WS/LV6HR3CrYBQNOI41ho1eH4PMc9BQOu4FpyUhVTaYDwg8Mh1XdgEshH1l98h9AgOfb+PXqdFmNpjngArK1V8+YuH8PnPPIAvfPZe3H/fInUA9u7L4MYXXIXp2Qx27M5iai7GDc8fxS0v3YtX/sxNmJnNY9/VI9h/zTgmpzLYsWsCrmuch63aMGBwnoSEVYAJP4jYrx4M2cmnYgRhgB5hlucFnCuA46TgptLodHtMC7FZbxDkthiXguOmYVoOYmXAtF1oy4bhOvCpm6ENymkQdvU5Dk3qAdTrTZ77aLW7MEyLddWxSMArv2O3Z+9VqBAG5Ao59m0GYxNjVBMI4whFAtt0OgXZ/ZlKudisVTkPAqxvrLB9A5XREUApxm9i7/6r8FM3vwinCHpOn1mAQ99lB+BVe/fjqn0HMMp5qAyT+ekzQ6UUjxVk96DMwz7HodFqoN1tUZs+NfDYb4/VK8JMgr7YgKZu/X5InQJ0Wn04VgpaWQj8GD3CXUNbSBMKam1CawOKfyQ0Cfba7TY16HMO9SHwOOAcl9D3PUSc+0DMMprGdljWMAahxEech7jgFXH+RIyLqHdMnWIex8lxDKUU+CFv1huz1hjnPznOUp9SgzzgS8oppThOMc+unLdcp0/VWxmPp1p2WO7SCnzta1/DSf5Hypvf/OYkw5cJ917+8pdDtJY5JibHL3vZyxLwJ5n+1b/6V0mZu+9+InA2hVe9Fvj0l5akyJbdjT/545249WVbp09HMPsruOPg+3HL01HXj6OOl70fBz/2K5j6cbT1NLYh4Pfv//7vIVBNYK+YHEucpD2NTf3AqqTdf/tv/y3/UzGf/Hbnf/gP/wELCwv41//6X+MHgUb5qYb/6X/6n/BXf/VXP7CdYYahAkMFnroCp1fuZWHCuZ+5jeFt+N2bDjAcvD/34Md4cAjv/IhC+T278M4aT2uHsA3cgEP4vsTt+ADeOgPM3/4BvJ5ZHvu+C/91CyAmt+DOvB1vveniXKe//xEcZdQn7pS21ADC1e5J4hgNFD+A35UyN71p0MZWm6++RmBfkmPr44143+07AbbxPgF/p+7A+Qd2sI573x0TVN6BvT+ova3ahsFQgaECT14B/eSLDEsMFQCUUlyoa4Y0bL22Ftey2BbAJwttsSDw4BMMiXl+l5CnNzC/Ax80gXpxB7H2CD76CMIevKCLKAoSWCSwJZXKwTAcWGaKYEIhCGJCh4hhxPOYJmFEfwz6ZUEbFjKZHM81oAB50WWeA0or1mXAsiw4poNioQibEE1ueZRdfRYhEQgTmoQhsgtGduudPn2KwKMDDcKWag31WoP/QK7i7NlFyK67xYVzWFutotPpEXD4mJ2dxe7du5HL5TExMYFslgCFKGKzXsUDD92Pu7/+NSwuLaBW2yRUqhH2BNh/9X7cdPMLMT07g+uedz1uetELCbF2YnV9lf8oP8O6W9jcrKJWr0H0jQkELUIS2Wm4trGOeruJXKWMKcJAAVE9gpV6s4VYaaQI+br9XlJWIJ/HNJ/wLQhCBISiPuti1xJdBNTkCwW4hHUuoZM2FMSg4wQMNVt1jl+XY9oH2Qu0BrShE9C2sVFlmkdtbbSaTcQEO37QS/xeXFzCqZOL+P49J3DPtxfwrbuP4Euf/za++90TWFjsot5c55i38LKXXY/X/9NX4IU/tQujowYO7J/ENddWcM3109RklpCvwPGKCK5qhE5dRHRCGQaUYSMmALbdPAzLQdIfW0N2eIbsp2GaMLSJkHOn3e6h3SbAIrDNF4pcABVZD3BueRWbhHWNVodw00PPD2k+vJDtdbosGxF+dSGgVysDfUKvkGmyuIdSeODQQ7AdB/JAlLOLC6yji+mZWc6VDchvNDoCFamrOLdjxzznyTQ8Xhurq+cw0DHGvn178NKX/TRe/ZrX4HW/9Dr8k9f9Ivbt34/TBHuLS0v4znfvwb3fvw9f+/rX8cBDD+H79z+AxeVlaMMgfEvTUsjlczBMzTjN8fUZKgSRR33CxAS+hQRwdJlzM8/+pBkWUCmPUfNJAscZpJwcMtQyoF6GtqCVCV6kDA00OLZRSLUJM72+h2wuB7me5LZ3i2BczGQYcfzBq1rma0CwfN5kRynnnEEQaZoWLnwFBLGJSX45Zr6A3wVi27sAQceVIrRjbyLWHycW84w1Kdqj3kopKfKo2GfvaalUwu/8zu/gt3/7tzE1NYV/8S/+Bf75P//n0Jwkv/qrv3rRsZxLnu38OY7Fs7dnV6Znf/EXf5Hsxvv5n/95LPNae/jhh/GKV7ziMZ2ROPkJBMkjeQXoSNnHZLwgYuqVtwKf+SKWtuO+8ml85rZbMQBxd+P3btreBfam8zv87n7X7+Gjf/WmR3Zlnd95d2H+38Ont+sE4y/YCSc7+m7aqvf3Pn8+EyA75rbib7rETj/ZUfimvzrv6SD/+ba362Fb5+vY9plx7/ooPvrGm877nOxMlPYuLC87DN/4USxJuBUvbW77epFPkme7nTf+CQ5vN08lL2znIn+387Ds7/3VRy/Q9veo0Fai+LRd7wUaLP3V7+GjX/ko3iRp4uNW9icT/P7v//75/v/iL/4i/15YT4oLRHukjzclcFDyyvUvkG07TYCdFBA4J+W346W8xF9oX/ziF/n3Wh4f/vCHceDAAf69+jJsA7677roraUPKb9cpdbzqVa/Cvffei7e//e34zne+gz/+4z+GxMnvB19Y9/B4qMBQgR+XAm/Ex98dE4ht2RP9ht4P7RIh45u32knavAOvfpw69448AiEfJ8tlRF9+e5dR2TDLUIFLKfCcjNPPyV4PO/2UFYgJvbYLK6W42JRFswL4jqMYki4W8ThiXjFtaBhcxIuZBCwXmmvbsF0DpqUATThnRvCjLuSWWHkQRLfXJ9TqIQoVoYJNuKJhmakEPAjwS7s52FYKFiGd66SZx4ShTcSRgueFCIII7VYXzVYTcjttvVFnXSEEEoQEPib9sWwbkNt56XNMYJFOpTE2Mo5CpoDRSgWlYglez0fEujKpbHKbYjab56J7GrOzOzAzM4+xsUlotuv7EQLWcfr0QvIwjWp1k9Crh2NcDH7zW9/A57/4OZw6cxIjYxXs2bcbAp58r4df+KVfRJFx7CZ27b0KAbWT2yBTmTSOnThBYOhBQNvo2Bihmof5uTn22Uz6Ib/lZhBOrjZqWNhYwxr7SmoJJ5OBYv8E8rV7XURasY4UcpksBE6BgybjZJg20ukMbOqgCQ8kDAn8Ot0OBMYoBcKbFAqFLFIpGzGBTRj5AEICsZjjEyKmdr1uj3VYBJo59rmDKKIWCdjtoFZfJ8BbwOpqHbWqj43VgHpm0GlrPHj/cZw8toSjh05gbXkDzVoTuRQwXnaBoI8FgtWVc+sYGUmzboC8kf3uIiQA1optEFKRP8EmjDKsDCLtQlku7HQK7CqgIoSEQ4r97fd9jrUBw3CRzRThOll4/RDZbBGpVJ4+a8QwAMOGthzEiueK5xxbpQ10upybBLg+6xG4JXNCMU82l0WkCLscC+fWVmDTSY9g6nv33Ydjx0+wnTRWzq2g2WiiQXi4uLSIkydPEJJtwiaATKcdxHGAHTtmsbKyiL/5m4/hC5//PD7/+S/gIBdZn/3sZ5HmXLjlpS/FLxL47dqzG4VKGflyCbv378WBG67D6PgIKApkl+exE0dxduEUuv0mAWMTpq2ogY8YAZQRw03bnAsWAfNZNDhvuuxXyPntuhnYZhrra3VsbjRgao53qBF4MbqEoRGFdt00r78UMpk0bNPiPLRhE6ZHnDNint+njiHnaZ994tyII4YR+2nDMAxYlgWXgNNiWZlnMk9EQ62NJD1F4JpYKgXXduFYNs1hWzbkJWMp3zFKKTkFWH+EwZ+YYczzmHM0Oea5NhTbNKANzfwx7cp4C6QTyLe2toY///M/x3/8j/8R73rXu/CHf/iHFx1/5CMfgeTZzn9l9O7K8bLX6+H/+X/+H37fT+G9731vAj7Ee7m9XgDMqVOncIomxxInae94xzvwB3/wB5D/2JGyUofEX9JmX4Vb8Wl88ewg9e7Pfwav/dlbeCK3mv4J9v+3gzh4kPbfmOt//SjRFZPwGZb4w0H8wU/ht479SQL+7n7X24D/wLyS/yCh4V2S91FGePU2fGir7EG2/ZlBBgKvN/3ZfnwqKcs6/tt+/MkWYBtkAKZ+7S3YeQGIfMTX7RxP4PNdRI3/B+uV+v/bb+Hkn7EvL7sVr2X89t7GpS8xz2tfhQt37E392h3nfT34H4A/SeAi2/lfP41bt7X5P/bj5NGBD3e/6xdw+De32mFbbzn224k2g9RHPk/+8WHcyvREW9b7NunrE2pwEn/0Z8AfSpmnsKtQIJrYX//1XydgbXJyEv/n//l/QsDZXxAeb+/yE0gv0E08/dKXvoQXv/jFyc67fD7Pvxf+BvIQr3e+852SjM985jP4N//m3yQQTupOIvkhO+/kt3737duH+fl5xgzeo6OjCfA7wX9TDGIe++nyu1nqlPYk/CIhocDBx+YcxgwV+ElR4Jnrx/z4jWz8EN75Bfmyvgt/cPAQzwfvwa64j11wK+5d+PCdJweJyecB3FDkwal3JL+Pd/rOd+ATPH3s+8BWvtvxGwcl9S78xkW39wLzN7wZyW2052/FPcm2xCfJ/2TsY3in+LjwQbzzFMvteNMlAeHT1x7bGL6HCgwVuEgBWe1cFDE8GSpwOQoopZKFuFKcQjzGE70IzgDmE4sN5hwcx1CQHTpeEMAnoAm5IA8JhOSWRVmIG5aG0ioBAS4X/FkCNYcAD4QvzIYoBCECjSG5QnIeR4pQIQJijYCgTSsTKQIL107Dsh0IULAZXmiy20x+P69HkCih7/mQ32gT8BDQtz7jozAiBOonu9HS/Mdvv+uxN4QVsCHgQ7E910kR9M1iYmKK4CNLmOEwzCAmqCsWi7jqqj24nhDmhuddh127d2BzcwNnzpzC/gP78IUvfQHf+NY38dChQ7j7G1/HyVOnMDYxgSLhTaUdwz8AABAASURBVC6bQ7vTguweDAjLQkKj9Y117CbgkV18vpzXqlirb6JFUHhqcQEwCTgJMwzbQj/w0fdpngfZcSX/8LcZnyL8sh0BJooglGPghwgIPIuEmesbG6jVGpDfDqzXamRGPvsRwidsc10LpEj0qYEojhDzTGkNw2KbybEBGZ/t3YqdbhuyU9BLbonVHFMbIQGobWXwgue9GLvmryXAq6G6EqBVBb711YfwzX88g3YNmJuaw/zMLArZLMcUhGMxtVlHt9NmPaDGBiz2xXIcmNRfW2lo04XtuFBK0RvmsQyCvDQc5nEIi9KZPI/TkF2Wm9U66/IScCVzJkVYnMkWUCiVoS1H0BD7Z0BrC+l0DpZlE3IWILcdN+p1tqE53wLqEjCPgkHdbcdGwMnpUt8+NZ+bm+e1YmL37j0QcNxpdzgnU9jkmC0snkG9sUkI6WLHzjksnVtIgJvn9RmXZV9PYKNaxYGrrwH5KTY2NyFPQN6zdy+uf97zMDU7hybre5gA8cSp0wR7q5DfltQacFyTZQLILdy9fguFYob+KfrqISRIhAJkHtjUxeOclzEJCe8s04FDYJ5yCSxDoJArIsO+K2g4dorFDIS8tjwCzm6nC7k+ZFeigD2Zm1KnaRoYyC+z4xGLqIvve/CoixxrXt+hXLwKnF8xQqZL2rYFnNsROx5xQsl1ZBgGDGUwbwRJizk6mvNcszG+wWqQhPxIjoHkXGsNOcfwNVTgSSpw+vRptFot3EdQL0/K/djHPpbUcMcddyRPzZV0sUulPfDAA5DfT1xY4HdyUupSH1MX3Jp7Nz5912u3bsk9icNHj+CPXnfTYLfX6/4IR44exmBptw+3vnJqq7Ip7Nwjh0v8T5LtsnJ+C26VO73k8AJbOnVyCx4OIm/52dcODk4eBi4Ea7M7sfMC8DbIxDr3fHoLRF7o6yAV9O5xfd57K141u5VP6k4Ob8Fb/s1JfPorcrKEL35mJ97ya9v9kjgaYaTArsT+7RaIlHaIJR+pj4B0L/NiCSePXagBEm0uvu1Z8tHO747k8TZkfCINmO21v/krF4FHRl32WyCZPLhLdtq+7GUvS3bGCYDbfhCLgLR0Oo1f/uVf5t816aTemZkZ3HbbbRC4JmUk8syZM5Ddob/0S7/E//AaSdIln9Qv6UMbKjBU4ApS4KY78PEd9PfU7Si/5x244aY38mTrzbR75TbdJE0x/Xb89VbSINiJt/7yB5BAuY8o3Lj+ZryvOEi5+JP53nYnXs/IwW23t+MxEHDm7fim/J5e7R248T3S1i68c50Fnuy7+AH86voulD/yDhzFG/HxX7/EX0JS59PVntQ1tKECQwUuUkBfdDY8GSpwmQoopQgzNBhA8Q+e4KVgQMVmYuAxeDwwxmsT2hiESktIUwIlYsjvy7XbTQgYkkW/Uhpc6wPQiSmpS4xOKKWgWd4kfLEJcDKZHCRfRNgn7ECOtdJQYlzoawICxVDOBQykCWIcQg4WIsCxYLAulxBPM38cRZDbDRUhHQggO+0Wsuk8bDMDUxMkmSnEbGdjo5osApuNFkxCHvmf71wuB4ESsrPm+/d9H9/61jf4j/pv4e67v0JYdwJz89OYnp7E6voawUYEm2DIJ1Dcf/WBZFH4ta9+DRvr6ygXi1CIMTU1AW0o1Jt1yMJgkv/73+11YLs2tGVCbscNmG+dEKhHgOKk6JsCIQ8xCBmL7FZUSsGR/FpBdqJ5BH8hAUpAsGcaFksr5HNFamDCJVRVSiEgkImiAAIXHdsAhwweQWK3R7hDMOS4DnL5PITjxtAwLYd+mhAd+iwrkEva6XY89gNcvFjJjkiT+t1/73F846uHcP89izhxpIazx7p46J51fONLizj9cBvtehcNgsbNagv9foR2q09NwbngQ2vAYl8sjpXppmGnMsjlSiiVKshm0mA0fVBsM4ZAJA4ly9j03+I42/QjC4dQ0PNC1mkwrwtok3WmIX2wCYYl9AgmZYxFD8MwYdsW605BGxrFQgGZTAaVSiUBuNdddx0E7Mm4y04JWYxZlgW53bnVaiZlZRepT92BGErFCEIvgb3V6jqKpSJkt0W5XMKOnTtwLetrNNs4dOgIlNbo9Xs4dOQo7nvgwSSuVm8iVgpuKo2R0TGMjo7CcSzOp4Agj1ohQLNVQzaXZr4I3X5nEK8ikElDYLrDcU5Rv26rh/pmA+B8ti0XFk1rE5LmE+iFhH+24XA+jsAybdiEqDbnrCxKRReHx5ZlsE9ADNbP6yU+b9JXDYPXhklT7ItkNAwDMQdGAB740ozfNlaCiMBP0rZNymhtwOD8ZbeZHiHcKj/IEyf1if5RTB84t+X7I5Lrl/X/KN8/TN0Br3u5nVNA0IUmc+UNb3gDfuM3fuOSJmmS58Iycix1SZ0/jE/DsoDsfpJ59fKXvxxiMq++9KUvYdvkXHZCbZ/LDiq5tiWvmJTds2fPE0p5fkfcRbfkssje33pkJ53sGHsW/G7eLT+7Ewkse7SvdDd5P0mf5bbkk5+/Gzj7RXx6z61btyMnNTHuo7hoN+F/2AKRW8lXWiAQTnbbJbsFOZ5/+qd/Cot/Nzzd/ZDv4/Hx8QQCCnjerl/+HSKAcdeuXdtRw3CowFCBZ1iBV/96jOq7xR7CW2+/g8cMZwZOzd/+EM8lbWDflN+zGyQNPgWSJWWZ/utvx1vfJqEANQF6PD5/G+9t+PPtfBIKdCM8lHaT3+GT2rbOJS4xyYNL13Pej60yUkfSD7b31vP9uQOvlnofU0cSCWyVTdra9mkraRgMFRgq8NQV0E+96LDkc00BWcRs93n7WNbLssCWcy6pkYQSuZ2RocmFuEMgImYrAybUlnH6RcwQKmiloZRCyD9MJBYIuGj3uWjvoe81kxCEEYalIYv0KFZsS9OkrMnyxiCei3zNeqIwguzEk0WWLHBlJ5DAFVloBYQqCkC33UGv00Gy48gPIHGG1oRWHiSfzX90S5xFEOHaNgFOGsVcHikCREtZcAwbLo8dy6IfERwCrgnCNovgR/4B3W61sbq6St9DTExNEtTsxAtecBOuv/56vPo1r8Ztt9+G6667BrJ7q7FZxSYh3tzkNH72FT+D2sYm+u0e46qorVehYmB9bQVrq0voEHjWqszPMoqajIyUEzgUUzuDoERgpgDGWq3OXoKQK4OQ/TMIQmP2pRb00Qg8dCMfXQK6VruNTqcPxbHxCLl8ArRUKos4MtBu+TC1A9/rI+r1ERBcBp0eAjlmnN9nniZgEQwVKiWYBG0hNXQLRUSiCwFQFBtwkh2XoB9tjkuV52Gi/de+/C185+77sLawjtZGHa1qEytn1/HQfYv41teO40ufOYy7v3AK93xnBQe/u4AHHzyD0ZFJ6jmDTDmPrtUF3Aja1rDps7RrlLMojDrIZUOYIdCkljIPDK0BBcjDQZyUm0A0ue3ZclzCrojjm4fWNgzTRiwZlYbJedujNhoaKeYLqY8cG4YNxXQNRd4bcKw6qJTK6He6ybwq5gvJb+x5BJ8uwVm/76HN+Sa/xdjtdmDSF4PzFHxJUKmUUa2uIUXIvGv3HszOz2Fmbhb/9J/9crKDL5PJ48UvvgVTnB979uzFdddeh53zuzA7O4+5uZ2Er0Cj3sIa58rC0jlU6zXEnBt+2Een36R1oE3Ffnqgy+jRnx6vA3n4SiqdhmlqNFo19P0O00NoI2adfURBxJ4b1LIA106BnI065WBoi/0GIgJhsX63xxOwTISAADBguZiAUCkTj5iRlFOcDxGvewH1AYFhHANaU1VDMVTMDxpDAKblwDJTUDAQMZ+AyEAgM00ZGorlEnDHCpPvBcT87hADj1iAb6VZmtdFHEeQtmJ+iOFZ9KoQDMvC+wMf+ADk1tsLTW4FFQggt+ZeyiRN8lxYRo6lLqlTbu19FnX1indFdui98pWvxLZ9+ctfhnynb5/LDiv5rbIn19FbcOueT+O3/+wzF+yq24n9+CP8SbKrDZfxmsLOPZ/BYBecZF/CyWMSXmxTO3biMwLTtqKXTg32AmLnflz0239nT+LkhbvbtvLjZbcmt+Z+9PMn8Vv/31u2Y7fCJ+szi8ltycc+jY9+6dPYmdyOzLjHed/9+e2de9LOp7d2EErmkzic3JY79SgNkGhw6/ldjpJ3yy7clbgNKi9Xg60qnkwgv10n0F1uxZVy8rt5Avp27NgB+feCzJkO/z3yyU9+kv9pc0iyXNLm5uYS4Px3f/d3yW/2ye/nSb1S/4UFBPrL+Vvf+takPvlNPXnAxszWbkBsvWTHn/gi9W1FnQ8EWp8/GR4MFRgqMFRgqMBQgaECT1WBH1s5/WNradjQFa3ApRbDSqmtPjHkIpqraVlRb8U9EsQEbTEhgJis0DXzDkxBEQBwzc1yCnKbned7CYDw/D4ETPhRF57fQqdbJ5BoA0K5IC8FEPApGFDKgOYiP+YCX/yUHVrdXg8x/yioJE0bGhZhk+zQS8JUCi5hjfwPt02AkE6leU6QYFlgkeR3aWwCPd/zCKQIGgkrWvUmgRQhRhij02yhWashQ0jEpum7j3qjnsA8nyAtxfpmZmYxOjoCOorllXO4//778JnP/L/46le/mvzmzte+9hXcc893cfTIYbSbDezZuQv79lyFs6dO4dSxExgfGcMLbrgRpjbog4dCPpeAvX17dye3d/p+DydPHQf5EwHPNMqVIgFRlTCP+QiZPPouYFPgizw0xKBOPseiQ6rSor4dAj6lFYeExnGIaIg1NjfrOHduBbITsdloA0qzCzHS1KMkt0aznqDbR626iWVCuVLRJbjqIZXJIJUjKKImJvXNlMsQ0GfYLqAN+ARKqZSNXrcFgyDH6wbJ7+x1mz5iL0ZEf3vNOuvdwOLpZQK+U/j+d0/h+OEqls/0ceLwBo49tIRvfuW7eOB7h1GpjGL3vh0ojmSh7Qijk6MojpWRGy8hk7cwMZaH8gCPcM4nZAvZ97HxMYyMVuARcMrDTXr9Hvu5jgbHc7PWQIfgcoMwsEYNbMuBY7kQ7Ur5EjS1MdgPzwtgGgY0j+WWaYG/MkZnT53GucUl1DdrnBdpFAiCNwlh5dZVcFIFnBfNZhNjY6OwOGghr4lCoQCZgwsLZ5HOpAg9HXzjG9/kPPkMPve5/xeHjzxEbZs4ypXrl7705eTWQNkZtEZofJrz5ATnybGjxzlmDbRaXTZjEHxOY+fu3YSCGThpG4VynvExyiMVTHFhVyyWMDU1C0WIWR4ZhTI4vCqC73fR7bWoAetq1xCR5PW6XWilOe+6BHkxe2EgJLzrcvxDXhNaKbi2A9HFtmzqYsEy5dyCyfq1NrFtvh+yjRAB+x3z2jWogeOkIPAzikNEnJdB4CMgnQ7kmKFPraVcxPyK17qUMRLtFQTm0SGAPmDrFW+FSitGD0z8F+PZVuogiOPt3IPzZ/JTduXJThvp29Plh9QlO3ul7qerzmE9l1ZAbtv99V//dXzpS1+CvATWSPhkTHbBLHcMAAAQAElEQVTEHcFv4S0vw9ZrCr/ysQ8B/3brtlx5kIP8LtxW6qWCW957Yf7fxuE9+x6b7WXvx4fwtsGtvqzzt4/tRJJr9ldwx28exi8wLrkF9nWH8Zb3PhreSXW34C2v/TT+6NgFt9lKdGJP3mdgCq967Un80aWeEEyf3rLnj8779Ok9v4Wd2+38H7fi09u3LN/0aUA2qzDtlvd+Cvv/7BHN/mTPH+JXZpnw6Dfzf3q7r/8W+JD0le1dngaPruwHnwv0lVtv/+Ef/iHR/rWvfW3y74XteHmAhRzLAzCeqLYU/2593/vel2SROgQKSr1SNonc+pBbebfrkluBJd8Mv///r//r/4I86EXy/9zP/RzEH6nnNa95DXK5XFJaykq6pMlckL9zkoThx1CBoQI/YgWG1Q8VGCowVOCHU0D/cMWHpZ/LCiil2P14YDxUSmF7Uc3I82+lzh/igsNHIreOZLecWAz5E/EzYAoX/fDheW0u5vswLQXD1DBkgU84oBRr5CI9RgRtKGQyacg/fk3TJDRwkUqnklB2YAnUM02LECFCcjsqYVJI4ON5ffT7fXiET13CDEUve4SDQRBA/DG0SfoBgguCCqWhlcn2Y/hBB7XGBlwClCIBytjEKGRXUTqVSX6TbWlpiZDsXPI7fY7jYIaw7/k3Ph8/+7Ovwf79B5K6BVBMTEzghVxk3HDtNXj46FECokXEhBs+fTr+8DGE9DOgbayvEow18fDDhyF9ld1Wtm3gxIljWFtfITjpwbJMwqoqdOKzYv4uGvU6wWA+6QNFRUC40u32CI26iEU/aAAmfI+axwoBIZRiTCrlIJtzMTZeYZhhP13YtugXo9/uo77ewPfvvT/hrZlMFvliAflSAW4uDYMQz0eAXLmITKkI2TGYq4zQzzq67RjNzQC2kUchXUZE6BMRtkVhG4bVgzbaUGjD69WxsbqC48eO4eh9R7FyaAPVY00sE/Ktn9yEX/Owb3YnnnfdPszOl1EedQiybPpboNZTGC2nsHxuE+1WjwDKZb991OuEVgjR97potRscpxYc1yKErXA8Ao6pD1CPbsfjJzXpB5Cfp/MY9roezERXwPP9RFub46pYQiDY5to68ukMVpeXqaWHnTt2JpCvT61lp12OsE8gwN6r9kIAtMOypmHRh14Ckwv5POQW7JB6jI6MsPw8x1PjNCGe5J+dmUI+l6FfMdZX13DNgatx84tuxnXXXovrrrkWB66+Brl8gXNuGYcPHYYAw06nnSwgO+0OvvOdg8nTgFfWqjhzdgml8jg2ODeW18/Bi/qwUiahaAqmrXkNOTAMBZkeAh9tgt1KpQIB4qFAPXoBKHACIQYQkdALLBM/z19PnLMRr69tS7kpOK7Ua0CuK5/pcr0JhBY4qLSGUhqajWoJk3O2AcbTAMW2xMAQyUvaTg5+wIdSrEfsB+R7ppJf/OIX49/9u3+XPLBBduE9XSYPdbjlllueqW49p9qVHViveMUrkj4rxfmWHD2JD0K3g495UMMteP/Bg9i+jfPgewdject778CFwOqR8wvz34H3M9/7E1jI+AvqvuW9j9R5x3vfjzu26oX4cL6992PQ2mP7MMXvtn0X/j7fRVnY1vk62E5SN+MuaB+s+f0XnA8emnFBewLZknLMeYGv7/+1X8H7t3+TT/Kcb+f9SV8HmghgZLtbaXds57/IRzm59QJtL2j7cTQQHwdaStknNvnO/NM//VOIyfF27l/7tV97ZCzpn5xLmoTbYyw76QSu/f7v/z7+/u//PgFxkkfOt+sb4d8PkrZdRspLnkeb1CP1beeTMgL2tvNJndtpb3nLW/Df//t/h5SR9AvTBPRJ3NCGCgwVGCowVGCowFCBZ7cC+tnt3tC7Z4sCSj12saK5+IYsuC9aYUs+xVjF5TgX6nIkC3XDgEngJmUke2KEckop8A1ZrkuawXwSar0VryIoHSNWIYLQQ0AIJHnEmIOQJIJPGBUQiEQECQGPe4RiPuGLx7Db6SJknKE1BD7EhBABwRlPknYNrWEappwSZhiwTIsAJZ/sVApZp8AM8UfixeIoRq/fJQTqERF5qLc30fO7COIQqxtryORy8EIfAn0EhkxPz6BYLKJcLsNNuag16jhGWAW+9lx1Fa6++gB27SYESrs4efI4jj18FALodszPJXDm1KkTBCo24WMX8nt7/T7hF30WiOkSvjmOyfwKzWaNwLKFdruJbDYNASZsAg6hjOO4BFE99qmDXs+DdF/BgO+FCEMFsj72X8IYWhsJEE1nXFAKIlMPHiHm2uYqWt0W8xKAEYKGBIEq0Fg8uYjD9xNqZVLIEvClsymYhEROzsXY7BjG5yaRKuZgEGRdfc312Lf/Whg6haCv4PdCTI1PEYC5nCshISF969XgdWkMg34TEaFu2G3Cb9UR1jexeXYBLUK0tYUFHDt0H1bOHcf0dAEvffnzcN3z5jE9W8TYRAFX7dlFfwB5YIZtsS/sjIy9YSqOjYF02uGiqUTI12GfwT47BE8W410UCkXCJ0W9+qjXWmg2OqhtNtGXJyZz/C3WpehxwHklt3hHEkeoanDOegTFNo9XV1YImlOYnZ1Bn/Pwvu9/H0AMGY/qxgb27NkN2allWhYKhTwBXyfZdem4Lq6/7jpcc/V+TIxVkHFtFHNpXLNvL8YqJYwQnk5PjsHrd3D8+FGOZxtnzpwmxFzCxsY6xzEmtCtjYnISlZEK6y7QisgS+lVGxggxx1GujGJ8cgptXhv1egORiuHHPjr9Nny5jbfXZloLQeRDGeC86lAD5uP1JfBOQSGdSkN0YKekW1RDw+Dc0VpTTwOGSdMGlFJbWWL62uOc8xMfDa2hDQOSXzJIKPPeZDk5T4zfD4Zhsh2b+UzWpdmWIpyPEUYR527I44hjFVHZOClyyQ9xQYy5WMElszzTkUopyHfEzMwMni6TeqROpZLOP9Nd/IlpX0CKgI9te8UrXvET07fL68gSPvpnJy94oMfllXou5JJd+bLT7SfNPvvZzz4Xhm/Yx6ECQwWGCgwVGCpwxSvA1dIV34dhB35MCij1yCJRKQWDi3OlFJfMFyyseahiBdl5w0+ICXQTKBBzsQ55SSjGkoPTOFmoCziLuWiPCeBiRIhVUhlAwAcdJSBG4JW5tXNP2hfT2oA2DJiWndQTsQ4BiTbPTUKElOsmwM7QOoEBpAusk37TB3l4hWJ5h/BJaxOyu8ojADOURp+haViEPJ1BX+lOAgfoV6tTh51ifSrAyvoyFH0aGRuF3NnqBQEEMG7vShK4o9m2Ngzs3LWT8GkcJ0+fxqHDh/H9++/D8RPHcM+9sqtqET2ClRSBjjYUGo0aUgSCvV4XfuBDdp3lCA8D1i/wcnJynJDDQ6O5mYR9Ah/QH9NS7B9YV4/Wh+wWq1ZlNx+BijLB4nCdDLui2ccAXfaT3Ib5uoA2EkDoeR3CnS7jNhDBg521YTkmTMtETJhlEA6asYnWZhv3f/d+pCwg5aaQyjgwHA0n7+Cq6/Zi54Gd2HvNXuQKBdTqTUxPzTJfBn4/RpPnpqFx7YH9GK0UkHYNuDRT+Yjkt98IFVXQRkCte/UVNNZOwmuuoldbYzc76LTWCEAfwsiYjZe+Ygd+6sW7MD2XR7niIp0xsbIMHDlyHI6TRrFQwtjoGESztPhogpDPRD6fgUc4C/ay1+ug3tikJj4M7SCOjcTk2DJdgqkQXQKxgNBXs/+ZdIb1FsFLALZlIZPNQMZL5m+1uo5Dhx6CgOQ8wdrE+GQy9+RW3HqtRl2bBHT9ZFfn7NwMdTUwOjbKeZpFdbOKRq0Kx9KEoB3Czha+efc/4jTnyT9+6Qv4ype/iKXF0zhz6jj7fwZjYxXINRJFISLOadMwILtFRPNiqZwAPYF5na4H183QzzxW1zd4PXlslwOnFRTHIdJATJAOgxOdYcjrUK5be+u2W5Nz2CUojtmGUooaaWilYSgDpjZh0BQUr8GAFlI7XsPMy6gkn2YbRmIGlGJjGLykPs/34Hk+ApJmaXPbfAGojJN6tTJgGBYMAj9pU9MfrRUklHQ8zkspptIAheFrqMAPq8DOnTvx7ne/+7z9sPVdSeWX/upNuOmmX8CnX/uHGOySu5K8/9H7+tKXvvSinXnbu+Ku9FBu2f3RqzdsYajAUIGhAkMFhgoMFfhhFdA/uIJhjqECl1ZA1stikAU8syiloJQCP3C5LwFxURRDjEghKSZVQMWsJqLFjJOQAeLkvNfvQeBWRIgXJ2WjBJyIH0oW+6xAKcW8CoZhEBgECUwR2Nb3+uj1+4ACawPk9lyWTs4NQzG/RqNRh0CDHgFXjBDZXJqAyILn9xNz0w7sjI1TC6fRj/pI5TJoE8CFANx0mn2JMDszg9nZWcIUl2236FpMmOPhgQcexEMPPZTEyxPr6CbOnDnLMiEELvW9NianR9HtNmBaEaBCNJstzM/NsXwfpVIR5XIRnU4Tp8+chGUbGBktw/O6sG0zqWN1dYUAJ8c0G7brwKEFYch8Y7AsB2EQU5OYwDAm4AnR6wY8Bzzfp6591Jt1dOlHTFAYEuwF6AMW84Z9RAStAmHiIIJBkhl7wImHz+DsySZShHvZfBZOyoIXdWESCNrZNEbGRzE5NUXYtsqFzz0Iwx796GGztoCjD9+HKO5ienocM8xjmxZi2VoYehxTAsagQR/X0O+v0ccqev0aGs0aavU6el4IM5VGoZRFOgtoM0jCyekyxxH42te+jdWVdQK0DjrtLmTMLdtEqZzD1PQYtcwlY+t5PYRxgCgK2LZPvRvUIaAufWoSoN3tUqsInW6PY+AzT4Rup5OAvXwhR3/qWN9YR7PVRIHjky8UkMvn4Xke0qkUNjc3sbq2ioiwrMt54rN/G4StbtrF3v17cezEcXQIFjdrG5wbD+LB++/HZnUDAefqiePHkmPZzffKV7wc/+yf/TJe85qfwQ03XIvdV+2ANiLq0kcmk0Kr08BadRVnl87i1OlTnFdnCI5PYGFxERsbVczOzbK/WSTXQd+D70UEudSm20z671PzXtCHTx1CjjMI+AzC3F63A7m1uLZZgzyARgEs61FjE4aMFyMixgmkE4v4fcAoKKXon4ZlmrAdGzGv1ZAUWSwiiIyT6zeClDG0wfrENK81zllnYDJfteaciDXzKc6dmKFm3QNAqJQca0DhEq9BpGKioTU/L5FlGDVU4DIVMDmP//Ef/xFKcUY9yqSK97znPUmaHMuuPskrZeT8J8Xk1lQBVY9/q+sV0tPZX3nkVuQrxOWhm0MFhgoMFfjxKjBsbajAUIErUQF9JTo99PmZUCBmoxebYowihGOA5PiCT4m7HDNNA9vG9RIE6sWEIBEX/wFhQxD6SCwYhPJkzJhpmhDPMExYlg2LgEEWUUopAqEIgez2ocWEB9owILfwyQ4ggwDBZn7Z6WMTHli2zfaAIAjQJ7hzXJcAp0MgZkEetuCmHLAIBOq1uy2kCGNSmRSqtU1CduKv5wAAEABJREFULmB21zyWVpaxsr4G03YREkC8/OWvwsToJM4treA73z5ImPcA5El2p0+fxkOHHsTy8rkE9h0+fCgBPvPzO/CiF/0UZEdexH5FcUjolEd1cw27du/Az/zMKzE9M43FhbOEHvRrs0pwc4IgqU4w04BAPt/vEuQZ9LNL8BESfNUIqFoQGBUTtHi+B9Hg9JkzqDca7G9ESCIWMwTBWUBoFaJYLMC0TAKyFNLsZ5/1KsKjerMKkjwYjpHAK/mNQLktM+j58NoBuvU+7vnO95IdXOmMS/00gqiHlbVzaLZrEGgpUHJsbBymYdG3Ovu3DKVD9Pot5pPfCwzohwfZ4VYujcAwTJ730eu2EVCT2EACnSKloS0HimOeyeUwMTGDfN5lPsDUPlwzxtRIBb26j3u+eR/am10YgYatTUSEl1oDXuChR1AJG+hzjk3NTmN0bCzpv8X+C6R0CSrT6QzGxyfguGloLuwBFo4VZ7mC1+snsC4iNK0TBkMrxLQzCwvscwsR557DOdZstQiRYxgsb9lskP5XRkdhEbiGTHGpc4TBn6VziwSPRfwP/8Nr8LM/+yqcOXsa2WwG+/ZehQ3OsS98/rO446N/hW9842u493sHcerUMSwunsaJkw8jjH32q0/tLYLUSexhmQPXXI0ZAubxiQlcf/116HTaOMf5VyIc3r17V3Jr8OzcDIqlArL5DBSvxSyhpMV5Hyv2hz0dpa+aPheLRbjsT0Q459oOYWmHcyfkXApBZseeIDGlNeQas5nHsm2IDrJztd1uQa5tbSiIGWxL5pqYYRhJPtEyCuOkziCQuiN6oGGaNiyOuWO7cFinVhryPSC7WUOCUikX04mYc12L3wwV6A9DBrwmYiiWgURKxNCGCjwFBeT3C9/97kd27F3O8f/2v/1vT6GlYZGhAleQAkNXhwoMFRgqMFRgqMBQgWeNAlytPmt8GTryrFQgplcRTcKLjetoaK6YtSyaZXGdZGMeWVQzYKHkrZlBM7Ms9MWSyK2PSIBWFHBxHyAmxJF0WaRzac6amUl2ENG45OdJhIh5AgKVmG2EBA29bp/5NFw7RV80bNNKdkvZlgWlFGFfCLlN0eK5WK/ThcA93/MTQCBQUACKwKRao4ZWuwnZ6WYS8sgOpxahRDqbQouQqd5potXvIk0AUm+1sb6xiVnCuZHRMYKOmFACOP7wGQR9RcA3jd2792LfvgO45pprMD8/i+ff+DzcfPOLcB1Bi9y+Y2gD99xzD1ZWVnD11ddg3/79hHk/gxbr7nR66BMgye+p2bYBZsWOHbPo9VooFLKYm58CVAg3ZaHdabD9HgGIQqtdR6tVJ8jpJDu0KiMjhIAdyC6yVCoFpRVi6tnr9aiLCYOwLfBjNBottNrtBBD1CQN7Xp/AJ4tOr0H05MHzO0yvo9tvsw5Abs+0tIvR3BjSKoOl00s4eugw4YtFQJWFYQZ44N5vYvnsieQW0sXFM9A6RmWkjInJCaQyadbdZ30Bls5tYGm5ip6n6EcPjpPF1MwujE/tQm5kDio1QhuHyswgMEroBhZy+QL9NxD1QiydXSVk7MEi0N01Mg6j4eFLf/9lhBsaE84EskghZ9gosE2tI8LCAOlSGuv9BlaaBLUy1tRadrcFnBdyi6mpLYScYwFhk8m5A23AMC0gUog41wWWOo5FkNdErVHDanUNchus5dqQtFqtxjEJ2RcnyS91uOkUSux/p9fFKuGtH7PvK0uYnJ6EtjRedMvNyHJsNzbXcd8D9yOby6LNuXDPPfei1WphanIS8lAN2zKQSbswDQXXsZDJuPQNhME7kc3LmHVw5OhRPPjgQ1hbWyPs9vCNr9+NQ0ce5PkKgeBZgsOTOHnqCIKwS/9CWOybTXC2Uauj70Xo9SN4XpDMI8PUWF1dRa3WgE+NO7yGZIdimnqmMynEBJkmywtM9qif7E4UkzkmaUopGNoAxUPMPotFkU99vC3zEQnQj5mDFsea+cQM+i5++PTFo/V5PfuwqVWGID7tpJJrXq7nbbNMUxgiFP+wEijOdzYMpSRGy+EzakqpZ7T9CxsXzS48/1Ee/yTU/aIXvQiyI+/J2E/91E/9JHR92IehAkMFhgoMFRgqMFRgqMBQgStAgWd+tXMFiDR08dIKyDpVFs8KXJEzS7JsHRzy7Mm/tWHANA1oLsjFFMOkDQXIuSxGDa0JTwIIYDGY37YtQg7NRX9I8CDAIGJegwDAhkUoE9M3z/eRgAbCGoP1g69YgfVE4KofHmGWH3g8VNCGJshYAVjOcky4aQcGYUqhVEAmn+GxCct1MDI6SghI6NdsJe3GhJQGAcUD930P6+vLWFw6iw0Cn3pjA03Cts3NKs4unMV9990HebjCkSNHyR5iyJPrZGfTl7/8Zdzz3Xvwta/djX/88leQzeTQ73v0ZRXLy0vIEjAusc5ev0N/e9jc3MDoaBl+0EOtXmVb62h3m3AI+xJ453UJbgL2IkqAmvQ75pnJvhiENQMz6AN1ICTttHvwvRAeYVnazSCXzcIiKCkUC2yjD9kdaJiAQ3hlOxby+TwyqXTysJLID1En6Dzy4INoVtcxOzGGndNjmJssIvYbsI2AEMqA73mERT3EyqGWEzCdAkK48CMT7V4IZblIF0bQCy2sb3ow3VHM7LoRO656ITLl3ciNHEBxYi/KUztRmZ7CNGHn5NwUodcoJsdctpfDNGHmsftOY+HhVTjIIehGsLVFCARMTIzCshUsS8G0AM1QaQ3DsNBp9tBrcw5EMpfA/hWov4+IcyadzSGKYkBRL6URQyFFUCe3GlvUQnYVkvlhhePd9XpQpoZL+OaHPpqExRNT7Ct139jY4LxYRJ3zIU9dM5xPuWKOfV1n1QpHjx0l6FzkOLbQ6XYIfu9FtVbD3n37sHPXLpQJBuUhCft4Pjc7g7GxMYyPjXIeVFCrbWJ55RwarSbWqxuQ3XgjI6Mol8toEVDnCAorpTL7bSDHdg2CQYHGbeaXW27ZKaTTWQi0rVRGUK5UUKCPQEQAF0ARzFq81jT1kuvF41jKvO31e9CmCcu2YUpo2XBs57wZjNs2XPDSWsEwjMRMauM4LLNlUo/JAUrMsmBtmcm6ZMIGgQ+f13TMMdGK9WiaoWGyPskrdYOvWDrFkMMFxTxy+ExbOp1+pl04336KsP/8yfBgqMBQgaECQwWGCgwVGCowVGCowFCBK1oBfWV5P/T2WaWAArYX0kqpR1yLHzl8Mkdye10YhglIiaKIYSRr+aQKpRSUUuAHTG0yUAl0CIIAEaGa1hoWgYDWBiIu+j3PJ9DrI/ADSCUsmYAEzXxSRqBORHAjACAgmFO8Evr9LrNGyGTThBUmBCLIDqS+34cyFQTcpLMZQp8+ZJdXTB+T+gnH+p0Wuq0aDO3DcmKkMgZMMyaUc6GNGHIr5M6dOyC/s/e85z0PU1NThIDrbC9GuVxBPpeH4p92q836PbQYZrNZ9tFHvb6ZALZWq0FANYZCIY9Opw2oCDVJI5yMERIkNRBEHts3kCXAieKAoGcdAiaVAaYF1CakLt3zpgBYBDLpVCZ5yAV5FJr1NtZXCSXlFl5CFEMD3U4TjkPd2ZcUwVXEjC7PwTYCAYnUrlmt4uShQ6ivrODArh345V94JW599S2YmypjpJSHbVsEkyF6HtAPHcK9Ipx0iaBvBAEMrG82USVkS+fHUBqdh50eR6NjMk4hMkcQ2+PIlGcxPr8bIzNTmNk9h8n5SRSLCikTyLpAkbp3qxGUl4IZpwl5U7AJjUR/GYfA7xLcudS4hxQh7e6du9Blm90m50o3ZncMREGM06fOQG4R7fV9at2D0maCipTBUCnYrgttmWgQnLV7HYDzIyIAMx0LNcI7+c06l0C2UC6gwXEL4xDpjAsoXhwEa+JPj7rZaZtzxcXI6AgEAu7aswuSt0loPDe3g5q7BLdV3HPvPbj/gQfw6c98Bt///vdw8uQpzp81wsAlHDlyBOdWlpIdhJPTExgdGyHQrXDuZQmBN9FiXdVaFQHHTG6R7vf7Sf+bzSZ6nS6aHOfq5ibkN/WajVZSpt1ts78R+oSVQcTRIRTvE+RJ+YBwre/1mR7Dsm2EvH58xgW8doMwIHjzzlvIuG3DBa+I1+h2vDxkxCMs3Lbz8Swb8xq9oBjkulVKQ2uZuTEiXvu8wBHRBzG5tqVuSQW2PpWCVhqSjx/P6FuuaTGtxZ9nxhWlFDKZTDI/nhkPhq0OFRgqMFRgqMBQgaECQwUuV4FhvqECQwUuV4FnboVxuR4O8z1rFVDQUFw0y/pbQqUUFM/FZDHNJThzaAIscPEdbRnhBh55yeL9vDFa6ooFGzAb3+Ah4kjRwPJMIVCTBb0s5A2CPMuyEwjT6RJY9T3I7h7ZwSO7UjLpNBzCBzkXi1lWKcV6IsRxlOTN5rJwCWr6Utay4BD4QPKw4dGxUYKxIkzGa7YV07n1jQ0YhgFpu9PqIO24cEyNXrcBr9/A2uppLC09TCjXhDz8YWHhJJYWz+DYw4exuLAAebDCiZMnEBKKze2Yh9IaR48+DAUN2Wm196q9mBgf43mMqYlJ2PRf4IkAj127d6PT7aBW22S8iYUFAqjIx/zOGTgpCyGPbQK3VMYmXOkRpPVQJ9RxCJzcFHWK/QTwyK4nrRREI6U5ZkACgAJPkVGl4XcjRF4EI1awCbMM5rFtA27KgUcgpQ2mE8fJDkFDsTABoEltgzbh3OICTj34IE48cD9MAp9rr0qjkk9Bx33s3jWNkfEC7IwJkjd41MAQ3whMp+Z34KprrsPzX/QSvOSVr0SBGoS2RmmyggmWy46lkZ/k+JR9FCcVpnZksHPPKCYnrATsZTRArgcnBlxtsu0AjgIK+XwCMfKFHIKgR5CaRbdXQ6O2gT7HT343sNvsot8JoCMbVpRCSPjYbHY4nhHiULPPIcfDQLfbh+UwD2Hh6MQEas0GzrC/bc69ZqcBmBGmCRt3XTUPJ2Ph1JnjeOjwA8jl04CK4KRszM5PY3S0hGXCuJhzrFAsIkdYu7axijNnz2J1fR05+qwNA4vnltDr9bBnz1W4/fafx4t+6mb88i+/HvKgFpmLva4HTmNYNuudnsPoyBga9QZkd5/sElxaWuQ8CGAQessclt/Tszm/Zb5PTk5Cxr9QKiGVSUPSRyfG6WMKMeeGk04BHPce4Z5PQdK5FMpjJRQrReSLeXgEyj3CPpmX2WwOShmckw54iUAbxnkztIahByZ5t036rlm/mEpCDa0H5lDfbTO0AcQYmARsQP4TIOJ8k0jRAVC8pqVGhgTtSF6ayYqmoZQBpQbfQwDj8My9pI+5XA7j4+OQMXgmTH4zMy9zTOtnTohhy0MFhgoMFXi6FRjWN1RgqMBQgaECQwWe4woM/3X/HJ8AP0z3lVJcKisuoGlbFSklxwOTw60jKKW2bCvjVmAQBGybADjTNDAITViGBSOBS5plxQaFtCzUeRhxoc9qYRG+ZTM5QlQXuU8AABAASURBVJwcYYaPVruNer2Odqu1tXMP5BSaEDCCbTlIpzMDCMHFrYKCgJUE8hFoBGEIORbA0mD55ZWVBMi1CdVyuTxyXJg3my1CQweZFKENIUN1Y41AqIupyRGMjxVQGcnANAO20YehI8SEbgYBhuf1Ib+BJhji3LllyG4p23YgQE8gxfrqGnzPw0hlBC95yYshv/8nWkib8ptnCaxhuh94oNuwHQuZjAvFNpSOeW6gWlvDenUN55YXCYY6kN1acnuwSQCpVAyL+qZTLqS9PsFRj2DK6/fh9wOCPJeQKyTUs9ifGB7hUYrgKEf4kyXcWVlZhDYAi6BPbhPOF7PIZl1QWbis16ZTATVbP7uIc8dP4nvf+jbuv+csYWETG+tL9GsJV+2fw96rZ1GeSCNfdqDsGM1eC61uD5uNFnySnPsOP4SN9iZUOkZPtaDTHnbsH8Pua0ex97oJXP/8HXjxi3difjaNVg1YOwM0VoDOBtDdBNDjlOxFhHsWgekIpqan6WcGNv0WsHaa0M11jATKbhKmeYR2JkxMjc1grDwFQzmolMcIaFlVL+AYOlheXoMyLERKo9XrIuZ4RkpBbtHO5HPYe2AvrrvhGmQI8qbnpjE+OQ6T7bkpGxEhZqNZw8zsFCamxlCtrkMecDFNv2SMDx0+hHQmg7n5OczPz+PQ4cNYWV3Bdddeh9GxcXz3nnvw/372s7jn3u/hwYceIqCsYN++/azjeuw/cADTU9NwCJkNw+C8swiXz8Hh+fj4BEYqozAME4Zp8ZpoQHaErq6toccxb3e62KzV0CfYrjGsVjfRJbDzCGVlx2qj1UC9UcN6fQ0Ly2cTW6fvTcbn8lk4BIUx6WKXc0gemMHLEZZlwTLN/z97fwJuWVbXd+PftdaeznzuWHWrqruruptBkOkVlaQjDvFVGoeoSUQFfR8zPFGSR3gckmiIIsHwGBKDvIr+E2P8Aw3qowbQ0BgRBGkFQWSmmx5qvnWnc8+85+H9/va559at6iroxm66qtjnnt9Ze6/xt75r7XPv+ty1zynNYghqNDc5n5umjgULiHHIYbTeN4mbmxTXTNNGQ1Nz8FGI8UWg98V8CloyA2xOQx5KKQkYL+eKc748rV4qBSoFKgUqBSoFKgUqBSoFKgUqBSoFbjgFZNVzw3Wq6tCXRgGlFBfS6tLGVMG1eg6BTZAkzjDDhbkRwEDTxuzlnwXzxfnDwrwgFCm4IKcxq9aai3sDbQzrVgR1GWLCMp9gISCkklv6siyFUgqGeRxCKdd1CXQIGwgcDNtOkwy+77NcTJhSx8rKCqTebnsBBdvLCPYETgj82CEA6ff7kF1uWZZjwOPxdAzyCIKiFqQNqT9LEhitCFUUAdYGzp17CP3hBgajbdTrNsHSKmTX2JEjR7B2ZK0EMrJb59ixo5DdR73eDnq9HrqdLmTHVUTocv78ebznT/8Ud7/znYSJTcgXcgjgW1xcRJNw8TChzdLSUtk3AX3ymXxhPIUyOeTLGMIoACVAq90g/KsRcCZYZV8dx2bfQ0Shj8AnUBuP4U+miKMERQaMBzz2E0KvOupOA57tYToYA+x/liVQhIhTf4go8mFshTgNIfCq2axBE/IUBI86zWHTwt0R/ur9H8T73/0+RFMfx29ZA1SAwegsjt7cxDd963PwjK86gRNPXsPSahfaNjAEUluDHp70lbfj+f/383DLU1Zw29OX8ayvOYbbn97BU5+xjKc/Yw1rBIO9zQk++RHq9Id/hT/87Y/h7Xdt4n//7jbe+7/PYv2hbRxZOo6l9hoBsUOdLI5bRtC3iN7uFo4dPYwij6GR0XKCzAi7Wz0MtgcY933OLY001fDcJizjUrOUvlscxwVMOH8sAtmM/d3YJqAd7EITnO5wHB86/RD+8oN/gQ/c8wH0CA09zytvcZVbWSeTId73/vfiox/9CMb+GFu9LazRD9u2CPRuLuetjPuZM2fw5Cc9BWtrR/HQydN44MGHcOjwGm45fhy2axM0b+MTn/wEPvaxj+GTn/wk7v3sZ3Hq1CnssL0ZpBsiDCPOmzbnbsb5eJ59ydmnAoDifGgy0HDdGmzbQa1Wh0PdHcfjfG0QHC7i8GFCQc6XGmF3u9smIFzE6upKGd9sNzn2FqdEDgF03W63LGMZi/MimhnnQUSTaxIHHgev8ZxQXK6rmWWQ/HNLWHZuUofcAizXhVyLB6rjYUHLkXPyFjQJ2UUoBch1ykQeq9K01mUocZVVClQK7CnwsX8LiO2dVkGlQKVApUClQKVApUClwOOnQFXz462AfrwbqOq/3hVQ7MDVTZbXBZPnoVKKcK+gsdjeU1kGYjDMyBlXaKYTFJEIMYfmotswNFyQa4YWQYQC1/4lQEjzlCHJE1MECOQEcGwCruvQXDTqdQKKGutQSJOUQCNh2RysjM+C5ymBA0GOtgg8OgQaLmpeHZo/juuixvIsjCRLCUFoDAXySX9kl5HtOLAdBzl7JMBAdvAldM4muBlNpwRcKZRWsNjHTqcNj/ECxdI4QxhE2N7agc98cgvt1uYGtrY2MCZUk92FLtvX2kDqlNscCzbQarUJUlbpowfZAZWlKSyCiZtuOobtne2ybwI71tfXy1tpZRdiRo3SjGAlnsD1CvapQJSMMBjtYEqIJ9BEdmlJW0pxDKglBaLPGnK7KLvGU4M8NShoMQFfErJd2EDO/FnB+BQO+6hLeJsgSaNyl1eSxGi3mqiz35oToWbVYOUG6SRDvJvjwuc28cDHHoCaZjjcbEMHPi6cfABb66dxaKWNpzz1Zjzj2bfhOV/zFMK7m3DLbauYhjsIkwGO33IYJ44fwW3Hj+Lptx9m+QZsP8XJv3kQf/72e/CRP/4YznxsHR//y4dwz/s+iz9/72fxgfd9GsGkwMLiISwfWkW9SbiZxgRXNdi2BQGcHfq70GzCy4Fwt498GmCFgNdAISIsjtj/NC54ZkFri/MnIdjrwnJdLC6vQG5fzQBqHEN2RqZZDD8Ywye0G48GSKKQUNGUOzuXFhbQJSDL85TzM4bI32638MxnPQOK18N4MsbJUw9ha3sTMt86nS7nLWWnb1OCxDrnpwAul/PdGIOjR4/g2NGbsMB6Zf5aBNddHjfYH8V50mi2WI/DOk9z3rpYJRhstFpwCPOa1L/RaJfXgbEc1Bst1OtNztk66o0mal4NApkttuNPJuxhDsUpkhLsJkmEnCEINRUnjMA3gYnj8ZSgOIDMLcuyeYkbkJmWl7aBgk2fLAVo5MjShPNmZjLXpT8zs2BbMt/3zK6hXm/B8xplvbLjVKyQOvKErac8ovF6yXlW0FMxeX8oynO+qhxQik+F6lEpcD0o8P73vx/f9E3fhM8S2F/JXwH43/Vd34U3vvGN+8k+3yN+9Ed/FFJW7LnPfS7EPl89+4XDDeCB35hZ1NuPvtqBtCt1i0lb87blfG6SR9Lm5xKKz+L71eq9WrzU/4Y3vIHvq/7VsnxR8VLvK1/5yvIfIl9UBVWhSoFKgcdfgaqFSoFKgUqBSoEvSgEu3b6oclWhLysFFHt7BePi+eDimmttcDXN5TX4kPwSKBSEPuRDBCE5BKLJ582JpUUGpQ20IkRRs9Boh4UsAgoXru3CKc1hHUVpGcskScK6CEsIbQR8ZGlWpmmCBNuyYds2BHoIbHBsB67jMZ3VFrqEfXGcEJTt4MKFC/DDAHILYkZoyBxl2e7iAiHOEjoLXTRbTXQZGgIPh4BlaWUZ43CK9Y0NWI4Np14r+xsEYbljyrZcaGUThLD/uSbgaeLY0WNYXl7C6qFlrKwsQTFpt9fD5uYmOt0OZCffbPdhgiiMCQVDArMWDh86hHqthtFwgMGgD0O4tsswpa+yc88lbPJojm3T9QyTaR9erQC0T77iYzjuQUBgk8BnOByVUMeybEIfGkGXbRvUai7kSwiSJCfYygjGEoYJsjhHnhSwjUP+p7C6sAyP7ShCk9GQQKxICBpTBMGU+QMsdLo4vLyKdq2JgmAsHsWI+zmyIbB7to9Pf+jjOPtZQr6JDzcv4A+GWD97EuPBFhw7xeKSi7Vjbdx8fBmrqy3qZtDwbKR+iOHmANPNGJ/5y7/GR//0Q/jMBz6DC5/ewujUFO60Bh3X4E8UF2sRfbFgUIdLMLTAsZpMR4TDCRyO1WQyKnVsNuroEmY1OO9cwktX5sU0gkoLAqgMsltPPmtPsSayLC4ug3IeiO6W48CteZDbUweDXQxHfda5w/mVErYOWT5GzDk17A8woeZZHLP8BO1Ok9aCzN9Ot43ReIT7H/gcpsEEN91yEyyORxiGrKeAMRZcwtKI81R2821wrj3w4IM4deokPvWpT0F29y0uLuHWEyfwjGc+A1/FBf1Rwt8uIZ/4SCKG1UOHAaMJOA9Bsz5Dk+swSTIkBM9xnKLbXUTMc20cSHyW5eV8M1pTAw1NaF0UKYo8K8fa9yecmz7naAB5uJx7ok+/P4RcU6nUBY06QaJruZw7hlqEyAiAC0Jzy7JQXp+WXc5lqV9MKcPqaPK1w7Q4Snn9aJBrs90cikBZDER6ArJzzu5CPvOR5wWvPjFWUOYF8xZijJfrTCklSaxjFpYn1UulwDWmgACnt771rZ/Xq3e+8504d+7cJXlOnz6NCUH80572NL4/nMJXf/VXl6DvPe95D77iK77ikrwPO/nsf+UlFc/s3l96WPLBCIFzU/6T6iMf+Qje9a53QeqX9F/7tV+DxIm96EUvKtt//vOfvx/3pje9CXfccQd//y1L9sfcvpgK5R8mAveWl68dn76YflRlKgUqBSoFKgUqBSoFKgUuV0BfHlGdVwo8UgX21s2z7AW4rtY0U5qG4YLagoIFzcW75rmYUTZs4+2Zy0V8jozwIMtzFKwDe4+c1CAltMu4wk9pDkFCvV5Dk1Cm2Wyi0WgQZNVgCN1ylo0JEGKCFE2goZRiXQUX+wVSAouUYEEzLs0SxmWQ21YL1p+z3TD0UW/UYDtWmRbFIRdLY2xvbxEWbUHSE0LEVqcF13NhbE1wsozVtVWCGR9+4MMhiFlYXIbj1NHfHSPwYwIrD1GUoNfbxdbWNuvbYbjF/FOcuPUE5LPSbr75JsjnlUVRXMI8WaRtsV2BPGICHz/5qU8iTiLIwurI0SPoLnTLPkvegoJtbG6U6dIHSozBuI+z62cQpVMUOsPYHyFmvyeEZNoQOnJEpn5QQtYJYc1oNAQI7BaWOqwXCKhHwPSYYCkkaEwI6jJCvt5mD0WaQ2CVpQokcusvyzUIusasw9IKy4uLaBBGugRJIIAs6Ldi2zpNMOnvYnt9HedOn8HJz96P8/edRP8sNXloA+ONIfrnmH5yC+v3n8dDn3wIO6d34G8FBIJn8YF3vR8f/rO/wqc+/BlcOHkBk94YnnFx9PARHDl8iFobahAiI4jqLLZQr3vl7befvfcTkFuJV1Zmt+PK7c8uQW9vpw+xnZ1dhByr0XCKfm+A3d4IuztjTCcSlt7+AAAQAElEQVQBut0FjEZjbGxsEoDWCN9s7PS2GerSQMDUH+5Sx4gQDCjyFAEX2SvUwKYWYm1CRCag3azjwvpZeISVAnmf/ZznIGX+1UOr5Vz70If+EtPpGAsLHci1IGNSo47Pec7/hb97x9/D1zzveSXA++qv/Rp8BRfxz3zWsyAA2xhTLuj/6sN/hU9/+tM4feY051zIcVSUP8VDDz2ECxfOw3Fttu2wDK9F8Y1zvcY5v0p4LDtNc45VHIXQRqHf3+Fc3SjD3d0dDOSzK6dyK3sC8jJorVECOm1x2ihogtGG20CNc9+xHOZRiAkOZU6HnNdaG5axYDEt57WYsS0x2fkX8loTi5KQMuUoeE2KeV4NLq81z/VYju0oBaUU+IKDj4IOFbwGCiknoI+hUorZFOsqyqxKqfJc0+8yonqpFLgGFfi93/s9yO+1Vqt1Re9kN99f/uVfPgzYffjDH8Ztt922D8/kXOCa7OYTYPiwyv73VwK/257Z/b92Mfm+/3cWJ2nvfPbF+L0jAWLyfiJ+fOYzn8Gtt97K99n6Xiqws7NT+n85UJS83/7t376fTw7e+MY3lgBSjqW+1772tWX57/qu7yp3HUoo9Un63KQv0ifZCXhwV6LU9YM/+IOYl5FzySMmx1Je6pJ0iZM6pC6BkhIvxxInaQfrld2HL3nJS0p/Lo+XvGKSR+qXPkgeiRNoKHGVVQpUClQKVApUClQKVAo8EQroJ6LRqs0bQwGtNLiUZme4mM4ZFAoC8GTBr2CguPBXjMnJBUpLATINQiKNIhMDipxL9NLKClBwsc71eVmvYv0A6+Y6XYCT3OaaJAkhXA6lFGTx7zgObNtGu9VGq90u47H3kLpYIc8KCKATqGdZhsBAg84hLzLEBFBRFDBbCtsxCAk5pv6YUDAu8wjs2ty6AIF+uwQfZ8+dLndrkVmgVnfR7rQJVGKCoCnyTGGhu4xGvYNOewHyRQe33HwLwyNYWlyAFrBiW/jQhz6Ij3/84zw3WFldZdkR2weO33IcLvszHo0QBSFS6SsB53A4gO9P8Zd/8ZcYDPpsL8RyuQOwIMRJYCzFviQokEIZEDtRcJPBrVsodE7ANyHgS7FN0Kgth1rkgDYETDlsAqeMJba2N2BsBYFh0ueIYCaOUpCLwigHOjdoeg0cWT2MnLAOhHY227IoZafZQDCdICdgbRB0dlpNrBJyeYRPYJyidWoeGux7RlAUDcaYbOxi68Fz2HroPE5+4nM49cn7cebTD+Lsp09i99Q2Hvjoffjwez6IC/edw3R9iPH5ITq6DSu20LSaUISOOxc2ce7MGTYRcuwbWFzqQnbIWaIHJ1yd43Po8BLHdIqQ0LLT6aBea2CNQDAg1MtSheXlNQLJLnVvwLEa8JwWPLfOxeYu+57DY38EwApslfErqNVgsFvOm1rdweJiF/WGV86X1UNLOH36IS5y67A5z8aEnvL5htvU1qu51D2CH0wIHndg2ZpzKijtq577HDRbNYwIZh2KurKyjJzAWikNPww5Vz7Bes/gLzj+J0+dwoOEdm32ZZsL6v7uAD41DXwf8uUohnPM4qCsr5/DwkIbAjoXCA2brQY0x0vmux9My12Dn/7Mp7BO+Ce7EAPCWpnfAnwHoz4mvAYEXCccO4FxURiV9Rf0y7ZsIOdcKU3DUhZc48LijyrYCK97yzjwnBps24XipEyTDLyMMX8YY1Fvd88cWBZLs16LFkURYloUR9QshbQvNtNkXgPbZ41Kzc+ldjGeMyj4PjI3pfYzMfGJfUofRry+ZdfuhQsXCF+/9LaxsVF+NID48sSqUbUuCghkEnD3Hd/xHXJ6Rfud3/kd/IN/8A/Q5D+25hl8XvNSTsCSxP3QD/1QuWNOdtbJ3BJgKPGX2B1vBUztkqhLTiTt777pkig5Ebgn/glI+6Vf+iW88IUvlOh9k12F8tmw+xE8kH7J54LecsstPLv4lN2FH/rQh8oIgZFf+7Vfy/fhZbztbW8r/f+e7/keCBQsM+y9yM7A7//+7y/Tf/d3fxeih/RfrqOf+ZmfKcvKTryDGgiMlDzve9/78JrXvKYsK1BP+rJXbRl3pXol/Vu+5VvK9F/91V/FH/3RH0Hqes973lPuXBSwJ8fSR+mDQD3xUUIpW1mlQKVApUClQKVApcC1rsCN6Z++MbtV9erxUkApBaVmpkkLNAw5GacRF/TIAUWYp7nIN1zkmzK0YGsXrq6hZjdKk3ObwEjM4qJeKQXDUGvNxXxSLvSV0jAEAEZbUGp2DOaTRb4hNBLwJfAhjmOkhE0CBGQ3kOzyy9K0hCPg4l8bqVvKa4IGg0ajBgEdrku44BpoXSBJQiRZTPdTNDt1dAhF2t0mWp0GFpcXShPoFTOfRXAkwGb9/Bn0eluI47Dc2bWyvIpOZ4FQIqUiNuFcUu4GWz9/HhsX1pGlEZaXFtAlaHnaVz4NT3rqkxDTb18+721lFf7Ex9kzZyGfeba8wHrCAMhyAhKHPhq4jovVlRXWP9spdurkg1AaOHJ0DbWGg93BDgHWhD7XoawCYTrByN9FkExwbuMcElJVr1GHS7jVbC9CWw4s12V6jMF4gEJl7H8CbQqRGQWBKzkObMsltANs46G33cfO1jZcy0AXKUc6QZ06ri4vostF54QwKyMs9ZjebTWwutDFQr0OK8ugCSoNx8VOc7i0OsFQPQWcIIUahajHwFp9AWaSwos02oWHBdTRzlwU/QTFIAVGOZQPRMMQ0ThC3fbg2BZKeNX0sMSxcl0bg+EujAXUGi7W2fc4DSFf+tEmdIzDBA/eL2Oyiwnr6O8K+CsQBDnhWkjJDQrO5WajiZQ+y26zlH5vb2+WIK8g3BtPBpxHLvzpiGNvw6UGmvNoSDh35NghAjsfdcI62Q25vLqE259yO47dfAQLy10cv/VmGLugPxwnnZfjde99n4ZSOWR+bW5fwEMc2z4hrtxeats222rCsmy0Wh0Ydkyuk8989rP0tcDS4hK67S5uPnYTbrv1BJaXFjFk2bW1VXS7bUzo4+kzJwkJpxiOB0ioRU4ILD43mjUsLBJOUrtF+iZQt9Vuosu4dqcFuU7k8wHrvGZc10GNoHNmNV7zinPCRc1twFI250gBCzYE6Dmcqxbnl5Z4Au8i19DKgtE0XruGprTCwYdonPJ6EFNKoWCiZVkQk/5eNIPZsYJSM2PW8qmNKeOkbBnBFwF8Sl3MJ+eMfsKe0+kUYl8MWHvLW95SfonK5c4Ph0NImoSXp13pXDSYTCYQu1J6FfelVUDA2N/5O38HK3x/v1LLsjNM5ozsDDuYLjBJIJ7cknswvl6vY21t7WDUxePuM4Cv+z2A1yMuf2hnliZ5LksTHwTISZu/8Ru/gV/5lV+BwC7JJqGAtMv9EEB362U7/CS/wD7pj3y8gMxB6ZdAsu/a27n3+te/XrJdYqdOndo/l/7JibTb5O+dg7rJbj2p7wUveEH5sReST3yT8Ep2tXol7/HjxyXYN2lPvshI6pbdkXIsiQIUBfQJZBWdJK6ySoFKgRtIgaorlQKVApUC15EC+jrytXL1GlOAS2Yu2vnK1TTZBFmagiYY0dj74bGRY4I+xaW/Kiyo3KDImLVc9IMHtCs8BeIlhCtZnpepAgRmi3qNLEuRZglymiJUUZowgJXKLY1cx0MbDUOopxmf51kJxJI0hgAE2b0XBj6PSZOQw7Y1IUYdtqUJPiLCgQIW47QGDEGeNoDr2bCYLseOYwiTWmh3G+h0W7Btq9xJF0YhwiBEo95k/AKhywrWDh/FzTcfR7vdBismfFoqdxjKLqj+bp8QqYDt2IRME8gjDAJcWF+HLNKXl5dRr9fg2DZ6W1t4ypOfhCNH1ggiY2xvb8PzXPrlQr4ddzgaoNluEBQ1oelzg2CpN9iCH08I+QKsHFqBohYxIRXYCa/RQkAoKsAvI9QjgyHuScq8aR7T1YLtJASUES1B6NMmEQwXhI5lo6CmNc9Bo2YBhIaKY0R50Ky5HO0CMi6GHVogTFtk35faHTQcB3bBiUIYWhBcWhwPj2Omgil05CPs93Duc/ch7PWgma78AMHuLnQUoaEtJKMpaoXNYw8dp4GFZptg0UOr3kCTOi0RMGZFjMGoh1a3Vo6P43CusJ3pZMxxcpClBcYjH/6Efcwt9sNC4KecHwXHoUlI12RY5zzIEIYhCk5qmQM250Nb+rG8xLHpc1E7wTnC3Ua7hkJnSLIIR286gk6nVY5DrlL4wQhhEpRwcXewg4B97PW3CdkmTJsiImTb7e9ga3uD4+xhY+M8dgj2ktgHpUKdQC2KYni1Go4T2lmujQ7B8NGbjnK+sv8L3XKMtDGccw3Io7/bw/r5s/Bci2OY4ey5kwTQm8iLBAIf2+0GLPbFDyaQW2F3CKd5QZbXynDUh4A/AdY1jqNAwel0UoIo0SIjoC04fhnBbBTGLGOzDU0Nc1icU3WvBsuIphxjzgJAATQWYV5T6q+UwvyhmKYUX/fMsB+G5cWAAtJWznklIc8kpowTPyRebL8u1iHHii9K8ZWNluX2Qq01lGL8PJ3hE/WcEu59sW2/9a1vvSrckzR533g0dQd8v3k0+au8j70CAoxk950ALdkVd57/DPrpn/5pCOyatyY7w9773vdCoJIcS975zrFnP/vZ5a63eV4JpU6BfsePH5fTh9vq1wHHvvPh8RInaQ9PKWME1MmB/G46dOgQpB05F+AnaRIv52KSJsDr8h1+kiZwTkCY7IaTeuT8f/7P/7m/u+7HfuzHJNsldrAvUrckSjkJ5yZgTXbyiT+ye1HqljTxTcIr2SOpd15O2pPdfKK9tPG2t71tX3vZsSf9kXGa+zcvV4WVApUCN4YCf/AHfwC51h+Jvf3tb78xOl31olKgUuC6U0Bfdx5XDl8TCsjiWRxRiotmLqLLY8ixIuBTMPKjNF81VMH4XIzHXPgbbcNoqzTsPwQK7J9AqpVFuW1ZsC0bspiXzwaTMBKQRgAkwESOM8I+RXhlaEWRQ85Tgqw4jlB+3h7jjdHgGp/1ZIxLIDuEfH8CgRqj8WB2G6KcD3cxmQyRy840DcKc3RKYXNg8T9AxxmDQYxlCJ1WUO60kn+d5BCoeFzsBQV+MzY1NnD93Hg8+eBLnzp6DP/UZHyGJE/T7fayurmJpaQmyKykgxJJvPjWEG8eOHSMg6pRg6czp09gl6HrwgfuxurwCAX9TQir5fCXLMrBsG5p9KgR7KMEhOUb0e5OwaBqM0ezUoAxTCe/kNssgCgiuHPYLBEZ1GJbvEwrGWYx6yyPY80FlaNmsXoKVJE6RRhniIEE4jTmummOpISBniaBpebGLmmNjd2cbWRKi027CdQwod3mbbkY4aykF17bQqtVKaxJK1ui/zfp1EqNBKmgYZgRJHudRi3ktjp3DdAmtLEdNG3icSZ6y0fGaWOkulbf9NhseAaMLAVc5wV6c+Dh8ZBmyM85xKAqR5ZNuv60EgP5ogvvv8wnPiAAAEABJREFUewCj/hij3QmQGUQhe5wAruw+s2rw2U+lLChoOIRpjmOBnS6PBXhNOT92CeQ2NteZd0KtEgjIi7MQu/0tLK10cebcQ8iREJ4FyPKEMG+Kz9z7adiuBafm8NzHmOMEgkPNvi8udbG9s1nmXVtbgesAu70LOPXQg/jUpz6Nz93/OYRxUO7+k1uoN7c20NvdQULNZDFttCYI2IZAga3NTRSEraSr2LhwvtSlu9BCQbh3fv1MCRKTNELKMY9Y52gy4DxSPI8g10BKWC7m+2PO7QgW51ed49ZutdFsNuG6LowxrK+gRizH+RwQVgmwSjnWTECRFwBTKRzEXIcjp20U8h7AmPmzYLaCL6WxjFyn0raYFOe0of8aNueDY7twHIeg24HF9wOjDdMMwIwK4KuYHKF8SJ3lwbX3Qh3Y8WvEr5zX2DXiypetGwKM5FZRgUVvetObcPTo0RJySbx8FpyAJNkZJulyLLe0CvySXXIf+9jHIJBsLp4sOOe71gT6ye6yedolIf+pgo0/uSSqPNl8L4Mrz0/5LD25xVbqF2s0GpD3HxaA7OgTv+R4bvJFHwfzzOPnofgvUFNCiZNbcwVuSt3/5//8H4m6xKQvAgsl/Xu/93vxohe9CKLRwUyyI1B26c3zzNO+/uu/HgJMJV40PQjfHkm983qkvW/8xm+EfIbgwbrmuwWlLnmflHzzMlVYKVApcGMosM5/vP+jf/SP8PM///OPyL77u78bUubG6H3Vi0qBSoHrSQF9PTlb+frEKSAL5oNWeqIAbbjYlxMhOlyRK4ayjlcEA9oYzEPbNhBAUgICrWHKBTpD5lOchXmelVDOsDwIzgzLSh7FRG10uah3CYbqNQ+1Oq3mEqhxwe9YBAAGZX4u/G1b4lyCCMlTYzlDUBEjiWMo1uuHY8htuFHsI01j+uSV7cqxgAQFkI2k6LRaBGo+CvqlGOlYFgGDhYDlxuMhUgKS4bCP9Y2zOE/b7feQErhYBDbddhuHD63ixPGbsbqyBJtlSXxw5tQZnD97Hn/23vczXEez3sTS4jIeeugkbrpp9uUa3Xa7vL1yaWGRQC3AsbWjaDca2OAfFnILsgC+ldUVwqOYkGgMGZMTJ26l1wox+6MtRfA0hWGbAmyUTqFpjmuwtblVQqg4G6PdraPRqgO6QGFl8DoG57fOYRr66A8HSNMMwSTA1oUtZAR8RcJFX66RpwUs42A4mCCYJnCMhcPLi1hot+jvFGSNZX9rjRr6gz7GhD8xIaFtOVhaWC5tZWkV7fYimo0u81vw7Dra9Q6QKKhUowhzyLFV2KgxbZF5a65HqOhxauQMHY6bDcvKkaQjtrHNfl1gfxwCrHPsew7bBmqeBSMOpTkygrsiyBCPIii2g1RjOgwJXmOcPrOOXn/AOWRhsNuDTMFzZ06XoeyGyzl4jXYDFzbW2addah8iySJYtoKxC0yjPh4882msbz6AY7csY6e/jt3hNrymi6XVJXiNOrZ6Ozi0dhiWY2Pl0GHORcP+N/HQAw/iMGGvUcC506ewu7NFGOmyjzbWDi1hZWUB2qLmhJUZx1F5ClEaoLe7jdOnHuI4JTi8toZbj9+K22iHVw4h9Dm3CbY7HN+CsG9MeD31R5z3ASzOjxohY91z0Gk1wEuL/SzQaTYhPhxaXUabx+KTQ1+TNCnnk89xDIIAAaF6xGtJawAqg2F9AlflmhIrCNd5mXGcmMw3AuEIaVwgiXLOGw+GcweF5rxVvO4AOXY5th798TwbYoaOpJzLUp/M+SiK2G6EkGHGeZhxDuYcU8Xi+8aDQmChACuGGor9UmyngFKqNFSPSoFrWAEBaLLbQ0KBY3LL6hx+idsCjQQECuwTsCY7xwQoSZqYwD2BgGJyLHFXtK0/B5IxYDWAO94CfNV/BYwHRD1g92+uWEQipU6pW0x8kDixn/qpn4L4LMdzk3OJn59fHor/AjMln6RJP6ResTe/+c2Qc+nvS1/6UkgoeebtC+SblxNYJ3VJuuQTfaQOySP5JU7SRSuJl3SJO1hO8kmalJnXK+2LSb0SN++LHEs+yT+vS7SQczE5ljKVVQpUCtxYCvzmb/5m+XfE9vY27rrrrrJzf/EXf4Fv+IZvKE2OJfK3f/u3y7trlFKQHckSV1mlQKVApcAXVuCxy6Efu6qqmr6cFJCFtFKqXEDnAlAA5FzYF6rggt+CEkKyZ7ZrwXZtIpIcGWFDwfySDxKy3OVPBQVNemAsU9aTc8GepinKRX7gI7iCyRcmhAIewoj54tJSggnZ7afFDwXChBRGaQIGjVqtBsu2ID7IH/tz63Ta8FwXvj9lUoEGwczy4iIa9XrZ12atwf6ZMt1xLNS8Gpo1pvFKCgnGBv1dgqad8jbLM6dPYjQcAPQ/p/9xFKPbWcBXPfurCG/qOHv6LHZ7u3jKk5+C4XBYgogeIdDOdg+ddhfP/Mpn4sQtx3Hh/Hn4kynBWsb2vNIPy7JYbY7uwgLOnD0Ln+DFoy9tQrZVgkXxxbY1JtMBktTHFsGd7G7zCLyyLERnoQXJZzsOQoKgjKNjHIO0SJGRyESMKzieiqAkS1K4sntK23CtGhztYqG1jE6DgK7WwrOf8WxCuyXY9MklXG232wQ5BotLS1yY1WA7NuI4od8a/jSAUhZazS5arS46rUUcXbsZq0uHCbOOYmVhlXCpC9fy0Kg1sdBZxMrSCtqErd1uB0eOEJARKA2HPSwvdeG6hgB1gRCsy7HNcezYGutZxeJCBysct5xgEUlOQMl++SnaXrv8/MfJgAAsKpDEORYJWAsoajUhRPJx8tSDWF5eKufZ0tIClglop/4Y8pl+0KCeMdyag5uPH8O59dMYjHZgu5oA7wKcmkUlM84Rhak/QZIl+Jqv/RqcuO1WDEdjLCwslXPz9JkzhMEpnvYVT4PDMdBKoSlzbWGBvnfZhyXEBNGBP8TZsw/hA3/xZ9jpXYBXM2xLobvQRKfTxHQ6gXwOYkJ9i6xAb6uHKIiwsrxCoBZD5mOt7qHbbWOF4E6o2zJhrE3Yvspz+fxIzT4VHHeLYFrmq+wM3Nra5JhFULye5Vq0bIt+2qW5roUkDQk5AwI3n1A5ZJ9T2Jw/FsdGrvGMULy0LAN4nUsdch1zSkFpA6MtaGWQF0DKPDHnW0xoKJbxPWJuMs9dwj/HcmAbG5Zlc57ZsHisoCEGQsTSeFZIhZyzqB6VAtexAgKR3vSmN0HA1GPejeGngcX/C/jWDwFHvx247Z8Cf/9PgcZxYHTfY95cVWGlQKVApcD1roDAvW/7tm8r35P/7M/+DC7XCQd3LMuxxMmt+fK+feedd+J//I//8Yi7/cpXvhKyI3husiP4ioUfw0j5KIPXvva1j2GNF6uSuuWfIrJTWvr2peiPtCX/uJFd7vLRFtKuxF30anYk8eLPwTxSRspenl/OpR/Sn1npL/wq9Ut9XzjnF5dD6hf/v7jSl5aSuh5PXy9t7Yk7C7hGfuJa/9K3rL/0TVYt3igKKKUgi3alFGQBn2VpGSou8LnuhuwK43qbICBBnERIuWjPuboXsFcQB0gIyXCZFVysF1z0F3wRU0rBMhZs24YlRuhnEU6UxmNDKKG1oi8KYF6+oiBQ04QIlm3BJTyxGQpEsCwLGdMEFgpIsAgLIkK3OEoIXejnHmDo9XoEJ1MCngACurTWrMeF0boEHI7rlL/kW80mmq0mWjQBgbWax3SDmucQ1njoEnQZrQmRCB0JHv2Jjwfu+xzhlYNuswPDvvZ3eqzXoMm6XLcGxZ+NjU2WSfDxv/k4etu7kM/zO33qFOTz+gaDIcA8wjEGwzEc/pHRJPxqNBrY3e3T7wk8z2UWiogUssNNqRhxNEQUjRGFU4xHQziODdtxCbRSjoYFmz5niscqI/ALkBPQAAWB3AQ72zvY2tjG7tYuti/sIpommI4ijPo+4eMWQ4IrgriC2gYCRjkOPmGrxTYahFYN+iaaO7ZLzzWUMtSoQfjXok4d+lJHp72ATodwi7BtZYWAjmGj2aL/FsdWo9/vlbewTqcjgsklyJd/HFk7zHlhIfB9wh9D6NiB3MacEXadPXUa0+EI4/4QtrLhGBdyS25/Z4g0yhFMIkzGPtKUAEqBGuQQGOc4FpI0IjCdok7fQ0Lb3d2dEvqxW2zPQKkcf/Pxj0J28AVMnxLkgXWMCNvaBIspAenRm47iyLGjzPcxWLaD5dVDvA5S9Ah06wTCtm2z/SlGoxHHy0ObfXU5r7Y2N/CpT/w1zpy8D1sXzqDf28DmxhmOQx/r6/LlGEP44QjGEEwudeFy3OQblvsce9uysdhdgqUFqKaYQWsPSgP93R7nxw4uXDiPZquOTbYz5DyIopBgcwzZKZfTb9s2HJMaGo0a54dcL3EJ8aSfokXI+VMUCWdGilwl0PTD2EDB4wwJr6+LlubMR620hRKuF7ym5VoyvG4llHN535CwkPeG0goUzCdmtIZc+7O8M7CaEQbmTIc8FEUX4ZXmq4JSSmIxewWUUqVJeaUUrpfH/fffj9e97nWXmFxDH/3oRy+Jex3zyC4CSZNQzv/zf/7P+IM/+IPrpauVn19qBZ78L4Fv/jOgcfPFlrvPAL7tE8Dx778YVx1dtwpUjlcKVAo8dgp84AMfwMmTJ/FP/yn/EcJqBe7J7f4W1xPyd4qYHMtuX0ljFvyTf/JPyjL33HOPnH5ee+UrXwn5bFDZ/Tu3L/UuYAE8Yp/X0S8yUfr3peiP/L0rO6plHD6fq1fyR8pIWanj85V9ItIEQopv87av5P88rQofrsC5c+fwn/7Tf8JgMHh44g0ao2/QflXdeowVUEqVi+RLqmVcQYOShX3BxX2BHBkyLvzDJCgBkYR+5COIQ4KQWFKRc7GfFinPUy74CxS5hioMtLZoAk6kQiDPJA1MJxjIc+Zl3bKw53HBxT1zYda8HM08kyNJE6yVJHG5Oyrdg46e67F+DYdQRRMGSj4tFbAul5DLMgaJ7PSCZj7DujUygh+BgLILEMgJwgJMJ2OMCI0kfjyZoN/vQ26h8gMfURQQooUQUGJ0wWMfEWFIniawWF5ssdOERYiiCDtjArCCEC1jO47lYKG7CNmttkDQNe6PIbeyfsVTvgJPo33Nc78aN990DFoBO71tApcQ7XazhEOy8ylNY1i2wdLyImTnE3kox2CKc+cfojgBlAkx9XeRyK6rOEBOkCLwrEGoSAlgbOpPUGpcg5B5kiJGQdCnGQdmSAlB85ggLKUukYJKLTTsNsa9KXKem9yUcG2h3UGNkMopAQ4I7iz6pQihbCwuLZT+rawu8dxBs1mDTZ8tW2MajJFmEZtKqH1K/yKkaUC/gGarVtaxuNjGzbcchUsfOVzUfgdGAauLS1hbPYwsSQjw+oSPIYokJ9ibEKDaSIOMocU4YNgbEUyGAGwCMgfTqU/gtk3wFkDb9Ne1qekQK8vL9N0hUFtnOwPm6aFWs9Fq1zGZDuH7Y2g2Xmu4aM7TFgYAABAASURBVDQbMOzv0tJiGbIDOMtfKKPxGLfdfjvOnD2DCedNv7+LjPNxe2cLtXoN7U6nnKMZ/fbpx4TzKiUENrxSbjl2COR27F9MENkDMh8e/evvbmA86WE47mE6GYFCcZ4s4eZjt2Dt0DE06i0UuaLvNdiWh+FwSpg7Zf9StpXBEhIHzXSX8zSF69TQaXfhOISAUCiKHAXn6oR1+wS1Oeen1uD8AWQ+5ATGKedGVkQQSxEhom9BwjayEIXm2BHypZIOXoPMm2YxivnP/PrlRNZKoyClNhxMrQ3A9o3WMDwWg1JQzOc4DjwB54TDlrHKdMU+oFCQh7wqpaDKE77yKYfXq/X4zwWx5z3veZjby1/+cshn/szP56F8DpikSShxKysreOghueY/b++rxEqBSoFKgUqBSoFKgS+gwG/91m+V/8z/ju/4DmxsbED++fYN3/ANDyslcffdd1+ZR/LKDj4p+7CMByJkR9h0Oi1/tx+ILg99/tNadpNdvptPYI/suDuYNgdzAn7m+SVd/o44uPNM6jx4Lg1J2R//8R+HmHyOq/gkO8Pm9XzXd30XpE0xgUzzNqSclJ/bwTK/+Zu/OY+GxM/zzstK3eKf+CN1Sn8kTkzyS2FJkzwSJzaPFz8k/8G0ef0SL/5LedH1X/yLfwEpO++XxEs98/xyLiZlpOz8WPJLOSkv6zuJl3ZFC4kXk3ouj5f0zc1NiX6YSX4pJyY6SAZp9w1veAOknMRLuxInaWLS5j/7Z/+s3AUq6VKH2Nx/Sb+8rMRJX66kj6TN80s49/Vyref+iQ/Xu8nn2Yuuv/zLv8y1HddM13uHHoH/+hHkqbJUCjxMAaUUlFIAn2KKM0msIBRI8wQ5AV6u8zJUFoEB0+MsQZRGSAn/iBkYZsIlhBgAXKhrZaBocgxWpmhaa1xuzIyCsAlK8ankdBYWrIpnDHhQEKLktKw0yS7wxRAi2LZNSFOH67plOdlF5doOHMZLnNxqW681ynRpW0GVdViENwuEMZJu2xZhiIOlpSUsLBDILSxAbkcVazTqaLeaMEZDPvcuIASKCTj9yRAxQV+/t4XtzQsENiO4jgW57dcoTZiZIyfoCPwQinDm6NpRGP70d4c4+eAp3PuZewlzpuUfGeXOPBTY3NpEt9uFFp2MpqcFtckwGOxiSgAVx1NMpruEfEPE6Yhgb8r4EdtKEYYhLPZ5aWkFShnk1C5XBQqOG0yOTKXQhG5aSwJTBbamBX0ziCYJUj/HpB9gskvr++hv9aHpv8c6mwRXhw8to15zAcUy9FWOjSkI7EKCsRFtSH8CGKsg6CJoswskhERxOqa/I9qYPoWoNywcOryIm246DKWzEq4JRK2x7m63hUOrKyg/I47/Ra0RUMlOyN72NgHeFGmUwdEOsihHGqTwxz40QbJlXHgux0jbUErDD5g3j8FTAtwpwJbrHMfhcEA9C4wJ6Wz2y3YMbFtDUxM5VgS4FudCnESQHXDT6YTpNmRHXEygOxgN2T8Lx4/fQji4TZgW4cyZ0xAYOyEYNhyzlZVlnsf0x4XRGgvdDk4cv4njWie0a+Dmo6tYXmgSXPoEvzXOOyAjfJXxHQx6BM0DbG9tY/PCNjZoshtxsbuMmwj76gR9CYGs0TbrrxGQsc7lFQRBCJm3iwtLUErDIfi2bYc6BByfFI5jwyVZdF0bNuGrjGFGQJcSviZ5hCjxkTKUnXsZQV5hMliehnHom1zfTEsJ9QrC4Zzp5TE1LTg/sixHRkhPkaHZX6UU573EpUj5HiE7KdOUx7Qoispdq/KHh8zXgmAwJ3yU8nKtlO8DrKhgnTnrlLolD6Awfyh18Xgedz2E8t4isO7R2lOe8hRYlnU9dLHysVKgUqBSoFKgUuCaVUD+7vjd3/1dHDlyBK961avwEz/xE6Wvn/70pyEA5NSpUzhFk2OJk8Sf/MmfxC/8wi/g8OHDkLJSh8RfyeQz/BqNBq60Y0x2G33/938/5rv5BMTMwc8nPvEJyJcrSZp8hMMf/uEf4m/+5m/49/0UAn4kXqBZrVa7UrOXxMmuNanrl37plyCfKSofCyE77aQOMYF+73znO8syf/zHfwwBJRIv5cpIvohf8qVL87af8YxnQP7GZdL+U/JMCTLnecQ/6bf069ChQ2U/JU3qkbyPtv/yd+J+YzwQEPszP/MzZb2/+qu/CgGOl+dhtkueki75JL/0UcrPvxhFYO3b3va2sj7xU/6JKrDsV37lV0owKvl/4zd+AxcuXLikTjmZ55c8YvM4CeXLpaScxMs8+p3f+R2JLk3afM1rXlN+iZSky7iUCXwRX3/xF3+x/BIuSROfxfcgCHCl+SH5r+arjIOMh9QjJnNSxoDN3BDPr/u6ryvn7ZcL4OMS9W85blXxL1sFlFIwxkCpvcUzZ5PcalsQ5AgMKI3wo4xTOQpaVqSETDEX8xnLgQ8py4KEe4AcHzQQrKAEAWmSEIwkJQQRMCK75mThH+3dRpswPS0X9xlkcS8AICcIEAggoCAmJBiOhwRaEYHbiL90xgj4XzFtDLqdBZ77GI0m/MXo06aY+lPmDcs2pbzYYDhEFEcEEvSJ4EFugyRnQJpm9CvFaDxFlMQlwIyyqAzdmodGu4WFxQ6WCXHkizOOHj2C224/gbW1Q3AITs6dPYvpZFx+RlqaZARvBQR0fuLjn8L58xf4H7Ndpk+RsK+f+tSnIG/cXULGOn9pK6UgfbcJnvq7u4Rk9XLXjuPaiJMQtqOxstpFXoSYTHeQ5SHzy/GYEMtnHyPkBC7NVgtZkRGuxZAdWE7NgTIKVs1ChpQDkdMnjlOhoXINuS03nKSw4CGLFWpOA816i8DSJ0AbY0IoFvKXeN11qG8LS+z/aLSLOJrAIggCQkTxEFnu4/z6Azh/4QFsbJ3EVu8U7TS2dk9hd3gWO/0zOMu0k6fvRX+4yTI+PvvZT6FBXZOI/SNwDTmOw0Efp0+exPq5c2x/QiQKdJrN8gs5drf7GPYGmHJ84jDG4uJS2Re5HXbIMV1fPw+b9UwJ5nbKHXUujh47St8yyK3FokuT+tQaNZ5PMBz3sbDcxcqhFdz+pNvxtK98WqmVzC+Zd7KLz2a/FxYXsLS0iE98/OMwWkMArtzeLH/0KKXgEKCNRmM8+MCD5RicO38Op06fLscvIGy897OfhNj9n/s0JpM+r46YQK6BtcPLaDY9FLyWjOb1wnkucyPwA84np9yFJ7/E77vvc4SSE9x66+04ceIE+3QMKwShE47LgNDxgZMPQRmNKc+nBI0cZPrkwPM8wm+PPmUICaXlNtyIYZrF4OBz/hdodRuwPIOCEDglvAuSAMPpAH40hTbMJqZZI+GeAD659vM8KzXNGAqIK+i3ov8CosSMsTg3bGjGzc11HPpSIySuQY6VUuw362ceKWNz3jvM41DveWhZNrVC+dBaw/Aal7CMqF4qBSoFKgUqBSoFKgUqBR6BAqf5N5lAKoEl8k25b3nLW8pSd911V/mtuZIudqU0+Xtd/jEstwWWhR7Fi/wNJ9kPfqmSALAPf/jDEo3bbrsNt9xyS3m8srKCBgGh/GNPQvlG778tmBEYJTvFxATulQ3x5dnPfna5E46HwIEXgZTyt61AIomWzyCUjxqS47kJNLySfxIn+SWflJd65l9Q8mj6L+UP2kGN5lrJWB3Mc/mx6C7+zPNL+OQnP7nMJmnz3XACNj/2sY+V6zFJnPspME40kriDJgD4j/7oj0rtRFM5ljjJ88xnPhNSTo7nYynHX8jEH9lF+oM/+INlvRLKuawRD/Z9XqfES51X81XAovgmdvfdd0vWG8oE8MnuWgF8ck3fUJ27rDP6svPqtFLgi1CgILgrIAt/EOZJGMUhwUBQAiaBTFmeQHY5Kc44WdxnpGI5WA58JfQrF/88zomS5BiqKFMLxiku5I2tYdFsx5oBCNeFR5MFv0NIYhPO2JYizAKMXXBBT7PEeM54i3ksbcEty7jQXP47loOFdhfHjskuqS4BQgM24wxhgE3QYLRhLgIK+ipEISeUmP0HTrEdh1AvLd/YBY6UwGQwRJSk8Op1DAlLNnrb2CAs6vV3MBgN0O/3aQMIhLnv3ntx7twZ+NMxjM6RpzEiuaU3DNFqtqhdzF/cJwiHliG/0FdWV8s3/xYhk3zpQZvhCmGh3M65s7PNeneZvkIgk/OXfJ2Ap4XV1WXITrksj5ES6tkuYLsaWZFgKrfApgmCwIdAS9FHWzkKnTI9hSLYA3XPOKwJXzJCvRyaMigkcYKQ/xkSeDcejuA5NQI+QGUGaVgwtNB02+g2llB3Wmg4TTTcBtZWDmOpu4jFbgc1z2J/BTD2oOwpknwHcbaJON9FYfkwbgynlsH2cv5HU2N5pUUtWmi3alhdXgIlw0JjAU7mousuIO6nsGOHYYI6GmjoFvIAJdyztQOf4CsIA9icB92FDuI04lwwqDdcLK0swiXMbHeakLRbTtwCbWmsb65zHAdQnEewMsSZT30IpW1gc3sDD556CB/kH1qnz57H8uohtBe6HOchavUa5I8T27Zw7OhRPIPwb3Njg2Oc4jDh2uc49u16Ezbn13nOAaOpaRJhZWUFR46ssa/LCHn9JFmKGiGmgO2AAC4gxLzvM/dCK4UaAdziwgK17GKZsPLQ8iHIF484lku46RNk+gSgddQ437c2L0AA8mAwQML5OaUWytjQtg0/jNDkfGu3O+h0umDVELC9ubWFMYFznqcwlobtWLAIojWvJWOrEnD6MocI/ApkMJwvLttyXAeinWFew7w5gXFOCJlzzs2u6xzg9Z6zjBh4fRdypReKbWsAmnOYsdnMwiAi2BxDrq+QvhZQUNpiPov5Cl6DGfuUMOS83YP7eZ6zRmbhsyhYQrEMjaeXPJVSl5xXJ5UClQKVApUCj60CVW2VAtezAgLM5G+Kr//6r4eY/E0hX5oxNzmXHVzzc4FiSZKUeSW/lL399tuvKoH83Tfl33c+/767aqZHkSCARsDR61//egiICvi3+qMoXmYVMCg7AaUvsotLdvSVCY/By+X+PVb9fgxc+4JVHNxJKNo8m6DzCxY6kEF0FD3ndnAX3oFsj+pQfBBf5nXKzsLFxcVHVYdkllt9D37uo3whjMTfqCbX5Y3aN+mXrKYkrKxS4BEpoJSCUhdtXkiVy+mcaWIFz1LkXNQX5eI+QU7AlCQxwxyWMQAX8/LFFhmYRqAEApSCcEnO0z0QkHPhLxAwYx0JIUJphDJZmkKARxLHSGkZwVjG9CyLkGZTyG6wHAHyIkLB+oEUAhbpHOMAi3DAsx1CqAK9zR2cOX2W3dCEhi6MNqh7dUKkNlr8T1irSTBFWNNqNSBwQxF0BFEE23HQarehtSYcaRLo1NHqdLC4tIIozeE1muguLePQ2mEcOnwIhw6toNtdYL813dCEMzUoABn7I3KkDMF+eoQjBYGE7Cbs9wewLBue66HNthYIc04QPK2xTtnZNR4NsbgMzMLKAAAQAElEQVS4gGXCrlqthiiOyl1Y8p+vKArLL09IWK/snLI9g6yIMZoQMA530Wo3sDvYYRkSMEWVsgS1hoXOQg119jdk+Zx+TKYCaIG0sJDminoqJGwnI4wKpkOE/gTyZQ6hHyGcpogmOca9CJNd1mfa0KnL4xAR08JRiG6jCzqCMJhSN4fjMUGU7WAwPclwneFZAr4BjBOj0bJgTFqOabNhw+YcSZOAdU2hkgLjzTF6p/o488l17DwwQD1uoZW1EW6zTB8Iegmm/SlGgzFiAklOOYRJiO3BNoJ4gvG0jyAaI+SxaGE7FmScz62fw4WtC/Aj5gmGmIQD+rWJWlujN9ws4/vjAfXIkSuFs+cvIKFWhnNip9fDAw88APlMvUajUYYFx9UxHHOmxwRrNWPBURoJ/+hquA7kswnbnGcpr49Go4abbj4Gj3Pw6JGbCWjXQFYFNlR+XqDsPIyotT+ZYkyYPOoPMOoP4Y+m1D8iXE1hKYN2o8X5DfiTEQLaZDopNYiiBJpzamnlEMe7DcersS2vnJsCzzICbLneNOe5R+Dp0j+L4Jzugr1Fzr7kvK4F0CldAJwR5USWI2qQEBj7BNQCJ2NelzmvvZklKDSJ3Z7JnMw4H+MsQMw5mhMgAwaaviuGgIaYQ19rjgfPdmEZh3EGUDaTeFzm1VAMtZaQSRwPPulWQRA9s1magjyUUlBqZnJ+rdi//Jf/Egftv/23/4YPfvCDl8QdTP98x1cq++pXv/pa6eqV/KjiKgUqBSoFKgUqBa55BWSHnny+7dz+7M/+DLLzan4uO7oErD3Sjsx3s/3e7/3eJUXk73iJ+MxnPiNBaXL76nyHWxlxlRcp+1/+y3+BbAwo+HfZ6urqfk6BaXK76n7EgYNTp04dOLt4KLfqXjy78pFASrmdVuqXHLKTbzKZyOHD7KB/kn9KuDnfkSjnUs/f/bt/tyz3xfS/LMiXBx98EPOdevPwlltuYcrVn+Kb+DPPL/5cSS9Jl/pl7SW1zf2U/DJOEnfQjh8/jre+9a2Q9IPxj/R4i/9wv7ys+CptCdh7JPU8Ul/lVmPZqfpI6rye8vz5n/95edv5y172snJNfT35/mh91Y+2QJW/UmCugFIXF8lcRgMKswdDYwyM1tCGphURAEGAEsuZp2C8BDmyPC3TtFEwzMsquSjPCBFyHHwYy4KYxfASsy3Ytl2axKN0gg4w1NpgbnleEBKlSPkftYRwUCzdCwcEJFmal/DDJ3yRN/YpYYjP/6TFUYwszegjUKvXCb7EamxP6gYstt8h1BMfGo06BKJ4BG3yGWYO/RIAOR4Psb29Cfm2V4Ey8o23CeFYGPqEayEsS7Feh7CrhjxPyroFCNms22Ydcuuo/KKUnX/yYb1yq/HS4hK00ogIGuU/c9L3lP2RWyoln4BTTf3BR6fThtyWnGYpBAqmhKDbOxuY+kP0B1sIwhFGoz77n6Ne6xBsdkqflI6hrZB4dIBhsA4/3YWfDAm3fEAZGKvGfPQ5U5hMQgwHPoJpBqQ2XNPEaNfHhHHRNEbiZ8hjhekwQBwkiPyYY5HBL3dmMd94yjqmjEtLWDgaDODzF37GPuVZDt8PIP2ru2wvTlmPj52NHoQz5WkOh7A2JugVQCVjJrdCSJ8nkzHnUwpjFMMM03CC8WSAmJBQmRyWrdDb3UJKOEw5IV9UMmJ6ROiUqRhJHmASDYmoIvQIBfvjXaQqRWuhie5yG5ZrALuA7bmoNdrwak0sE5wtcnwahHvgvDtz8iQso7HNX84WGxG77ZbjOM0/PHpbm9jaWMf5s6cx6G1j0O/h/vvvhcyXiIC1yTknu0tXl1bRaXTRri3CFDW0PMLi+mG4qoW63UbDacPVXqlHSL3H/QlBX4Yax2Glu4an3vZ0OKaGOOQ4pAV62ztICPrGozFCzqGbbr4J8shJEmucvzbnXsb5khLQiR9iGQFwQcRnCPssY5hdQfKnSUo9k9JyQjqjNYw2MEZDawNtGBrD6yhFQvgnJnVL2dIy+sQ/QBWvWZnHSilADGCgID85dcz28uX0MSeELMMiL32QC1Qp5lTgo3xhOHsqden5LPbaepU/guW/uPLFGGI//dM/jf/wH/4D5PjR2uVlv+d7vueKnwFzbSlQeVMpUClQKVApUClw/Skgv7//n//n/8F73/teyGM0GknwiO2Vr3xl+XEscjvk3GQ31r/+1/+6BELzOIF1AgOvVrGsD+Tz8CS/QEbZiSW3e8ptuvIPQYmXL2eQzwK8vA6Bhr/1W79Vfi6ZpMnfr1KHlBE4KOcSfzUTv+SOlXkZAVni78H8siPwSv5J3QL0pC0pL/VIfY+2/wfbkmOBrgJapV7pv3yDsQAxSbuaSbrkk/xS7qBeL3rRi8rPWZR4qVfql3r+1b/6V5BdeRIvWjf5z3qJP2jSr7/zd/4OJJR8ooPocTDP1Y4FSMock7Kyw26eT3yVvxPnbUu9Mpfm6VcKr+brC1/4QvzBH/xBeXuv9Fl8vVL56zXuywnsyRhpeblhrOrIl1wBTXBXNkpuJ6FSs4W01lzQiylNsGFgynwEdlzEFwQE4GpcE7hIdoEG5S2pcYS8yCDxhmk48BDII5YSOCQC6OIECS0imAhlpxBNjiHbs/YsJxCYm0AD13Hheh4814VAMFdCmk0wZNs2wVYDK8srMMaC3L4IOhcRGE38CcHcbgmdJuMR4dCIIGpMmBGBXQQILS1bo9Hw0GzV4RMKFoQOruuUoM517RLeiQYC7RzHoNlsoNtpwWgw/xjlLY5pCNnBlyQhXM9mnjp2trfR7XZw7OgRgq9EZMOpU6cI44ZMb0Ai6oQxKTWR/rf4S0XAFkkWUsIQ+aUp/10SgCN/cEj9rqsxGG4TrEa0kP2YljYZB0jinL7W0WrXGTfBYHQByvLRWjZQbkzQNUBMOJijgNyuC0Vok7EP05D6+Aj9FEVmwTUNyE6+eJoCiUY8SZEQ/A12xvBHIVSuoWFzbriU2UBBzOLYeFAyRwj08owVc15ppehXjCRM4WgHmmWDUYBoGoHTBeC0kjxyq7Af+EiSGHIsYc1z0KjXGBchzWPY1F60brRrLJaWYK9ed7F6aAnDEcd4MsQOId7OYBPyJRGHb1pBd6mJcdDH7mgHsIBGp47WYhN0H4eOruLWJ99G8NfHrbffjq/+mq/FbbfdLvIT2J3DztY2jq6t4dzp06g5LsA+WeztDqHeIqHws57+dDz3Wc/C6mIXjmE/wwBRMCWE8zEZDSDjHwUhZOeaY2rsu4twDJi8gbqziE59hYCvAZUaKmjDI3Bt1tpYaC3j0OIaFlurBIFLmPQD9HdGhK8R81mIwgg257lFE1gn/6mT+aE5oSUUUCowja5yDltwHJvaOexXDgF+Q3+EMA6RE7S5rldeO/VaAw6vJ20MtNHQ2jBvQktLU1pBc76IGbYr16SYsUQRsO4CSs3KYe8REoIHcUDZUsZIuoKmj8YYzMyC1KGUwtUekl8pVdZ/tTxPdLxt25D/7D7pSU/CY20333zzE929qv1KgUqBSoFKgUqBG1YB+f0tn+clHVTq6n+PSPqVTKCM7MCam4CcOv+5e/BLDuQfgFJWgJ3kl/SD5895znPKnUnzOub5BZTJ7juJf9vb3gb5JlWJE5NvzpU65FjyiMmx1C/5xV760pfiH/7Df4jL25VyB03ak/xi4rfUIT5KvPRH6pX6JV1M4uflBahJnNg8XspKPRInNo+/3I/y/JWvhOSX/kg7EifH8/LSrsRLe1KP+CN55j5KmuSXdDmW/NLm5XrN46VeyS91iEk+yS/poq/UL3UdNGlX8ohJPmlHTOqZ57v8XOKlX9KelJM6xOb1H2xb0qU/EiehlJPyB8/l+Eq+HoyXdBlz8UXKX+8mn3kpesuOvW63e7135xH5rx9RripTpcAVFCgIYZSSRXNeLpzlvDRCNdAKGhOQ54Q0quBinNONIZfxjM5ZYwHHkcW54YKdYINQK+ZiXkCfADspNzelFJQS0yx38ckYAgMCAaWhuOgHNHhQWpYVhAIzC3xCE4K66XRa3roqAEPaGAwGkC9kGI/GmIzHCAPCD2PTV7sETS5hhWu7JQzM8pT1ouxPmiaEWUNCvx32QeMrnvZkxIRz586eQp7GkC+U2LxwHpsb5zEe7iIjcPJcC91uG65rIyEYkc9CmxAmybEmLBsT5mRZTBASEcKMMRz04doWtjc2sbm+ga982tPx9Kd9JY4QFq1fWIdsx263O3AFGhEmegQwF9bP4+iRI3Bch/67pWb1RgOtVoswsAnbMfRzgmbLwXjaQ64iZAiRZiHHJEMUxYgJWV3PYGm5hXbHheVmyJQPpw7ATjCNRxj5faTlbZUhpv6YeikmEr5Q/8nIp7875c69cJJhOiBIggckBg2rBZXbHCIHxnLRqLehCgObx57jwVKG+mUleGp4NVhQcBi30l1Cu9ZGERXQBFnd5gLajQ5kB2DohxCg2tvdpa4JZA6FUYAxQez58+ewtb0J22a9HD+fvmoLnAMjREmAVreJ1cMriDgesqsvVylSxBgFA5zfPI2t/jqGBHthFmAcDXHzbTcR8vVw+twpAr1d9IZ96hlDvoCj19tBreZCQtllKFCpSe0//MEPoUv9lYA9BVg0uSX31IP3433v/hN8/K8/jHg6wZNvvxXLix2CuSY8+rvQaVLDHUw4R7fXN1GzG1juHkartgQLdcgOvprdwlJ3lTC1BgF7nl2nzhpjwrze5hiD7QBb54cIxjlaHjWrd2EpG91mB6tLy7AIySaTKe6793NwOdcTQmJjNCzLcOzb0Lyucl7HfCIncNW8xtI0oy8ubEI5oOCcCRESSooJNJT5E/NaiznnHdbpcH46jlPWpZSCUorXUI40TfdNdppm1CclvBc/XJaxLBu2FrNK32Y7Cm3IQ3wCFORRvufwvagMxVH6pJSCUgriL/iYhzy85p/ygci9HucYgbDcmnuKMF9248qxpIlO807Irl75UGd5L5DbWiSP/CEjt5HIHzNyXczzVmGlQKVApcCXswJV3ysF/rYKCFgRcDK3OdD729Zbla8UqBR4fBQ4duwYZBdot9t9fBq4BmvV16BPlUvXiQKymFbqylNI0kiLUHCxnRB2pbSCAErAAWkOe1hwCZ5zkU/whxyK0E8AgEtAZREaaK2Y5+JTFuel7S3Yy2OtIaFSiuVVCQ80QZCCgVjNrWNuLkFRuWOPsEHggWPbcNiWYzsEgDlsi9CgAIIgJNiwWa8hHJoSWkRMz6CUKgGDS2jmEFQI1KjVPRiSmnPnz+KTn/gY5JbKdqtJkBfBI0RbWujg6NphNBt15ISBQ4Kg/u428xF8jfrse0IYFWJI+Le5tQ7b1nBsQqgsQUrIp3VBP4BWs0G46OLTn/o0Pvvpz1JT4NixoxBgJ9++KjDFENJoapYTpA4JBT25TZT+jcZD+m2zvgSbWxvwwwmMVWA02YU2GeQz58SmwQBhNCWoCQpaFwAAEABJREFUG2G7t4nhaIBGu4HDRw5D06dpNIGfTOHULbgN6utkhHs+omSMDCGyIirLx/L5aUUGgTtZXBC+pZDdfNNRBJZEkWgUmUacZOw7jaExDoyemed6aPC/lY7F8RA4m6SIggDBxEc4ChBOQk4fjf7OgPXGmBIkZoROYjnhkPQffAickrGKyl1fMaBzdBfbWF1bQcg442g0mjV4NQfbu1sEnUNMpiPCuh3kKkGU+oCVYXPnAnqDLRy/7RgWljt46PQDmIZTaI7v2rHD6BDG1eo13HzLTbiNcE6g626/xzEdYmPjQrnz7tjaEeRxRhjZgGs5SKKIwHcIqojDq8vUI2X/Fe777Kdx5tRD7NcY3VYDXY57jXO0VWui6TVZR47ITwj4VnF45QhWFlcJA5fBaQLPtsv6bG14XEOTIPTw8jEsLxzBUvswljuHUbebcJUHzxJzMervIo1CxFECpQGPWsh1mHP8ZIdnTOCZEbYJ8Ct4HRtjcY7a0HvzDLyC5VixrByLaR7L9Vsa8xd5zvk6s5R1pQSsYjnfCzhM+89iD87lzC9tKqVg9ua0pMWEzr4AemonecCHxO8bfWEUeKHi8odS6vKoa/b8T//0T/Ga17wGAvHuvvtuyK05Ozs7uOeee/B7v/d7OHv2bPl+JB3wfR+ve93rIP/RlX9SyId6v/3tb8cHPvAByC0jf/VXfwWpTzSS/JU9IgWqTJUClQKVApUClQJXVODEiRP4uZ/7uX27YqYqslKgUuCaUkA2B1xTDj3OznAp9ji3UFV/wyqglOJaWl29f3vpWlb8zCaLdjGyAZDQkAXkXKimM8szFIQKYL4yO0MceAgsKi1JCMUyWj4zQoJ8bjkYp1DkM8sZzq0gnMj3TdrN2O7MbNuFIqGwCJQEKFiEEjWvjnq9QZjhQGsDYQcCOcTkFtgkiSE7lYCc7aUEdruo11xEBD9KZUybYjDolV9qMR6PEIQ+24tRq1loESrVPBsWYV6NQKVFiLa6sgQ/mBB6hRCwUhTp/nGeJwR0DuRzLzqdLnb7fdY9gKafck4uAlnoB4QfLuFlQpC4vb1RtuexHds1mPhjdBe7cNlehgT1pkMoF0PbQJqHSDKfeXYZBlCEfwkhzFRu3XRrWD28RrC1jIjQcTgdIGZe6BgwIXvvQ1tST8r6IhQqZVxKgBYSlEZIk4JAqw4Q6Ll2DXGQIUlycChKK3JWY6gFoZfob2sLdQI+zblT6hzHCAgxpuMJ0jBGGqcEtg0khGVxmEArC3kJ99g+4V7C+eEzfxwnyDinBOQlufiVUS9ANGcRWNTEqdmIU/pJqJkWCSSfIvC0HAWYHIZho+0SiI5w6vT9GAx3sLy6hOXVJeqxQCi4zXGdYpNa33//fXjggc9xHCaQz/mbTEaEZS463TbCaUjfqQUB1Wi3j06jRU2Y1mpjkQD42LEjqHHu5NQ3IwSfEMiOOHdGuz3EfggOEDxqZ2DgWS5yAk8QfBY0zcEPpxMoqi6386bsNw+ZkxCucFGkhm2j/MxDG2yz0UWboLBJ2O1PxqjXPDQFPhO8yWdDenUXOedbwdEU0MdhgNYa8sjznHMqZTpNrlU2pEgWJR9UBrGCAyrjIXlz6p9xTOamlYbZMy0V4+KjYF0F+MM2ZAwl2VgGim0rpWBZFhxCdTE5npUvWIEYAz6VUtQBoCRS0yzkiVKM3zNmu6afLq/fr/3ary19FN3m/RVNPM8rdVBKlelyG758boucHD16FC960Ys4j2pYXFyE7FD+x//4H+P8+fN8P0lRPSoFKgUqBSoFKgUqBb44BeTvjve9731QSj3MpMaf//mfL+PlWHb1SV4pI+eVfX4F5LbUG+UW0M/f0yq1UuBLo8Bs1falaevLq5Uvg97KAntuspLWUCht/ssPAA/hWA4c40IrA679aVyskyrZxgF/TdKYj4vwEgqkKbI0gyxsZYePWEZIYGyDmWkoi2azJA2GQEDnKEpjPSQ3StkQyzMijz1DbsGmD2KqsAkZXNi6Bks7EHghbSulACiMRxPI7amG0Ekri4tjAQiGZRxIeUvbAFh3mkMVCmEQsMwQQ9kJtXdbcRxHCKOQfS2QJRk0LLQaTWhVsL6Yi+8R2wjgEr7lhClpFsMYxX4TWGlgQLAjsDAn8DFGIwpDpuUwBJCrq0cJZVbgT2I4jgfQFwGRdAWD0QBREmJhaYFQyicXSjEDAw7a7SYygj/xLWFoiY70JySQnPqTcidbFAfoD/rQ7HtAEDeW22qnHC/TRbezBstuEfIpymkjY/kgjwEHiIsAmQqg7YjhGLB9KDsAjI9c+8SJU5bzUZiUGCeF+BoTxAXUKI4iapIg4vFkOqS/IZTKMZ4M4AcjGI5zRn2m0zH61KXX20KWp6wnh+VYBHQxweSEcC5hGyFg5QjTCeJ8AsvLCTI5hjze3DlD3wIcObbEOIPRdAfTaFDGTaM+rBqgXdDHALVmTu3GlDaG42g0m3X23ZTtZASvOWFYRv/pCBq1GoLpFIPeLsHeBIcPH0JK+JvRxsMhFpe6MARVBQDbdTAg7N0d7OKz934W2zvbnBPAaDjAwkKX7TQhcEZ25TXcBtr1NmpOHTZ/PDrnGJvjPkF/uI313hmcn2ygV4wxpO5TN8V2MsCA8FUJpNOGvrewvHgMa6vHsNRdgq0tjAZDxJxPjtEQGB3KZ/yVu/QS+JwHNq81qgCZJ7lcsAocD4WC12jK6xN8yKVSME0MHAlAekdTe8Y8gBTUDMzMwOM9U8pA0xcxQz+Mzlh/xFoSQI6Rgi3CMJ+C4bGG/ChSYc125ToSH5RS4HPWPBTkUbAWeUpkQZ+NMVBqlibp17L9vb/39zD/D+MP/MAP4Bu+4RvKnXgC/L7v+74PctvtXXfdhZ/8yZ/EmTNn8PSnP32/O/LtbaPRCLfffjts2y4tI1wVDfYzVQeVApUClQKVApUClQKPSoFf+IVf2N+td3Dn3uc7/o//8T8+qjaqzDeIAlU3KgWeYAX0E9x+1fx1rICC4oKbr7KeB3h20WRBedHAh4JRFvPPAB9IdwwX97bFRSjhn03TSsl6nCbL84uVFgQGAqP2jcArIewRy1FAEQ6Iac3y4gXrBs2w7rlpxbaVDUPTBG1GObCMA6Us5FmBlIvgJElhjAWAWCEHNNM8r4FGow2jbTi2B+S6PG43Oui0O6h5dbiOA49Wr3tYWVkipMigFFBnmtEas1tN20jiBOvr5wnYYniei9VDy0jSGDlhkdzKOZ4MIV/qUBQZLMsADBNCQoFEKWGcLNyXllkmKaC1h1ZrEbLrcDKeQrGdI0ePQG4RdT0HDzz4gHQD9XqNIGiXbWQAIczi0iI6nS5c1y3hY0awGBNIup6FXn8LU8K0VLQlxGm2utTF4Nz6DjY2huyXjRO3PgnLhw4j5hj4BIEJIUyiUkR5BLmdNUPImIAyhcgNj5WPpJggSEaYhANCtykSAkHF7tmugVez2VdQW82+KESxT78mBEs+0jREQf/CYIwgnECAHnSOrEigOUwx0+Vz8xwC0gwZYd0QU+azXY16y4GyMgK6EIPxDjjUWFzpUKcUw+ku8w2hTIYonWKnv4lCpwiTKbyGA8srqMU6y/qYjPuQoeh0WlAokBMqDgk/U2p24pZb0CTYGw8GCP0pXMeCx3kwItCzOCfluFmvoUcgeeymmzhmGuPxmP1KIZ+LpmSOMH3jwgX0dnao8SaSKGGbU7ApgreEbWq0Gi3YnJeB7xMiTjCZ9tEbbCCirqkdw3QtbAXb8E2I5qE2OocX0PeHGAf0yauX85c8DNub2+gTQEZhQEA4Rs55Jzv3CoLKgnMtyzOIT7ZtwbINDPsg51rr0ncJQVgmcWJAzlOBcjkgDu+ZpM1M4eKPZh51MZukMJNSjGM9Sc6x5syRMIynENCbUWulFAE6yxYsTrBHp1lHzriCNWBmqmDLBeQhrwV9zGkSiinFOmiSfj2Z7L4TSwiR+/0+tS5gWRa+9Vu/Ff/u3/07PO1pT7ukO+9+97shEFA+GDkiMJfbcpeWlsoyl2SsTioFKgUqBSoFnlAFqsavLwXkd6vsyHs09jVf8zXXVycrbysFKgVuCAW4aroh+lF14glQQGkFba48hWTHSCbAgNAsIygquDDXhASyOJVQzuXWPRDCoVyRg4t2xZeZaaUJF8zMtIFS6oBh/xjlY1aBLPFBUIC9WwRB4DM3bQwhjcuFrkuI5MHzanBdD67jQbN+QEMrwzQblm0DPFY023LRJMizjAcUBnJLqVIWF9q6PB70h4Q1GZlDAemPwATZedVsNtHtdtHtLKDV7BDo5Qj8gPBvBUePHEW73UYQhCybolFvoNFoQD6vzyOYC8Mp6C5NwZAsjcZDWFzU30RANJ34BBuKMClAzAX8ubPnyzq3t7bxuc/dj2azBfkCDZtwJgx99Ae7OHRolRIX2CFkigkTtdFwCaWarTaarRYcgsaUEC1OR0iyMWASRImPB07ej62dLZYVPxz4YYQJIdbK6gJuvf1mdBcbLGsI2zLY9LvWbCBJc4K/DHIL7zQZY2YjTKMR/HiMqRgh33jaw25/A5ubZwm/CLf6tN0Nwq9dAs4eer0NjAY7GI924ROw5VnEOsbICBJTxIgJg8bhEEE2RX+yS2AYorXQAAj0LmyfwzrrHU0GjE9QbzfgtWoICCP7oz62tjaxtb3FvkywuLgA2REIzfEjAdvpbePc+XMQoKwUqGUNMUHeyVMPcc64mBDcGYCwzWB74wI0j5e6C7iFY9MkqIvjkHEFPNeB7LYUKCMaDzmGI4I9xWumwbF+6lO/As9+9rMgOwIdx0JdxqPeZFmDVq0DFBqK10tGSCU7QBPC3ZRQVD4bUdsJtdglLO1hc+c0xv42+qMLJfA7dfYBxp3H8moXrW69jBsSbqZFhFa7Xu7ONJaCsRVYPedwBPacc00TcqeIorA06Ydcw3SkfGL+UDxQBTgJMUvgMWvYP5Z0pjyqp1KwNIEi57pruzy26ZumGSj+XLEu8YHtFqXNcijF3LTZ2cVXYwzr0hcjrvGjZz3rWTh27BhOnTrFa/pz+OZv/mbEcQz54gy5DffQoUNYWFgo36tqnDff8R3fAYdQ+dZbb4V8g5q8t7z4xS/m+0uAr//6r7+u+n6ND82X2r2qvUqBSoFKgUqBSoFKgUqBSoFKgUeswPWz4nnEXaoyfqkUUIqLaVl8MySDKJstl/p8KfYiJJRdNHmel8twpRSMNuWCU+LTNCPgyksj/yM0U3tGXMA6pHzBklrrsszlIXNBIIRYnmfYB3sEfCmB0NwSApowDCDfkBvHEdtLCaISZCwjdVoEAIZmGRvGWFItF9RpaSBoybICkqaUhmEe23KYR3xlk4yT9mVn3UB2cYUhdoe7uED4s0GQNBgOEHFx3iJI81wX59fPE1qNCOh8ZOWunB5i+jYZjxAR7BVZAtvSSOlzzmPHtiAgb+PCBkFjE41Gk9Cww7ikPGP4Sf0AABAASURBVE/ihOCmhXq9DvnwfYGG5Q4/AqGcwCpg3bbjQEBAStCaZik4DNQtxYhtsiPUIQV0ju5SE340JBTziUlDjKa7qDUtZAhhEQhN/THh11mMpxPUG/SDcMxyLCSsU3bzJUXCvBkUAVKcR8h0goQwTsK4IDjKA+Q6YvsB2xxjPNkihNjluPR5Pil3y0XRGEE4QpxOIcfDcQ/94RaGkx5G/i7GwQCZihCmEySEVnbdQDkFdsfbiFjGclW5S6/WcrC00oXMgQsb57GxuQ4/kDZiTIMxYecmzq6fxpOechsGhH5+OGGfUzRbNdiORpyEzD9mGIDcCb3tDSwttJER4I36PSjOHQl3NjdwgUAwJ8g2FNYYjaXFRSwSwHQIcWUOD4cj6p3JZCnnQp/zZIPlZJeaAF2ZF7blwGgbFsMchG2Kxrk/oa9BPAGsFFERIGAfYRfITY4wC0p9m90GNKekU7dh1wyB5w5SHUK5KXYnGxzHAbUbYcr5lauM2oVICAuNY9hntmY0WyrgEkoadtaybMweCrlcmFCzH/aPTyYVn8eYdLWnYgJN6lCskY2iYP0yTwU8Z9RQ0nK+XwQB+8Y5LOcsBcmulALkAHzIIQMpz7cKiEHS6NosSUEphevtMYd7couufDPfM57xDDznOc+BALtnP/vZ0HwvnPepRrj37d/+7SXc+8Zv/EYI+JO05z3veZDbetfW1uS0skqBSoFKgUqBSoFKgUqBSoFKgUqBG1wBfYP3r+qeKPA4mVIKStOUYgsFF9czA1fstmXBIaSwGAo4YwZkAvIIgeRYKQWtNAxB2r5pC2bPlFIouMCfmyz25yYAYG45wQD2HzkKwqW55XlCMHHR0jQudyrleQo5ls9FSwkPcrYjVZAJMH9O99k2SUEcxYjCBHGc0lf6RuBRrzXg2C6hgWERxUW1R3NRr9cgfTUEI7Lgdi0PNvNr9sMYCwJ5ZEeNfNnD4sIims0mGvUGjNblLrBum+c1Fw3PQRIF8CdDwqMUDcaJn/IZaQkBYRTGBGEh6AA6nQ4sbbEdiz7ZoOOwbRsCmRJCPI8+yWe8ya19siPLEF5qo0sNZPeaIUC0bQsu23QJdRYIpLKCfbVyAr4BwmQEp5ZjsrczbEh4FkZTTAj2RuMJwVdMMKTQbLdwy4lbsHJ4FRkBYZTFgAUoAxhHI9cpjMfQygicYqSFT3A5hDERtAmZMeC4+QxDjssUYP5mx2O9LsvnSAkWx34fsqMwIdxSdjqDe8mkBH294SYGhJCSx/IUBOqJKfZjMNohTJsSHEYEhmOMJv3yPCcSSwh/o9jH+QtnCUdrZZ6C8ZrQzPWsMr/cDqxUjmbDhaI2O1sXUEj/OJf88ZCgL4LnWJjyeDwiQBsOEEyn7EfK+nK0OUYhYa/svDKWgYxh4PtluLu7g0F/m3ljamE4hxpYXFyG3AqecRqmnNsOx1+0LEwKZeeICUdTKpJT5zCNeJ5iQmBXGM5eai55pwSBYe5Tk21Cvg2OSUC9YtRbnKOe4XkOxbw2jyf+CFmRyXTiHFf0w0LGxhU0Cl4DMocl1JoQsEB5feRMZyLA65wvj/iplWI7ujS59pVSrKGAgD051zDICEznFWpeG7NjVQYKChLHYpCHnMux+CfGymZuMZ9STFWSC1Bq7wDX38MYs++09PHtb397+SUZv/3bv42Pf/zj+JVf+RUMBoP9PAcPDpY9GF8dVwpUClQKVApUClQKVApUCtzgClTd+7JUQH9Z9rrq9GOmgFJXXjjLInxuhnDLIuSTc1mgzsGcHGtShoOmeL5vXNyrPXskDhdc3Wd5TEAws7wgfNozpTMYq6ABmiCkICARg8pYKqXlBAMZwUZahtKu1gQaORAEEbQyUIQPjuNB06eC8cY4sAjwBIZkKSMAwsAQoCbtTruEbyeOn8Da2mGCmzrCKGJdAWFOht7OLsYEZHGcICJElJ1dQ4IhgY2uZ7NeTXg2wYjAiM5BbsvMCSEto7DAuhVBS5okOLx2iPWGJdSrExbmBEJQGoaa25ZTtrW0vARjNOIkgue5WCBcdF2Xbs4ufwUFFBrTSYjxyC99dQnjsnyMINrANNyAMj5qdSAMR/TLR0DIGMU5er0hLmxsYTAaw/E8HDl2Ew6tHQEFQ2epCa9pASZDYRJkiBClPkLCpyAZww8HUDqBJvQrdMy6h7BdBcdRPJ5gMOxxLCPqWEej5SJXzMu6HEKpMCEEJLwrWB4MBQYeOroMywWyIsLucAsC94ajXQQEkj4BmB9OqCsAlVKXgP2xMPUJ6LIQraZHDRX13mV/1tFut2C0Qk7YlGUJfH+CQ4eW4dqGkC9Du9XAMmGobRmCvRHzUptgSj220GTa9vYW67PZjwhaa1GYwHYKGQdQidXVFRxdW0Oz2YBhOz6BaRSEhH5JmVfGyWJbjmuj1WnCImxUtsLq2grPW3A4fjbNWBZBacoxa6DTXaBODVg22yOgjDOOUzzCcLqNEeHogGAzJhD0ah60MRBoLfNFYe+hFCz2JyUYLhgldUs7SikI5LNtG8ZYkPjSSeZ5NE9NHYzWMJr+sc79smysfC+QeFYsPhWc9EopKKX2s139gBVcPbGsQ6lHUs/nqeQaSDIcsyb/KfC5z30Of/3Xfw25TXc8HqPb7V4D3lUuVApUClQKVApcjwpUPlcKVApUClQK3DgK6BunK1VPnggFlFJchpMNsfH5ElvCOIkJD2gEUAK/AC7qjQ2LpggzctIxgXxJmhBcpfsmYGFmCQGMQJiZsfrLntIKTdH2PcgJdtJ9sxyDuRUEOvJh/WIp4U+OGDkSlkxZb0qgJ5Yhk91+RQZyBhr7Rj/jOCoBQRrHkG++zVMWKVi3cdkfh7DCgm07cF2PCcCUoKbZaJTH2zs72NzcxAX50oRer8y3w7jFxSV02h00Gy0cWj2MWq0Gx3ERhAH6/V2MxkNMJmMYwhbHdVjOgnxD6ObGOk6fepDQaEyfqR2BXafdhkPwIpCw3elAG4tQCvTZ4AhBW1T6D6ysLEO+3EFuF24QKskYyMjJxx6SWMElLDp8eA1jAoOd3haMndMy9IcbiJMRzq0/CD/qw5ZuEqqlWQBtAR59l7EcEvANCSy15WB59VC5k6+z0Eat4UETTMkOPgFOAubSLGYffPpYIIoDyMNiH0TrnPonhFASH0Y+ev1tbPc2qM24zJtxABTnUKfbYRvLWFzqAIS3k2CIzd46JsEAw/EAo8kIsotQPmcvINxThLrj6YB9CWAIegVULiw0KUGC8+un0Wg48FxDWBaXYyDgrUWdZCyHgz4+d9+9aDXq4KyAfGuvPx1hQb5og3Mwz1KO1whf/dVfhXPnzmBxcQF9llkWzTnujmMTGDZZd0SdLXz4Q/fgc/d+GpucF8PBAAvsS8ixl3pkl6V8yYZo4ftTbG5tICFg1AS7Pc4NuQXaI2ltc/60mhx7x+P8abD+NuTbd8+cP4PBoEeQPILlAG7NQlYkqDVcCHj0agybLTRZ1jIO0izbsxR5UVAfXreEzmlSTnRqGEGui5Q+pOxnTsjMbBwytWeaoZkZITEg55ebgdY2NK9/bSwoJSoWLEMT/Xgl5rwildGwCDWVBn3i9VakKFSOQn6YrwzBB4vxtXwqyVweHYgsz2cvSqnZwQ3wetttt+Huu+/G8ePHsb6+/rAv1bgBulh14dpUoPKqUqBSoFKgUqBSoFKgUqBS4BpXgEuoa9zDyr1rVoFyKU3IkhOA5VztH7S505oL6ywrkKYFcoZaG7iEWC6BleNYsLmQt23NUMMYQOtizxRDvW848LAsTQAwM8WFfy5AToxQSBOGzU0gyNwiuQUzDxDlPmGFjzD1ESQThMkYYcxQvujBHyEmaJrVmRJ0JHDkm1drDqFeBJ0DnnGgUl42mSYPMwRDhpBNs38CQlACFvlyBNmFFwQB/PIWzQzGsrC0sAijDBR/WBoh0wM/RBJlhD4ZBJA16i1CuFV0CelsAqE4CgFCj4wwLM0jAhobZDkEYz1MxrPbOoNgWu7cWllZJSxsU18PrluHz7rHYx/LyyuI0hjrBINsGvVmExP6ZTsOFIFRRoDieDbSLCSYOsX2AGMswrQYsiGx1WpTb4NCxQRnO/DqEp7F5u5nCNEuIEkCOK7NMEUSZ+xziK2NHvtVIE2BW47fhptuuhm33nYc5ZdwELpqZWF15TD8gOCIeuaZBUs3AUJTpTQsy4bMFb5A6T3QwzFuEErZdh1Hjt5CTR1sEZSeOnMKO7tbaHfr9DcigJwi5XwMo5S+1pFRvxQpx3lKSBYhSnz2hTGEk8PRDgRSejVDMLZO/5o4emQNKctmnLPD/hCB70NupV47fJjzI6aPBdrUcJXgbjwZAoSNGcFXh6Dv3NnTuOWWmxBFAQ4dWsWnPvkpjkmDmkwZ52NpsYPpqAeDKbSKUHddOJaFhBC81WpCoGbO+uqeA0WIJt+8K3rIZxxubG8D2mBKzWTn5LA/QZEbzpc13HbrkyCQuNNqYXV5CQ41tnldgddEQgCccf7LbcA7rGM4GGIy8TnnAMv2UCeINrymXM8lVJ6wbA1pnsPYNvwwhMd5GMRTxkVs3gDKAuUFnaEZKOWwLy608spQKcbBgoINo12aV1qWGV5HGqKr3Daeck7mnNMC3gUwZ+B84VxMOM4pYWTG+ZaqBJlOkRPeZhxJgZwzuFhArpfymOXEoYJOFXnBw4J+3ZjPo0ePosUx/pZv+RbIl24885nPvDE7WvWqUqBSoFKgUqBSoFKgUqBSoFKgUuBRKaAfVe4qc6XAAQVkMQ0u4XHwoWYnhnDIIrSwCQjkGFy9Z1x4J3FCMBUiI/XJuRiXxfncpKRSCkqJgeFFA2TBPrOM8CPLUogVBIvYe3BZj4xQImOcWLq/IymD1hoOfRGzbQsWYYaYYWgIuGYGGEtB8apQhIw5wUgUR4Q/KS2DwA/ZHae1gTEEHDm9oktGaxhj6EVRQpooDum7Qq1WQ5MQyCEc8QhxmLXc1aeVQhD4LAzUvFoJI2zbYX+KErqMxxOCoBhGG1i2hTAivGu49F9BqxQ5QU2NMK7R8JiuMB6PSrPZP4EmUAaD/giNehuuU8P6+gaMtrG0tFyqOBj0IZ8DB4WZXhwL35/CZlsWYWvEPkMp+pOxPylCAsYSepJuZnmMwXAHIHiRW2ozAjJtMuz0LqBHS5Ipy/iwqKNPKDadBDh9+gzOn7+AU6fOEUhGBGQ50jRjmMAjhLQsl/2ykeeqPC8YJoSEgGa+HGmWIyNoC4OUkCxGf3eEc2fXCQZDGOpuE2T5wRhnz51EnAYlvItinxBswjYIROseAZYLS2CXygjQQmz3NhEQwJGgYTIdQWtA6pHdc6JhxrnKTqLV7sDiWE84JvJ5iznj2+02xycqd2RORuMyvaCP4+EYRw4fIdjcxJRjsr25QbBXQ059FZV3bZvNZWjXazh6+BCOHV4jMNbIWTYl3As4Bi6BqwDuNInJ5VIYrWDG7VdoAAAQAElEQVQRWDucP3I9aTqqaHmes10DJjNfhg/+5Qfxsb/5KEajIaaTMetMoQDI/KkR2slcaXK+NBr1cs5Z2kJKjQUup/Qvy6kLfRA9WYztGsj1KcfaaOqjOA4pLUPG6wpl7WyB1zWgcYkR0M7OFePFGLD/EFM5T4o947GS4zKFcbNnwbi5SYrkEJPjuRVS1yw7PWEbfO6d3tCBzTn07//9v8eTnvQk/OAP/iBOnDhxQ/f3mu4cfw/hL34TGG9e025WzlUKVApUClQKVApUClQKPKEKVI1/yRSQVdmXrLGqoRtPAaWILWYr70s6J/ChILzjEw6BhUs4YVsWtDEQgCBFBPAJVBBYIDbLz2U7C82Oc4Kvmc0X9RIWBBtSv5jk22+YleaEFFKXmLQzN6XEz4t1pwQUYpJPfMi5UMvzhOAnLoFQznRFcjJjF4QbBBxyC3EQEU4RgmhN+EHQI+0bwhctwIUwMEljgruQ4CmAT7iVFzkEpEUsJzv16nWPIG4MAX8CWjJCSvFfKQUBfQvdRSwvraDT6UI0y+S25YT1+UO4nsFkMiBYmmJMiCM7scSm0ykGgwH9jmFZNtrtLjWvw7Y8TKchBJQ1Gi2Wi6GVLmGIQAIpJ0wkY1/r9Tr9DEq9U/bP4jhJ3+TWYI9wKIoDiBlCu4jgLGdfw3CKmDBv6u+it7vO9CHG423s9tahdUpfR5iBwQRKWZhOIqSJoQGyU20wHFEr6hmlPM8QhhHnhkM5DIpcE1AphEFMIDhFTBBV99plWduqlX1zHBc5x1vg3NQfIKIvjaYDpTOinxTT6RAh/fY8p/RlQojXaHoIwgn9KwgC2TbHq9FqICToU0qh4Hj1qeXyymoJskRPzbHudBdK/Sxj0z/F4whJFAPkU1mSQcNgeXEFk9EEDQJbh3Ni0NsmeEtQcG4VHEeL9W9fuIAzJ09h/dw6xsMJPLuGdrPNfDn7m1GnHIZwy7EtGJl/HJuYc6fI83JsXc9DrebCIqiU3Xme6yAhjDUasG1TWkGnNMtCASnbjQibY5rs4EvTiP7k0Ioes18Wx1lrjVk/JbQgD8N4mRcZ21VKQc4lr5gxzCO3384uDqAM2VgZpwGIKYZ7T/aHVJMn2cwIWEEfgYLnX/xTqQNtsCq+bbBGHvD1i6+1Klkp8AgV2HoIeNM/B37+GPDb/xh48O5HWLDKVilQKVApUClwJQWquEqBSoFKgUqBv50Csgr729VQlf6yVaDgaloTIhQEIkopKEXjwl4RHIALfiYTJBCixDHhTEzQkHI9X2AfFNg2jDYwBAliAhn2zSjoA4YSEHDhzpCvrAelFQRsAtDmJm1rpSEGxTx7VtCZnKBCbAYtMkgcc7B9TVMwloZlaAQztmNBdj3FAleyBMaxEaUpFNPZNSRZDMdjHscQMKUowDS+aupRI4CRZqX+iAAoIWAxrNthnYNBH81mDXmRImW92gBag+3ygH2ZjkbY2drCcDBAxnKObZAR3tjMFE4nBEBJmT8mtLLoy/LiEm49cUsJAnd3d9kPC0ppNFtt+EEIx/ZwTG5hVRbSNEe93oBmXV6tVo5JEATluc/QYh/b3Ta6Sx0Ip9GEsQJAZYdblESlzw3CyTD0CfEGSKlBlvuYBjsEjzkcLyey8WG51MJE2O1foG1iMh1gOBqUesuut5z9jAj0UBhYhoAuA+q1JlaWD8FoG0pZcN16GQKGY2nzvEGglsC2HQLBKaJ4wvMx5Es5BsMtCNxzHNDHCGnqA4jRbHs4fHgZ29sXCPSmsGyF/rCHVHS3NEerQJ+Q9NCRI5gEPmLGJ4SFzVYTKbVfWFwsNRIwa3Ouym22jUYDGxsbYGH0dnrw3BrytIClHXSaCxjujqBzhUl/wPMaVBai03DQqrsokhhHDq3h2OGjuP347aizjzJ/67U66o06ltiegirb9AmGZWw63Q467TY8zimLwG/KOSA7NcMwoAs59d0hWN3GQD5jj7A1IbzLOC5xEkBg9dxSxieExBEhZhj5CDmGEcOUcLNgnzUA21iwjOEYGIY2ZHefnLsE8wWvn/K64fUgodYWtLZpDJVFr2nKQNEM4x3bLX1WihUTBIsfWR6hNOpcMK4UUS4mZjn4lLbmJm2lHIuZ8TqjH5LGzpfzab+ctENT4A8bVerh4X7ea/xgMpngj//4jzEP//zP/xy/9mu/hl//9V/HBz/4QfziL/4i/ut//a/lt+VKV+666y78wi/8At7znvfgf/2v/1Ue/+7v/m45jyS9ssdJAf7e4yTkNC6Az74d+P3vBv7wHwDn/8/j1GBV7Z4CVVApUClQKVApUClQKVApUClwBQX0FeKqqEqBR6yAUorrGy5upITii5gssAmQlNJQNIdAxiaYkFwJF/ZhGCKMIsIZWexnXPBfwUqIkCLLHm5cTbGh2VOxHSNAYs9msbPXLGW9e1YCgVk0lFKwtIFNeGXbNmNz9mFmAn4SgiyxlG0ro2GYR9P/lBDEcmwoAjyBjTkBXUHL8oQLaelPiIQAJ+eiz2Ld9XoN8q2oy0vLkGPLNlhZWYRNIChwLs0itk0fCWNSljNaE3K5tBoM24jldlja4kIXCUHMsN+DRSilVEHYZZdtbRI0ye46jgIsaiDwiewMmqCm3mhRvwKTsY/d3hCuUyOUm+Cmm28mvErhOA5s28KAwHE6GfPcxnQ6JSibEhrtwnFtNDtNZAQxjWYdFvMGhEKyM8z3JzBGwVg5knTMMj1sbZ9hXQRpwS42Nk8R9AWwrJRt+djZXsdkOmT7g3LcQXrI0hwLwzw2QVAdDkFkSgCZZwUyhkYb+uzBIigq2Clpe2PzPE6deRC9/gaG423EyQheTWFxqcVxyTCZDAjyJvQpwJAg76GTn4Mh1Fs7uopaw8U0GMNreOgudst+La+sYExg5tXr9BfUTdMnTT8n6O/2ITDyyJGjEGB7/vw6BsMB2gSnqyurZXj+3DkCPm8G6gj5DEy5C8+1DaajPoJJH2sry2h6LsC5v372DKdOgZ2NLfR3dqH540/pa3/IOVhAxqQmsI/w1RiDEvLJ9UKLaEmSoCEgcGmB+TPIGIGe1xs1SChmOEcKxqVsL8tT9pO2F+bIkHG+ikHl7GtR1pNzboPELGX9BSF4mqRMU9Bac5wNjzXzSV4xQPEH9P1yU8qCpkmOgmMm7YsfOdukALhoOY/nTzU/mIUFgz2T68glXBRzHBcSijnl3LUh6XOT61mOtTYAWAefSl1WN+Ou9WfG975er4d5+NBDD5XzYG1tDf1+vxyThYUFnD59uuyKQP3bb7+9/KINmS9//+//fc79IT760Y+W6dXL31KBn3kScNePAIPzl1Zke4DMNSXR5Qtw9t3Ae38AGN8vkY/I7vnZ5+K5z71or3g/i73/FXjuD7wZ6zy8+LwHr3hY3MXUx+eIbe759uKffQVe/NxX4J7Hp6HHv9azb8aLS/3W8eYfeC5KnS9vdT/P5QlP4Ln49Ch1lzl1xf49gd2omq4UqBSoFKgUqBSoFHj8FdCPfxNVCzeqArJuFtvvHxfkCoqLe4WDD200F+E2ZEHuENQ4Do/tmRljSnhw5VAxbWYWgcXccPCxt5On2AsPJimloNTMDsaTYSBn/pxWEMRlhHgZ4UZGAJIzLAhGJL5gRkW4kXKxPRqPYWwL0IBFOAdVoAR0aQSbIKdWJ+AhIKp5NaQEigJhoiiGwLKIgE4+C02+fEEA1/b2BuFTxMV7jJRgT3Zbjccz8CV5pv6I6WG5bgQBzHQ6IpBJCbC68Hms2XYgn8/m2qU+An2m0zHTJlhfP1+2mWY5/XJQqzVgGZdAqE0YmGFhYQm93g4UBVlaXKAOzOcQyJiCQO4CUmrQWehiDr8mBF+yi1GgbE6tfLbrML/F8UjjCEkcAEXE2kKOb45G06YuY4xGm1AqIGjbRRD0ABUijkZlWr3msowGoMqfZqMJl+AmCCICJMYpDUXdtTFwXQcCbUqd8hBRMkGr64GcEtNwG6PJBUBF1DHEgDDPIsjrEEhK2Gi6GBCwRUkAP5ywbwna3Q7z5+x3BkMAK2NTcB7EcQyjdamdADy35nGc7dIPcB6MRiOWydnfpISTZ06fQZqmOHzoEOMC1DwP/iTE8uIyIt8nw0qx0KqjVbOxxTEZUPOdrQso0hgb58/CMgp1lomiBBnnS71Wh2G/syRj2QK2XCO0nKDNaA1DLcCHR0iotKK+Q2iGU0JZyzKcLzH9Cukv4HoOFOvPSvCclnOn0AVmn2OXISdoy5km5ZVi7ziuKfuScc5IOw7BmYS27cDmdWpZNq9fw9YPPlmQowdCWkgoVihoZeiXXY5jyn5lvLYK1i8GgkWoFJDbchXfLPCFH3Idlf8MINi8JOQ/B2TMJD0mGE/iBDHBZMLjjNfrwZqVUlBKHYy6po+VUkjYF+mHzLtut4s777yT11GAe++9F0tLSyUMEj0kj+QdDof44R/+4bKfjUaD13sDknZNd/R6cW7zAeDP/xvw728B/n8vBD722wDf97F8HPhPxG/f+krg+NcBt74A+OpXAP/wM0CLQFD6l07l9epGiPcy/DI+8pGP7Nurn8/sz381PvKWl+AID5/I5/ob34CTP/aO0re7XvVq3PWRV+OOJ9Khx6TtI3jJWz6CUufHpL7HuZKbXnKD6P4461RVXylQKVApUClQKfBIFLjB8+gbvH9V9x4TBWQh/nDjGhSlgWkEJBIo8IeRiu0qHoPHCSFXwsV4wcW+Iqwo0hwFQYJYTpiRJznEipT17Fkhu7cycIEqVjDMaVlpOdvKmVUs43HKA7GcoVIaas8EThhjQWsDpegNgYKigSawISN4kFtmlZIykk4zCjmBWooEBUPPdUrAVCCHNppxBWICuYzp0DlAaJIXdJR+FCgIWQgvoOhnwcV4WO60KVjWdW14nk3YNSV8sWAMeOzD9ydI4pAQxUCxPQEuFtsx9DchFJTPadM81gqY7dCjsNTQYX0x4Zoh2BEg2W13cOzIEXgEVkutFrLAh2a+OmFjo97E2uoxNGtLKFKHECqH6zUJ87bgEN50u20kSYRWqwHQ15TH9TphZbMG+WIRgZpTP2D/DUFRQYiUEOJYLJOxHxZ9d+BPpwiDAFLWIvirEeBJnXLrZ14kyLOQQGqL8GyHUGwKdpH5p0jYB+lHFAbMkzJesQ7mJ2TVSkFrTVVBXWPqNSTcGyGIetjunUEYj1CoBPXyc/Zyap5QTx9RnFJLU+pv2xrj8aAEWpZt0B/slnXFhECW0eWOynrdZZ98FIRPMpbNZgPD4QD1Wg1y+6rkLTi+AuAEnCRJipQAyXJsCPxcXF6C0qoEdmfPnIRtAUUeI/TH8GyDjAC0Xa/h8MoqFggXF7oL1M8gJwxzCTWN0iwrhVDqEXLcM9YvcCzndZJxHAXgyLwHH4HAQ4YSpximctsq4RZbRZamyJmf0fRJg4JCcTxgAEUzloLlcswIqHlZwKI+jmMRzNqw6bi0KSb12rKp2gAAEABJREFURGGMYBphMpoQzCb00aZZpUGgnhgUNMdIa4ZGQbFJcA4VBHo5r4uCBiqrGV8Q7OVImZrRGPK84DUkZQrmn1vOMnOTNEP/SyO41WxDzLAfhnPf8ELSzKSNgRyLafpSQFqlcdx4eF09ZY6trKzgda97HedfCPnyjHe84x34zGc+gyc/+cnljr3f//3fx80331z2Wb5B94UvfCGe9rSnweL1/5a3vAUXLlzAHXdc/xjmmhg4pQAxzmPc93+At/wg8JqjwB/9K6B/P/B/vwL44XcD/+htwFf/NFBbBXY+Arzv+4D7fx1f1EN2a/3sPZ+36PobX1xC3nLX3w9cvsuPRVnHK974Zrxib+fdcw/s/rrnZ1+BewgWy7JlO7PdbOU588uuL6n/O19/H+57/XditovwngM7Bx+eny1i/Y2vwJvf/2a8mHXMyoBxB/ws27os7oBfszpejBe/kdBUTsTEz7Lc52mT7c59n7crRaUP8/gX//d7Jaq0e372xXjz2fLwEv8O5qGXkB1+++UP+iRF9/2SExr1fvHDxuHKPov+bz44fmX/qO8lWkhZ8ZPx+/XyWLTds4s6HYx/BS759Efxcy//wTlAj/eeLPuzbz7QV2lzLwniw3P359l+e+zrK954z16Zg/nn5aqwUuD6V6DqQaVApUClwPWogL4ena58/lIqsL9MZqOXHmsueDQUGMzScoBnNAASqWaBY9vwHJfmwLUdOJZNs+AYC5Yy+2ZrCzbjxLTQiMJwda4uGngMQGsDxcW8mDamPC/jGI8yjwIY5nlB0FEgIyApDizylQYsy8AYDaN1mUfyZgQMaZEiJYziK2zXoNmoQ6mi3JklvY8IvkjNIMAqziIE4ZQL8IDQKyeYSRATsigogrwawVEDnuvCYf/pCdNCKAK8MPIJhUao1TzIji+BSJ5rE5poFPRBYJ1WQM1x0KizfaiyDwnrFlNKQT4XjtFsxyWrLNh2jN72DvzhENNBHyqOERG4pUkCshL6UKP2LXRaq1hcWEOt1kS90aRMUneKTruFZUIqsP2EsHE6HRFw9eHVPYwmYyiOS0hAm3OBGxOeWZbLOhrsU4rd3SHr0TQgzVPUWCbNEvjBFPLNr0pl0CaFZWeY+j1Mp7swhnqJlnRuPBoSxDEv+yxQKSYMDgQUElQJ5JI40VmxDm0lhHkajsc6rRRRMsV4OmDoY8h6xuMpSijlh3Cofa3uwq3ZGI0H9K9AksZs28JoOCi1S5IQPgFri2CzVnPQbHrU3MPSQhfTyQjT6QTb21sA+y3gJCGgbjSbaBKgapk7CrA4Tjn7MaFmjqMREOrJjkaXcyxieZ9+bW1cwHQ0JizzobWB0haHT8O2HLi8NozWiKmv70+RUJeY4wfm8DwPNudPk2122m0opTj3cvbBcE5kzJsgI2zUjKeLSAkFBfrlMt8lTgM552+BnD8Z8WXGbFl5LGMUE67K7sWMoFuuAbkutFYw9F1BczpoJHFWzqGC19PcwDRAQR5lM2xHxhpsIZedgZwHBTUxRkOx/ZzzSnyYGxgn4Lgg7MuYv2DeQvLQpP255YxPCNNL49jFaQSxhPOrYN6C/cxLmFmwHfojzohTjAdN0rXWEsPTogyvxRfxc9YPlGMrsO5Vr3oVXv7yl5fQ7t/+238L+Zbcb/u2b8PP//zP4+d+7ufwvOc9r+zKi170Ihw7dqw8/t7v/V685jWvwU/8xE+U59XLY6AA5xFKY13lFOJLOAQ+/N+A//83Am+m3fNK4IP/AXjvjwLv4Pn//gbg3P9mgS/wfP6r8ct4GeHJi/dh0xcoMUsmsPnOB16K/R1/P3Ivfupy+MScJ19/L+6c7wr8JeBlJURiAt6Fl737zln5V92Be372O3Hvj8x3D/4y8OOvwMkfugvv+LGn4Cmyc+8tl+4ivFL+e6RanMTryDNfK21Kmcv8lL6+4v334A2vP4FfljylXbob8Mg33gm86z3ESmWFuOfd78ILvvnKPu63+cBeX1jfL9/+OrxBbm0mgPqpd92JdzBOdHrt7Sdx36zKi6+fJ8+lffwIXvrAT106Rs9/KV7+wN37tymvv5dI7QXfdMluy0vrmOk68/ldBHCvnen/kXewnjew7jtw5wsZL76Lh2ffwzx34ptukpO53YFX7/XnIyx357veULZ/z8++DPil+fhRv3fu5Wf/XvzrT93X4CP/66l4w/4c2MsjwTvp+y/ulf9fd+LufzODxZf6f6kGJ1//BqAscxdecomPUmFllQKVApUClQKVApUCT4QCs1XPE9Fy1eZ1r4CsozVBQNkRWfzwQCkFpS6dVgIqZFdXGIQEYSGBUESQETOMIQtvqUNMqVlZKa+UYm1XfkrS1exgiRJycOGvlIJSaj9JQbHdmSmluG7LaUVpkma0LhfYtmURuAEZgQIPkaYBYc8QOcGCMcxJQDGDFIp9YZ+SmHXkPE4QEdQkBDSK+sQEKGIpYZUxhvCoTrDkQfouPk7lM9cI0BLZ0Zgr1g/CPx9JkkNgVUqgVPMaaLe6WOguYkqA1dvpo+bVkBHKTAmEoihAlhJ81WvUOCht/fx59Hu7BHsOJiwj4EaAYoNQz2KHFhYX4BIeaUOfWg3sbG/S/5SQbFDuxJPb/77ymc/E2rGjWFhehM28C4tLSNgmJQSXuIR1AbSx0O4slDDNGI2d3W3aJvxgSNQTIYgnqDUc5qnDchSgMwwnu4R0LgqCv4wgKCOUyliv4tTxCORyxiXUPSVAdV0LEmZFxPwxcrkNtwgRxmNYtkJG+NPutOES5ilF/Tjm2oAa22zPIgyKYWyLmk7KsWkTkiUcq4Rgr9Wso09/LUuxSznBZ4d+T9heTADYBwiXap6LCxvr6HTbqFNfBSCh1jLlTxw/AUMQ5gcTbG6eR0igKWMheeSbfkM/haUdThNNHGbBMi7HwkeaZFhdPQSXYDAMQ8it1QXbkj5IvQI4ZQ6NJ1OMh2OEfkBo6GNMQOgSBoZRCPnCBTo9m6sEgPV6HdK3dreDFmGtNgaK4wHOQc5wZIRhAvQiwtuYlucZxztHLtCOjSo6rTgAczMsL/PEsmxIHzXTNK8NzfooDFWQGVCwfIaMdYnlHLeMsC6nleMplUpO1l+ADZQGKMVjPlmaPmQ4+FBKlelKqbJvlkXdLjOj2Tf6Az6Yja9Xf4rPSqmrZ3jcU75wA+KjfJ7e58spkPfzpV8t7dSpU+h0OldLruK/oAIyd2h8Qqx84YHMKbHzfwl86BcJ+14D3PdGYOvDrJHpfJ1dJ+XBVV/ueJVAldcC/0Z2SL2ihDVXzbyXsH7qZAm89k6BE0+9BIjtx7/wTtwxP3n+nXgBIc4MLj0FL//n85R1nHyAxX9c2hd7GdHfSZw8Oy94efj587/gRy6CwHX6iXe+jPBS6n0uXkbodPLUCbz0x07iZc99LmSH4OW146aX4KW33433lO3fg7sfeDle+vx1fD4fBf7N6zlx+1NmhyfvBQ7ANoGGeymzdHm9ah5p7wW4U26Rlny0E7cDd7/3wI5CYrxvesFJ3F3CuHW8513And94hDnnT6njaro+5UDeI5C6pdQd//zlOPnu2QgJLDxxQEtJB5Hnxd2E34nXfU5ipZ2Dvt5BSCjxtMv6h5tO4MT+HGD6/PnkOy9CxJu+CXcSK77n7OX1cprdfkCDF760gnpz/aqwUqBSoFKgUqBS4BpRgEvpa8STyo3rU4G9NUxeLt6lCwVfCsKMMijXNjbhgEPwIuYREHm1GuaWEujsG+FXSmgilhPQsAZAFk9iuPgQQJGmMWaWEO7MLCdgkKxKKRZTkAWzgAGH4EOOsfeQXTJp2VYKadu2nXJ3lCyeDYEGCxM4FJCdW73eFmFbTPgyhWNrNBseosgvgYbUW695cBxCJGMR/DSwsrxKgGOjIDARqBlF9JPgSto3BBSAYps5wYxPABeTu9iEfS0sdw9hsbuMeq2JVrODRq2NbneJ8KeGOEwx7I8IdqasV5VxruXCsmz604TRmrWCPqUoCIgOHVqF3Nb3jGd8JRa4qB8OBmxvgiiMkJWg0MPW5hbLKPpcA+ViH3PILrV2q4ljR4/g0KFDhFwBPvihD2I8mWCrt4NJGGB3NCSUa0ITlmnLQqPVhMX+D+Qz6RQI8gKEhGZLK0swrkFArSbBiGVH8KMpbNdCksflcZj4gAHrI6Sk3/L5eNpoNKVOS7MveQmN5Fx2A7quDcMxsB1NX0fo93vs1wgR4Wng+6hxXmmCp8lkCMkzGu/S9wFs+hoQoI0Ixg6vHUZIEOq6DqgYNjbXWc6h5nWE4RQbhHhkddRqiiNHDhGwhgR5MQz9+uxnPo0LF85DfFxcXGS5GrTW2C2//CBFZ6GFTrdV6uk6HlBoaFho1jtYWVzj+K6g01rE2uFj1L2FwWBUwtGcc0X6kCQJfILanHO/2WxynB14BHlybHMO25aD1RXWwTFtN1tYImiV0HNdaA6iwPPhcMh6BxgwDAkABRBKvQVQ+qW0gpj4bYyB4zgQeCnHeZYTOialZbw+cs5b8SXndZXxWK4ZqUusQI655UVazr18DvaKGFmRMD1DyusZfFicq1oZHhnGA1Jfzmuf8sGyGa+YtPeUdr6QZSxb8D1nVkQKiwEHX8GHUrMYHnI+iQpy9MSZ6H6l1uUz9eR22rvvvhvvfve7HxP7kz/5E7z1rW/F7//+7+MFL3jBw5pV6qI2D0usIg4oIPOGxmc5eecpMv/ELjmXk8szStwXsiPl58C948dO4g1X2IH3hUr/7dNfcGAnncDGu74AuHnk+V+wv6NM6v0I7vqhIzjyQ3eVu9bufLdAv1dghrOw/7jjm0/MQNr778bJfUD3gkfpIx73hwDDEsZdcZedNP+CR+ezgLUH7qYeAgtPXAIXwcelO+negZc/mZHVs1KgUqBSoFKgUqBS4PpU4HHwWj8OdVZVftkooAgVDJRSKAgoZLEtBi545qEcCyiQ20PFkvLW0hhJPDPLWJibMRqaq/25GcIHow2M1jj4YHNsEzNjkjYKYkrABRR/MDNmFDiREFRkhBPikxj4MGx3ZgbMRmM5HmQEGXOwEMUhomCMJAkIYYZIs5BQ0qY5jGMaYZcAFdlV5RMujccTCEBq1OsEdnWCunoJaJRSrF+X/UShYBPS1L1mCXo8t0GJDCbjEP40LkFekWm4dgNJXMCfRKjZdXSaXdScOga7I2RpAaMtJFGC4XBMiKQgD0MgJp/LNx6PEBN47WxtY9Dro+Z6kM/ka9YbsAnkZBwU15/+ZIrezjb7GGBnawvHjh5DHEXwpxPCszE8gtibbroZ9WYDNx0/ju7SIgqSr0a3Q1jnlzZi3kkQwKm5cDwXmqDGOAY7gx7PqRPBjyaM6w/7aC92AEtBM73RbiDOEjTbTcK+FIUuoOh/QPAGgiMZL04ugjuC1SRGwDZ6uz2GPiFcWALABv2yCO600qDAjA8YZtBWjiAcMSqFw7aMUaxKsz8ugSeDchoAABAASURBVGAfg0EftmOz7hCHD68wX4HNrXVk9CcIJoRbEXZ2NrG7uw2v5iBnH6SORfY/5JgPhwNorXHb7U+iTj7HYMRwzPIxtne2YBFkhWFCGDthHDAaRKUlsWZag+OqEUU5x13zOIUxBi7HSCkFx3bgUsec89W1bTTqNcbZADTKuUwAOBlNMJ34LBvR13TPEijmsjmvLWPDZj0OoZ/F8WY0dXA4f1POixia7Uibcl3KDsE0SUEaBzpUmtQzz2OMLv2zWK9oZtFXrRWzcsyoS0EDx0upHGIA45FQn5zlFJSW1gvml3MbWluQa4AvkP8A5AIEqbtSzHsFgwLmppRinaY0pTXKOvgq6UopKHV1k2zXggmAvpIfchvut3zLt3AuDbHFa/GxsO3tbeqt8aM/+qN4/vOf/7BmG43Gw+KqiCsowHnFyQUooDTsPebxe6coz+VkL6MEcvoo7cTxg7u/rlz4yPETeNfeDq8yx+U7tMpIvhzcpUVQ9q6DO/mYPHsewYnb3/UooOIjz39E/Pz12S2es7YufZVdi7/8wivsEnz+nTjxrvfgze8+ubfD7cij9JHtnHgqDt7eC2r0sNtyr5pn1t5sVx7r4lN2Dt55yc48Ru7BuDe/9248fJfdrI5HB2uPoNwN+Mb34O7bD+y6ZFMPewpQLHfuzdq56Os6xNcy/+X9O0utrzQHPnf33k5JlpJ6ITv5Lq8XZb0P04BFqmelQKXA46tAVXulQKVApcAjVUBWSI80b5WvUuBhCig1X8EUl6TNYy+JfMxO2JbaMzCcW5EjTpN9u1pzRVGUoERgiZjsRJpbQUiplCIcseE6NsGKgksg5RAQRT6hymjIc8N4w4Uz8UKeEVxkBHcazEI4FhLchEgJFAXQSFhkBB8Fyt1xWXnMvIQcdBcKGs16CwudBdS8OjynxhjDNlyyDw1Luyhyi4Ut5KmGbeqoe21kSUHAE5S36DYI7ZRSZZu6BC85QVcIm5Cp2+2iznTpp0uAFIYhAVcPFqHYiBAQfMjtgFEcQ84HwyFkl5iiZ+J3p91mX214NQ8Li4s4ceIE5PPOUjrvEP4Zx8ahI2vIFQj0+sg1oAiEFCFgoTWZUcH8GbTjYDSdlse+3J5NiCiwKKV+dUKGnPVBHqxHjl3CQs2+aKPLfimt6ZEBCo3BYEygVfDcgm154HDyPIXcKgvkqBHI9fs7BHxTtFqEh5wTHHEIuF1Y6DB/Xo5djW2MOJ4p4VKepShDwqYo9jmGU+Yp0N/doVcZoHJI3a1WGx517LS75e5H2Z0p/Zj5mTAP6JNNfzL60SCca6PTWkK3s8L4GuKwgIxnkTsEfxqeV2O8C0tbcB2PWjs8NjBaQ+CcZhhxzDICOKM1XeC4T31kaU4D87Ec/anXGqVfhvWIHjLP8ox58ryc67KDL+WclLlf0EulAPHbJvxTSvEKklgm8KmorJY4VpTzeshZR1mOYV7GiRaSX0LWX2TUNi2tALUqbZZmtGKNoK85UkLpghNFawMZT7DVi1ZmK19yzom5FWx/PxsPSj/og2TcC+itorEmiVBKki4xLbrtxUj5vcMnJJBdmGJKXeqnx2tJANz3fd/34Qd+4AceM3vRi16EZz3rWZf0VfQQsCd2SUJ1cmUFZF6VxmSZ9pyHnG188kTiGV0+5VhM0iVkchn/eV4OfuGDfHGDfI7eI/oW1+e/Gu+4/Q37t7s+99efitf+0BWg4AuBu58ru+NoPw788qvuuKI3d7zqHbjzXd95sb4fuDqQkwoecX7x8wV34zvnPjz3xXjz2XsOfMnHc/EyXOn2zjtw5+2vw+seEMgkLQKPuM1Zdsjtva892Pa7gRfM0+bhTS/B1fJIe0/9deq25/sbbn8tHv7Zckfwkh8BXvf6Ew/bZSdNSB2PRlcpU+4GfP3rcOKbHz5Wd/zzl+Pk/Pbpf4P922/veJV8nt9z98bvp3Dv/NZk9u+uH7n3ov7ffS9eeqU58OQTuLe8LZz9/e67cecvzm6tFv+/sAbidWWVApUClQKVApUClQLXggL6WnCi8uF6VUBBKbXnvITF3vGVAkkTkzTJeyAseH65MZmxEEP5qiCli71jXOUh+efG1RdzFTOTSB7NnkQQGYHEnslitzSlIaFiG7K7rSDwUQQXaRzCcyxCNZdQLcZo2GeOHEoVBCcp4iRGzrosw/LUQ0BhQRCiCTYsgoyCgCKJYij20TZO6VZO8CJAJ5JvJPV9GGPBsRwINHIJecSQazh2jVYnLFKoeS2sLB5GQchXZBqWspHECQT+zHZsGcIiD/3+Ln1TNA3Dei0CHAE0ISFRFAUEf1MkSUSfU/ZlSOiSQm7tXF9fZztJuXOo1+tht7cDeYOQz0vc3eGxAvjE2pEjuPmWm1Fr1CC7+cbTMfwwwDTwkVKHQmtoYzDhebPThpb2Aez2+wSvKch3yvzD0RiT6QSyS88h/LNsG4ZQMKKeURwxbUxffYwnI8gOM+lLvdGETZ1Gown7kMF1a5C4PM/Q7c7AXc4x8wjupNx4MoSMU73u0YMcFuvv0KfxeMi6A2iOkdwKKzvyxgR9RZGzDyHrdKhPUpadsv0BNZV0lQNH146WYzkiCJ2MJ/THLvWr1WqQcRuPfcZ5tBoKgtk8N+UYehw/y7hw3QbzN2GUA2NsgPMiJ/gaDcclrA38gGMao7/bh4xDzDEGp3Hoh0jiDAG1YXchsCyKEmqTch6CfbGgOd4FfRSTvhmOg0X9wYfFNAG3ci7pZdlYyrJyKOag0RfsHcuckbERk3FNs7wcK/nsvoIO7RsrE/3FUoLUOI04zjPLeA2BD0PQbHPctDLUtaC/dJLxZXMMy6eiHzRDP+cmfdhzZ5aFLvISK6MoHAqBKIwrE/ly4JBns6dSF2OVung8S/3Svmqt0Wq1cPjwYaytrT0Btga55b5NaC++fGl7f722pug4jc/ZxNs7KAN5YbI8y7kl57TyWCI/v81vT5UvfChtDl4EysyP96u4A6+WL6nYO7+k7IH4veS94M4DX8Dwasxx0R2vuusyUEVI9ZbZbbOlH2+ZwR1pQ26jnVV2sP2r578cTkodZZ3lF0FIu6ynPN5r72H93GvtVUzf82MW88jalPbmPsjxftuvevW+fgf7f7U8wKXtXdRh5s3+64mn4ilX2g1XZri0jo/s9edg+5LtknMZe+oz7wOx5r7fAizvYlrZJ9b1EvbpDqmAI/vqefxH7sKrOb775QlYy/xl+sU5UBbbf3kqXvoW6l3mkTGaJ1zq/74G4uNVxm1esgorBSoFKgUqBSoFKgW+9ArI2v1L32rV4nWkABcqJeKRqXKpKaWglAbX9lBKgevWMlRKQylJU7L+JgaQhbzYbPEOMH6vziwrkBGEiZW7gpiFLKyEJ4b5NOvSikdc8CvtQCwvpM25Gba/d8yy2hTQJi8tzULMLc8TaA22RWBDoGOMgm0bGKMZryGPgsQkT1IUNJXmkOOMoW27zDcDJ7btEE5kmE6myNMUjUYdXS6UXU/yGPqnWJ8iBEmhWbfD/AL4bMtmbwCBHyWQAAiaLPpgQVGOyXiEqT/B7u5OeS63EiulYRmH+VwsdJfZzlJ57jl11NwmmoRFrnbRbrSoF5ClGYbDEbrdBcjuIMe1odlXfzqFALrBYACBWo5jIYkiwkIPAhmlffm8PYfgSwCN1rq8/RUkWfd+5lPYOncORm4HJfBL4wDr586AXUO97kIxT16kSJIQnmfDpQ7giAu002y7T6AnsDMKCbwcAw4jDAun1M6wvZj1tgjbHNeF7CSTW3u9mgfNNMd1mFdxzGIUKiUsHGE8HWLij1BveXA8i2A1QJKGsF0Lu4MeMoK9lBBqSkC2uLSEkCDM2BYsmuaYr6+fpc8F5Ef6GhCsptSi227BohAF/cnTGFEwwXC0C5dgrO7UcHjxENpuC2uLKwzrGGxuI5qGhL0pUgIyx3Jxy03H0ay3cfOx23Dz0SfDQgeetQjXbsC2HOScSxOOxWg8gB+MS43TJIPFNIdAV/J0Ol0sdhc5vh48ttustVlnB45dpzWglYeF+iGmteCYGiztQUMgb4E8U7wWFDrtDozWMMaAQ4Bmq4FazYPjuChI0+IoBRksjBZ9GScAkrC4yGfXkfC4OMqR8tqcX5NSTikLxrjsiwdOLJoC2IBcuwL8xKAAo7UEAAq4ngtDDdkw5Hohu4NlOC+VxbFShHyGoWZyvm+KmfaN9bO6sjkOD3KOb57nECuKomyDzQBMLM/LMGddRWmSTylVHqN6VAp8MQpw/shcLueZTLnygBXJcTkHeSzP/eMyQWIq+zJQ4J7//ror7rL7Muh61cVKgRtLgTf9S+BH28APq8oqDao58OU6B+Q9QN4LruN3N/3F+l6VqxQQBZTiL0GIydlVjIv1Ym7MMlv6cMHN44c/Z6kSL7WymBzSyjMuqxgS7gEydcUU0yQUk+Oc57M6dAkGFMGAQukm5g9Jv3gs8EnAgEUIYds24YUFx7IIZVxYNqEMaaPvhwhoAguMgDqlCUgKxLJzinBHAKcmtJBbNo2xYDsCMBQMQZbWAlo0FP0RcGXbFmSxOPXHiOOwNKULAouU7ZkyTGRnHSGGRcjlOvRBgBWB4nAwhC+3ZRIK1Qh/FlrdEkLaBDmLHYKhhYUS5Agk7PW2sbV9ofz8uPFogJQQTKBJkWeQehW9cF0HruuW+mQkPoncnjsasQ6X/SeAIejSyBEwbnd7iyArgtHAbAegD3YN3W4ba0cOlzuSxLecfi8vL6HRaEB2FUr9R44cwai/jRHrCQn6ut0OZtooTCYC0kaYTCcQGJiLmHQuikJCmRwptcgIZ5eWu/TLRpbHkM/GixIfYRIgJlj0wyme9vSv4JhkrNeCV6shYl9kl55la2QEkNL35ZUlarJZQs5cQBFNQOOYfjk2x80yaDWb0OzkIrW0jQ1XOVAJYBOCuXAw2h4Qp2ksEaItE6TWPY+AtYkTN5+AjEkwDjAd+iV8rXtNrCwvl3r77J/4bmwFj2Cy2apRew+yozIhVDTGQGBrwPENg5japbQccZgjiYE8tchbHSi2bgj5HKtOyNdEjdCx0WizDYdz14aAWhmXPE9hO4aaxEhYQZaxE6ItHtlDcQyUBhTnLRuFjEtOgCGWpAmh6sw0tZJrR0zyZZxfSunSF9E25zn4UASLqgDE+ArwGi5ogLwXMAGzR8q6r2hCHWdZZq+zimbH8soqlIRXMaU+X+pVClXRlQIv+RXAqYPTdGblAQCZT2LYe8hxOcXkhcYnrOZeYhXccAq8/xXlbbAvwy9jf5fcDdfJqkOVAl8mCshi/j1vAMLxl0mHv/huViUrBW5oBeQ9QN4L5D3hOu0ol27XqeeV20+4AkopKKVKP5SaheXJZS8FkVyhcjzcmMIFenEF2yMAl9X06E4FlsxNqav7p0lCJDUnxMsJpuamlILruLDtGTRJCSlkp2HBfAUBI0+REOylSY48V4RQhDA8VlDfJrqhAAAQAElEQVRlGUUoYrQmdNEEThoC7ASwBGEAP5giJtgryi8gSAGGWU5wZniUxRB4lmUh8vJbRwuGGQo2KIY8R0HYFwUBDNvyxxPk9EOzliSK0NvZRiZ1WQUhko1G04PlKKRZxKIpBCQ2m3WCH5vnrGsP2ERxhFarhUa9DptwMwx8JGFYgk4Zj4Dn/mQMo4DRoF/6EwuAI/yTXYeOY6PT6UBCYzSAAvVGHQL3BoMBas0O4VyNWphSk2azAflyipjtauoURTHB1JQ2QUqoaDsW2p0WaylK7eI4wGDYg0U4Vm94pUaaULRAxvwRwWAPyyszkGbbNhqEiwIM5dtxLUszTwxp0/PcMrRsU/oq5136rZVmn4rSbGNDbpt2LRcLzS6W2yu45fAtOLy4iiLOEPvUkv6Oej3+LTjC+tmzeM+f/AkEzHmEsRlhnea8dixFmLiObUJW+fbekL80ktSnYglkbGXXofgmvsi40AWOj4Zt1+A6TTh2E0bXYQrOQ0Mtee45LdRrHbSaiwzbsOhjwfmXEPgKoE0F4lETYwECEI0pEBOCpgSkhcogkFPGE7wmQU8uMYnbs5TzMCE4FZPjgnWWRiDK4YLm/BYreJ4TJIqBc0kJsGOYcY7G1CFnCHkoefnCJnNh35SGjEtpWubUw8sXbAsoyh927mEZpC6lHmHjDytdRXzZK/ANPwr8wkng614KaJtyFDOTeSfGs/Ipx2KciTIfAQOsfWuZ9IS8VLdOPr6yz293fdXsxtjHt7HHs/Y7Lt72+9g1U9VUKXB9KfAXb7q+/K28rRSoFHh8FbiO3xOuvFp6fOWqar9BFFCy8NYGSimu6bm45sKmICwoipznOdc3szDlwj8mKLiSZYQNGcvsG8FCJsY6MkIssZyh2WtHpJPF+kFT2PuhH5I+t0L82TOJU4QRSinCAoWDD6lL8qZZivLLIuhvSoviBEEQg0wNSlmQL7fQisSkmB1bxmVdHhRshjNTykBbNpTWgKIuDBLWlRCs5OynhNoCcvY7IbjLCExEl4jgrSCoShkXRD4yhoXOEYRTAq1tDEc7PB5D6wwWoZ1FYGNYt2EblraQEDRNRyPILaWadSasYzLeJTzbJnScIs8CNGoW6p4Nm75pKALBBDFBo0d4ubq8jJrnQeBQveahYKeNMQAXqiHzTKcjWARVAobkfDQeEhjFAAGWwDFDZ1gt6A4hWoo4jiGATcwh7FLUfmlpkbDRg+xujKKEcC6GIYGSNjMCKWMUBHLJbq+Y2k99nxA0gAAi+SILi7ratotarVYCwBWCPMexeO6W5aS8bevyWEBTmkYEaCnEb4FbjkudJI5jERMUpkmElPNyGk4gJkMr4zGdTKmRg3F/gnAUYrA1QDwOEQ58DC7sIhoGqGsHmR/AlvlFwJmxPrDeJPShGNqcw6pI4U+HKMfK0A87Z3s+xuMeBuMt+DE1zKcIkiEmYR9hPN2/7Vj0yVKDIjfQnF+Gc82xqZ1XQ539ty0DIOe4psgIQiNC2JQAz/f7jI/hh0NMg2E5b0acB6mA4jyG6CJQsSBMnhs4Xwox+pvT97kp6QPnpEBHzfkm2s5NczznVogfAvhoUIDMhYJe5Dy3tOG5gdaaMY/0qZhxZtpoGMuamTasXkEpxfTLnmyw4FhATJKYRylV5lVKSQyTmKk8ql6uDQWuIy9aK8D3/r/Av38A+OofBhTns+K8EsPeQ47FIPE28LxfBZon9hKroFKgUqBSoFLgmlWA/3i9Zn2rHKsUqBT40itwHb8n8C/UL71eVYs3hgKKixgtixzpDtfN5bq6fMmJhIo9ywFCKhAOPMwIDiRnToiwbyxVxjEsctbB+mTRrggTZs0UUEpdNIlUfBFjcPAp5eaW5zlKiETgkPH4YD5JE4jg2g7qbg1ya6VrubCMTXgCQpcEcZxCEbMABlrbBEYObLsGh2ZZXhk2m200my3CDIsQJ2O5iJDFZxgS1mXEJxmC2IdP8JYRrhhHQ9sKygKiNCRYjErIFPM4Z3pCEBWnAaAS0DU4noIhIFIEfJqa+vI5fQR6DgEZO0fAF6FIE2RxCEU4GEeEU+GohEnDwTY2N87iwvkz6Pd6hHohBOYtLyyR7WTYurCJhe4CUpZvNZtwCOQEzC0tLaFe97C8vAhDuNfb3caEoA+Er74/JjwcYH39PGzboo9yy2zK/LUS3MkttgLlZAzqtTra7Q6h3BRJmlI/GxxaHD16jHlDyA6/7kIXAgpb7SZkB97qoVWAY50DTG+yDReNRhOW7WBxcYnlc46FQkZ4GvhTgqwBNjbXIX5pzi3L1giDCQHtBP3+DiWKqcUAlqUhUK/giCwtL7B8Am0UZ1wGUNckSbHQZr+dBo6uHsWR5SNYWziE5dYi0mmChvHgch7kQYiCUE1Rs4yALyaItTiXxwMCNsLKjPBwMh4gIOBLOY6agK/dqWFhqYVOt4ZG24FTV3AbBrWGDW2BmCxFSsCmjQ2jnbLP0l+jZ3plBNDT6Rij0S4Ggx2GPWo6REhAKW3kRUS1OAcI8gL+YhoMdwj5RtQqvWicWwXnx8wYz/OcbWa0XADfnsn53FLOxTCaYmY+UgLFuRUcSMVWxQrOiyybjYttObBsC0opQsUcFJi5vvCzYH1zy7KMbVETzpmMwBnSiNh+NQWrFWNEMWuCQZmNMVBKlSbHlVUK/K0V6BwF/vF/B17+SeBp38PqFG3vyXnLyQisPR/4B38F3PrivYQqqBSoFKgUqBSoFKgUqBSoFKgU+P/Y+xdoy676vBf8/mvtvc+7HkJIoiQZFWBJBj/ALjC2bAUUnJRIhhxi545uJNPJ6LjjlkdbDDp2XmrGDa2kY5wwJMaILiNOJ+NigTPSbRMrNpJtDBhbtrELA34hKTgCSwjQo1SP89qvte73m+usU7tOnVMvVale8+j8z5xrzv9rfnOuLc1Pc+119hEozn6IHOFiRSAiBCmmDT9sruU9T50k0n6nDm/AN5VKR/dxbSJAycsGzy/yckuXdDhZj6fT6SRCIpWl6yYoSrNv5hlNAjkvD6ooStVVaDyqBJHBnk4eMKQVp834rrixCaehCZCxycSR65RhcqzTKzU2sULZH64m4q9vEmjaBFp3qiOHVG/ahIjJqcokS23iRSaFik6lMKkXYQLKbbWJmJmZKc3YroL0MF5hamjK/nkUc8o+ZmentLAwq/mFae28bMG6U5LnYHlpWc8+84zJoQMmuw6nMXR7XfETEXryyScTGbOwMG8ib9HEZt+kzoog+a666uWanu5qNO5r6Pz7JiptoqeeekrPmzTsdrvasWOHeBvolVdepZmZ6eSrY/8HDh1Ud6qnK6+6UtOzM5ozibhkUo6+/mCg5ZWVRPyB4fP795s4PKhDi4c9H10tWu9rX39acrD9L7zgIsR39b3wwv40jk7XuEKomfxqiT2Ivv5gxfaFc9pmXLvqmvCbmZvS/PysfVQmJp8U+s8++w31TbzK5Bz4HDp4WPufP2DS81kdfPaAFvcflga1OlWp0nO/emhJMapVmMiK0VgznVLzU1NaPHhA0x7rs889I8iz+YUZk5dLJh6ftzynQ4ef1/4Xvqlnnvua9h94RnVZiZOarAHWCPfT/MI2RSFxirMySTcG6/FK8rNkonB55aDnZNHztuwZN/lbDtSddi7dWlFKA+sXHRnr0oRhaGraFx5Xbe3ahGbtdcXaYt1Qjo1b5fVEnfG3UtpXhzVrKU1+Rtj/msjrTes/9XrtSCUUvuD+GHlOqkSob6ZnpZP9nTS389o51AWZVGo+QzZ3FBGKiM07c2tG4HQQuPx66X/5RZN8XzWR9xHpB94n/eDPSv+nP5b+1sel7d96Ol6zTUYgI3CJILDi/965RIaah3k6CGSbjEBGICNwmgh4a3SaltnskkeAzXWEN80Wc16Sq7XrWpOIcDWEXmV2DBmbDOE0ThKTUvTViXTwBj2VddKvTUZUJrKQ2oREZYKMUnWl2gRDHWzqJQeQq2tCjSVNebRAyJVlqU7RFXX5pyXlZOvRaGRyZ1WLS5z0WtFgOEhEk6zUEn2h0raFpVTXBM709LSmTV7NWroml0bjge1Wk5Dv2CSKTNJFWWtkkgYZmngZuh5unzJJ1pvqmnTqqfbYK8Zp4m44WjXhs2Q/y7ZbVX+4pCUTOvsPPKsXDj5vom3Rua1oWK0Kf5WGKjkBWEhLJsMOmvDqlIVHVZsQWjFJ9bzbl7R4+LCmTUDxUgkIuLm5BRWl8bCYfzFZZ5Jqelazc3Medq1nTACWRakoCo1MZD733POJFFxeXtSsicW5uWlddtlO12e0YJsFk3XgyNyuri6r1+vYT6XSudQe4WA40ryJq6e/8U0dOrRoMm85+Z6ZnVNlnOcX5lU4VhSlwHbWPrvdrnEYquOy0+no2eeedZ5DE2UH7X9KkIg8ntsxuYZ4ijUwobe6sqSrX3Glrnj5y8Txyxf2P6ulwwckE6v7n/uGVlcOqb+6qLmZnqrBqqYizIqNNFpc0ULPuIw62jl7mRamF7Rjfqdmp+ZUVIXKUaH+4VWNVkfyMhQ51V7HI5OTo0HfZOaUnt//jEbjVT23/xuex4PqzEqlRdOV+rGicXegqYWeXv6Kl+nyK17mORwmEnO1v6rV1X6aq4EJ3+FoRavDZZN1rINlDetFDapDXiWLqosVO111nTWwrHG1Yukbx5E4UQexPHBOqx5bfzAU63lgsnkw6qd4I99PCGu0bu81r73KHmvEbfSNTPohY+vT1whz2vG8NiJjl+7HkKvGqCzSvA9HQ1WJ1EsdaW6LIlREocl/QqXC/9Ty9KxJ5RKJonCcMkms+a39GVCZNK8p7b9yWXt9rYsd1a0/r6vCPuxOEUGRJSNw5hCYu0K68UekN/209IafknbecIq+H9Hde/akFzPsSeXteuDJE7hYe5FDo2/bdz4g/2+PExjl7osRgTymCxMB/mfo+9//fh04cODCHEDOOiOQEcgIZATOWwSK8zaznNh5j0BNht6siz0zG+cJSRttb6zZrkeUKkzYtCKVtkQKb/7H68JmXd6oI2MTDKNipHE0MjRZUpkUk4msOmpTYfYcduPfQmGPIUqlozz2XR8tdRUmhca41thEVW02ojLhWHsQhTf/HbNCXZNcpfOMCHu0P5eVFSCr5J+pXk/dbseETqGyKFSUKaIqk3gr/UWtmCySCUmZGBmYRJHGor1yzqN6IE7lQZzMzs2otl5lkYk/RS30hx5fdEMqK+vWmtvmeNMeJzjYvtsLld1aw6pv/VV7H1r6Wl49pNX+kuS4Tks9E2F8B1+301UZhaWjqd60GKOHZBwG6k31NDLZ1uvNqNOd8fW8ZmcXJKMIAdg1kTY3M6uZ6RmTYEP4MRNhc+p1TYaNxhqbDeSFG4cOHNDBF15Q4cAHDx40Ybdk4u6Ay2U9++wzOmyykZOM/f5Ac/Pb3D5Icebn52VotW37duczUs/YQmxNO+bAZNSYxzEtUyZQ861jdwAAEABJREFUB/2+ce8qIoQdsWZnZ30tYeOkFY4/l17e0VO3w7yM9bWn/korS4dVeS6G/RUN+8upXhr3TjFWGNP+4kHNlaVmvG5mq1I7e/PaObXDPNyMpusp9WTpTGvb3HatLq6qXh2rU3c01ZlSbfaJk4cGWJ1eR+FEIHVLz1+na73eWIN6SdX0SNXMWGOXw6mBlmNJ+/v79VfffEqPPf6oDptQHpukGg7HxrFU4X+63UJlp1JhX5X6XkGLGsUhVeVh1eWi1DEx2u1bZ6QIrwMTvWOvn9prsU53h1QUpTpFz1kVUhFS6WoZtnfpJq49bNWdWnVRi/WIjI3P2PddpUp1+0/UUkitjD34VtxjLa9TIbbwfRVWLDwnheMmiVCnLNQpCvdIhf8p1XEKXUvHhoXkttpSRSFkbN2RPY+MDTKGREU8xjFko3OovYgaca7ttT1VFneJPtaWLy/V3zzu8x6Bvbpv3z7tQz52qx76J8ch6yD2PnSjHkS3lY/eoV26wH88rrs/c4GPIaefEThJBK655hrdcsstuu+++/zfS4dO0iqrZQQyAhmBjEBG4MQIsKM6sVbWyAhsgUBhAmGzLsgKNv8jb8wrb8irVLIBhwrYzOLstkWECpMFrXQ6HR2RrrrdRmgrPaayLFN/WRayqWqPYTgaaGxSQar8z9ikVF99TomtLmngMgJKoZHKevUa2VB57MPhUJyeom0wMElkD4WJj6meiQ0TJ5BtHceUGYkUzwTGysqSlpcPO86qhqPVROiNxkPnMLaM0vVYA83MT6k7FQoTVmUnPJZShfMm957HNT3VNZFVmUBrTtIRfzDomzaxNXnXlUm8nlaXV9UzaTXoj1WPC40GlZ5/Zr8WZhZUD2v1lweWYaJkILo0kmZ6U9o2P6fK46sGA9Um/kaQc5blw4t64bnn1V9Z1eKhwzIjqNqEXSG5rHXZjp0m35Z1+WUvc/wZzZmwu/yyyzRtn/Oz8+pEqZnutLabFMTvy9Fz31Uvv8JE24p2LOzQYKWvkYnDFcc6bHKxY3KotEQdyX7l0LJ60dP81Lw0Ck2VMx7Pds1NWXrbTdRNadwPFSbyNOpqvFrY91gx7tpLT2VMSdHRAef/zf3P6tDggPom7OpiqKIrFUUopLRWuiZMIUanZ2ZUlB3jK4083kMmQJcPH0449JdXnPOqxsZnPBrKaapkLZalp36s5K+wQxN2cow6+qpiRaNqSf2hfQwsw0XXlzz/KxqZoKwg4kzIVaZ6x5xos3lt8YLwb5lEQZY0SuF/xDUiqRpX/ivHLi1F6mLN1kpeUt+Z+FOZ9GvFy9wuw1JYKF2cyq9NalXOsPLfyqUElojcN+kqIhTRyGR7rmcEzjsErr1Ft+pRPZESe2TiVN/teuDJp/XAh57Qu392czLv6Q/ffuQE4MRpvkfee7cemOi7+zP28849a7r4JZhjvfcBPXBM+1pfOlXY2KyTcE8+oLs/bFnva33ZxmTdsScLN8bYo+QL3fc8rIffg//Wh3WP8TvZtke3fzifVzTS+fcCReAHf/AHM8F3gc5dTjsjkBHICJzPCLCzOrn8slZGYAMCEVtvmCsTWkgi+dbqXNfNrn6Dp2Mv49imIy3mHI7bf0RzrVabOKlEfIRTYRBtyNAky+rqilbWZGCSamjSBR2IvIjaxE1hAqYw8SH7GGu1v6LlJZMsg2WTbAO3jcRjtkhlUq423WDOx/qhbrdj6ao02VZVY1Um/Pom9/Bf+O7rTXVVOEbt9rH7B8OBBu4fjQeqTdYQv06EzVgqKvt0UUphKSwrJhZrjRzRUg1NYlQey5JjFhoN+xrwqKdJwuFwVd1OaSk0bRKqZ1KxLENjxxua6JudmZWTU3+57zClpjrT0jjULXqKqtB4UGthdru6Jso4DTbVmTJBNmeiqq9vPv119w81Ho60srjktlX1l5Y11e1px8I2Qcwh+030vfDs84LYGpkILKPQwRcOJHIOInBgEnDZ9thwYnDn9p2am54RpB5+O9aHJIRDPXzwkBYtvU5H2Jayr/0HNFztq/Q/o9WhXnn1KzXtcfAIbWGycq43r6ef/KbzM44m75YO9FUPOpouF9TVrGZ7O7Rz/kqTfzt0+c4rdMXlV2l+fsEk2lCLq8vqV6vm//qqeyOpN9bM3JRm52Y0OzsjLzATscs6cPCA9h/Yb5uB10bl+QiNRiOVnizGst3+5o01J9hGrDWLPNMIc10UEutoyCO5EHnjRa2azKu0qrJbaXqu67g9FR2Z8B1oeWVRIxO+3W6pjqXyOmrEq3CCTKtSvVK1fi+OU524HWNIObQfcq19j3bKjgrjrTP40+l01UjPvkuH9GAVjoC4OMXf2vo1947x82i5smz+GxGeIiw278+tGYHzAoEnP6mHdKN2CwLuft34sbUTffs+ojuufUKPPr5bu6/dJFMTZLd9+c7m9B8n+n7iUf30Ovn1sH3+XNP3sXfriff8tPSza34/sFsPfWqNJPv4Q0fa108QbszjQd34obv1yFoKT3zwUd1KPMS+7v1595j0u33idOGDex86kstRMZzLhx7Q0zffowd/6gbt/QA5Mc4NMddy+fyH79cTP/VgMw7H+8i7dq1lkYuMwIWJAATfW97ylnSCj+8QvjBHkbO+6BHIA8wIZAQuKATYXV1QCedkzx8EIkJFEYrwxtkb7FirN6WXltvlnwh0CushYaKjWJcI2gpv9gvVJiDq8VgIJAQkQyua/DH5sN5+wv26FSAAbGNqQ0jtXPlFqJdlqdJkBhKOg+/ReKShia/BcMUkigkdk3YVYgKtspjxMjkybKRuytrkHARNwD4VbdyxKsg5ky6J0DMW1RrBUhSlZkz09KamVJaObLtut1C3V6o3VYoXV0yl7+VrrjudsJ6EDn029xBGJhuXxPfg8WjuwCTeeDxo3g476mtmuqNup1DH/iEklw4f1CGTTy88/6xeeP45Y16pMuacKOuV3XTarYxSHqrKuquZ7qyGKyO3d1UPQxoV2j63wwTYNkH+lSbSdm7bYRKw8HWlbbNzinElCKyVw4smC1dsWyRCb8F9nLrzMHX4hUP6xte+rvnpWYXnBuJrpjdlPY9neSWRhIcPHNTB/S/o8IFD9il5lTifaWHfKzrWWTYRKdWjJt50d8rEXd9k35KqYaVnv/Gcdixc5nx3aro7p8LjuXz7FZoq5jy2GW2fvULTHY9l+uXq1HPqak5T5TbxHXvk7xFpafmwllYOalAtqTNXa9xb1eHRCzrU32/C7wWtDhZ16NAL6ptEnZ2ZMc6d9NbhhYUF8XP48GETlLOOp4QF5OTKkvMz4VeEjP1IhQMtm8DrTXVM1PUVHuDA5F7F6b0OhF5H0a3VH6/o0OKBFKtKa02e247D1F6jI0HMFXYWRdhHqCiN2Jp0Oh3rdtXtdlV2SpVlqSJ8z3mZDky0egrUMxlb2L7yfTjy+q+9ZrXFT9uHPr4iQrWdIJubhIYm0nn02Kk7v47KwrkUHRVF6esm54g42tz54bOVozu5skLUjl35Pqs8Jlli3V/h8UQEilkyAucpAg/rrvaU2jse1Z3pMVsTebpVt2xG5G0yiqe/8oT2vu2mIz27b5Qe/qQpQppu0K1vXSPCrjU5eP3Rfh/7cnNOUJPt6QThQ/rkkxvz2KXdrzFZ2D5C+/ZbtR7VMdM3Dj7xqB57/F7dtjam2z74mDaP4VxI7xhxzMcf073v4CSf5R332t+jWn7Xndr9wdu0550mBI+xyQ3nGoEc/8UhUPm/C1+ch2ydEcgIZAQyAhkBqcggZAROF4GI8CZ6YgnVa568yY+gr5G11qawTnOyqNmMN43N32iKk/hrJ1oTb+yV6sc3K01mdDsmN9ak1+upFQiAVkqTIBAhrWAXxLDUJjtq04NNvMpjJ+ZaHs6h1piGJKFIapWJkspkl7sFmVJAIprQkPuXTPIcOnRIKyvLoj424ZNimP2gPhwNNBz2xUm/fn/FpM6KllcWtbxscbm0dFhh+AuTOb1eR2VZJH2ZTOyUofF4aN+LLgcmP0YqylqQhXNz0yb9eup2S8ljsrmGg77k/7gcDYcmz2qTZKuWvmamZjU/s6Dtc9tNUs1pujttkmpgYm1FDHe2N63hSl+zUzO+Hqu/suLwI3WKwrZTmjFhBxEHiVcNxxr2B+qZRLzy5VeKx23LKLW6tGJ/y1o8eFicvOMkYN9tS8ZmsNrX/mefs+9aX/vqU+L6ma9/Q/hcMDFaVNLOhe2inHVuOxd2pr7tswuqBmMNlkYaLI5V9QtNaVbbZy9Tp+pptjOv6WJWxajn/KWX79ylK192tV5m8q9UoUMH9+uFA8+Y2NuvlcELGuiwlgb7NYxlDbWikfpaWl1U32RqVY00MhG86rGveC4pRyayIkJTHj85t9ItSs1OzySZmZ5Oc9Dz3E11etbtqtMpNba/qZlpdaa6GptlXe4vizUAOexlYyKv8pxKdV0cEeMg5x1RKNaENdaIdb0Aa8T3Zm2pPNe1556e0veG/DMajvzXXjx3hXNPF1v86XS6UigRikOvGfzhB9EWP6VtOh4nUnjehQOPQelZWp32j9MQY2MsEVwd7arweI5uyVfnCIEcdlME9h75zr1992idLNPGn9268fon9MSTG9vPv+sbJk7Ype8SfN/Wo9o0++vfffT3CiZcbtI9+/Zp389KP23iMD+WuylyufECQuB3fud39MlPflJ33XWXtm3bdgFlnlPNCGQEMgIZgfMVgeJ8TSzndWEgEHHsZhq6a6vs2YRDBLSCNbKV/ubtRGgFVoP65pptK/HGo7EQTjhNCqTJ2MQaUo3H5riqdakhQkyCjNNJprHdOR5En0m+2iIk3EZpikFJGFEoEslSKgqLyQy7UjWulR5Vdi5LJrAOHTxksm4lxYMk4QURlOSLfjOy2l6RSpXJnnE1sI+BIsWttbh8OJE/Dic5N8rKBNHYesNR323OL8YmgoYaDle0urqsgUmp8XjgdEfqmeQry0IQfGWEVpaXxSOw2+bmTbYNFFWoHkrF2B8X5n/KulRHJqKi4/ZKvaIjiL5tcwuan5nRVKejHQsL8qilkftN6MyY/Osag65tBiYDDx84rFF/pKWDi6msTPyF0ywVWpid1WgwsJ+uOFH4sh07VZlAmp2aNok4raKWZnszWj28orF9DFcGKY8+L7ywn66zK00YzVlntlzQTGebeppxOa9uNa0dszt12dzLdM3Lr9Wuy6/RVZft0kx33r5qHWY+Dh/S4UP7jdNBp7+kKlYUnRUN6kMaR198315VjFRpLHijXrejqalekmnKbld1VSucQ+kx97pTxnhKU92e2yvjbNLW44MQHHpcY5OwEbXnsO/5rVS7PvR665vYHaT+seda6hjXsrSPutBoHF4DodoxbCC5TQoJcVtd16ogiVnPSSqvPQukHuJ+dFxYz8BLKhPJV9unxdfClzb/GdunamyKZBcRyQ/rdnMLOX4rlWOgVdevG1UAABAASURBVPhPK+H6Zr8OQqAk7o+jr8nfrc407NN9uEFoXJOIUEQja025yAic5wiYyBMn5ybT3KU7fmK37t3khRu7rtuthz/xyBHlJx6V9t6itfN6R9qPV3t8Il56PPhW3XLtxjye1hNf3qtbbz6Oo903Sh+8XxPZHEf5SNcTX1l7PFjEvFf3t6cDj6g0tWvv0Ec+9m6pPXHYtOa/GYELCoFM7F1Q05WTzQhkBDICFwwC7KwumGTXE82V8wIByIEINtVKG2sogQiuvcneIsNwe2GdVlzVEQnX18R66792x55+XbzRD1Mr4bLVsYqrhdI/dhi+CuuoHsusg8K6EFdlFCqjTMRLmARBKhMxlVmCVhgXdV4IAhFH3XSEPdiV/Vb2WclEjJY1NvEzqlc1MvvVjj8cI5wJUjgGRFOhUMdxSyc6bYKma53psiNOnPVMeE2VXfFYac9tZdFRpwNBJBVmj3rTXU3PTKk33dG2nXNa2DmruW1Tmp7vqXl8tyNO5Y2qvpCxcwk7hjAyFFpcOmRCaVXdTqm5uRnNzc9oxiRUmLScnelpxv57ndqE2qKKuq9eOVbXUmioeryqMNHUMZlUDArNl9s0VS1ooXO5pqsdmu28TDvmrtRUTJsgmzWBNa2iKDUaDVUWIS8ME29j+1Ai8caDsStSN8r0CG636Da4gJfnoR6NxXfu9TplepQ1fF0PRpozORieo04Ubg/NTk9rbmbWuXbtLzTXc04z29Wrp7V9eqe29bZrtljQ5QvXasfM1am8cscrtTD1Ms33duqyhcv1ymu/RbOzPVVa0aHlb2p59JxWq+c17iyqN1+pM1OpnKoUnUojYxGd0LAaqjK2I+NUdGuprFT2Cnk4gqSbmZlWp+xopufSjeFxrfBdgpaV/qpWB5b+ionDZUHu9bpdFR7TtOd3HEPV5cj+BxrXq4Zu4FUzkjRWhJJ0OoWY69I5FY5NHqPK68+ieiCjajzH6nhUSDcqdaIWc1GUtvXcFMa8iK4iSjU/lXxDSNiAexmOXaky3v51XZtI5fvB4jUk27X2tb3UTjaJ7EeF9Vw6/3Eipj0+3z+1HTOfhcvCNmXZs3ZHqkOlicqSK9dtqbR4TE4rRs5jbHG+ciSPzQZqfnzttvBYmzaum578NyNw4SFgIu+jd+rR9tHUPbfrAU7s3XyP9v3Eo+uPvKaXVrzXNJrbH3zN/UrXe/Zoz4du1M+965SoPen63Xr0n9gW+3c8pFt/9g6TgxvzuE2P/sTxThcaaci3D+jIo8b2d/dWRJ3V+d311lslHrlN4yTmfVJ6wcZaPh7jUS8MIb8fvwnTLBmBCw6Bp556av3E3o4dOy64/HPCGYEzgsA/+I/Sf66ln/6E9G23SP/C/y6jPJ7zzfqwef9fSu9432a9p992tvyefkbZMiNwUgiwrzopxayUEdgMgQjv2r2p5pf+dEllCwlv2oso1ArXrSQTHLSSGmSLo6XdvKeNv/+90PSylNc8rZECAemQpFbj0qXQaSxC8pVUFsW6FFaMCEVYijWhblEKYULDpEINEYOY9KlN/dQmYJq8QlIj4bKRwqaFSv8t3ZYIKtc7Uaa2jvEYDUeqTGSNh2ONXY4snOoauj2Vo4EGw74OLR60HNDBxRd8varheKDahAbEyWg8VFE6oq9r1arWTmhN9SBypJXlJfVXV90+drliIg4ypUrfvff8c8+qU9SObaJosKIBj4JanJTcqOnSZNrUvEm0bZrrbtO2qctM7O1Qp5pTPeiqMvFXDUOjQS1zN4614hir6nU6SZyS+4aO0dH87Fwi5rqQYFNT1q+MhtxXaOD85mZmjIusN6PLtu/Q0uHDumzHdi3MzSa54vLLVQ2H2rltm+ZnZt33Mk335rUws0Nz09s03ZnTVDmjGZcdTZnc6iXhxRqc8hus9PX0157UF7/wOT31tSe0tHogPXp7aOUZ7V/6epKl4X4tDQ5ouX/IfYddWgaLLpdM8PXVH61oZAJuMF7RwKSqTPiV3VJTJh17vSnnPq+F+W2anfFYeYnGwoLmOdloWXB9Ydu8ZmanVXhdTU11xTUv5yi74ZU01HC0qoGJwAFz4XLVxGC/3xeP53qWPLtjy0iGUNhQykTb2OtkPBx42gbm28Zr0pBh5tHUSgWRWitde0nKNfurVdkH12URFG7f7NeG1sa4tsOKdYa4Xru9tuURwfOaDxZBNLmE9cLNR8rSuRaN2L7wPVzUcs1/0j3c2DXeaEPkn6YkLn0ReKWtFavk34zAeYvATbonPXK6WYL07Vt7gcRHdMe1azom8tKjrjyiiryvIbl2vesja7q2Sd/b1+jf9L4JW9nnRJ/wtWYv3ag7P2pbfKYXeDT2wia1NX33tKf2IPHWba07eY3fY2w2xMbvRyEQ12yTfpurddN1E3Of4xw1vqPys33+zQhMIHC+V6+55hr9zM/8jDKxd77PVM7vRSPw/T8m/W+HJIi8SWcQZ7u+TXr/X29af+a3pKe/JH3pk831i/n7r/5cQl6Mj3NtS/4IeUBa/q+fo5YlI3BSCBQnpZWVMgJbIMBeOoINtRXYT1N4k+/ilH/XvJy8nQkAiSVc2ibWxIWJAzb6jcgEgdZ+rJMIBhKdEAiHjZIIBXQaL5AHR0iVsf01fa4c8zsajXSqUpscqUy4HCuVhib8WhkMRiZ9GllaXhHS7w8EJ9PtmsTqdNU1uTQzPSOumQps6e8UpTom2+gLo1L6unbMsig0Nzub9AvXp0y49eyLOifRZF1On/VX+2lcMu6jcSXiRl2aaCvUK+dV1NMaD0vN9BZcStsXdjivWpx+nJ6eMgm3XTMmskYmKetqrKYcqfSc9DqFpt3X7YTbV9XxlFbVUGGGB+KKR4nNWOnwwRe0umKSbfmwICBXXDJ1g5WR+qsj29bGq9LS0kAD43bg0DeM0TM6cOhpPX/gKS2tPJfK5w88bYL0WS0u79ehpedN5B3S6nhJKodaGR/W4vCQDvcPaMllv1oymWdSz0TeqFrVuO5bBlodLml1hCzq0PJB7T+4X/t5WcnBA1pcWtZoTC5jE3IDrQ76JglXtWTCdHFlyXksamVlxbkONV57xHUwGAgZmdAFs8qTVqn2P9L6Hy+7yti3ArnWCkoRoYhGKmOMjCmxSWusUuXyiI19b/it3V95XeBvc9lgcFKXTjwNYrPyeA7CnRvFTWu/ePOAxVplTGvNRxVlWab+oxrzxaWOQB5/RiAjkBE4ZwjMzMycs9g5cEbgJUPgpv+L5P/prNd839EhIfH+lf/HFOXPvc3kn/877z//w6N1TvfqX7xOQk7X/nywI3+EXHbskrrT1LJkBE4KgeKktLJSRmALBNg4s7lOG2t/NqNGYX7BzaFwQ0TIv0kUbvDvWuGaFBHrUihM1/lam/+wmTfnodoEk1QqorQiUpiHiNSedGr+Sna9QcLXsdYhyVVUjxETEZAc42pkMmSjDJWIFydS2dC/4gcMKhMjEA2tdEwstNLtdkygdTeVoixVlsUxUhRuL7oq12SqN61GZtTt9NSzdLtTKs2AVSaTBoOhSaNVra4OjIVMmE1rZmZWpf2PRuP0JtnC2G2bW9CUbanzfXgQf7VJIDl/8jTHJ64Nj3Ede3ijRuqhirJK5FuvLDTd6WimM6XpcsrljKaKaU2Vs+qop1F/bHgL21carC5rafGg+v1FVeO+Ca0VqXKOVV/LSwec82EN+ksmGad04IXnVNpseWlRyybvpnqd1MaptOWlw/axnPo5icgcrZjsW7KP5eVDyc+Sy6WVw1odLmpx9TktrT5reUaHV7+p5fHzWh4hL2h1fFCr1WH1q0X16yX1x9Y3oTcu+hpqWePCeRarGseqapN+KoaqYqAR5J4GGprsG4yX1TfB1x8tun1Fg9GyVgf2NVpVUYS63a68lCysR0RN3YumtozHY89VX4cXD7tcMfyVIkKFpSwKMS9p/RjnMkmpyZ8K0m5NaC9s00pEobDgq3YSxEPQiwhFNMJ1K/SnLMMt4RrMaSuq3NiKqyf4jeB+dGSPE79VPVZVjzaRsWrryDEj/KepKBX+E/I4LNooTk9rP+Eygr/AWysikrg5/2YEMgIZgYxARiAjkBHICLyUCHA67+W7pd9/QImc4gRaG5+TfP/iEekDTzWP5vJ4bntSDR10f75/pA89/NGHoIsN8g9+npYjwmO+CC3Eod7qU6d9UmjDTytcT/ZvVcd3a0PJNbptLNqQtp1TjPT9xC8242JMe/+fzSlDdBgvpxzRI4dWbv6/Srte29hgTwx00MU/0rbTl+WSR6C45BF4sQBcwvYRodKkkbfRaXNOGRHyrtq/oZAUEZr8xy1a//GGnk19ZYKjMqkEUVGbYIKwoR2x43X1VLGNeQpv80sVRUedoqdO2U1SmuBqxH1lkdS91bd6JXxWjoHPqoJwMElRNyq1SbqNYiP/omCCyuRGHCW2t68qydhO0KvVXK/5bZrcF5IxQJqmOvk9+i8qYZXNpHB7uS5VFY6D2MbkplSYLKvd5uuiVLmGhUzgDQcjE2crWlleTf3g1DMRt2Nuu16+82Um4EpB7vmvzEypdJ5FSOOhCazBwOVQw0Hf/k3oxUjj0YqJtcPqrx7WaLhiTAcKEzZd24WJxaIq1FVP49VKMSo1GlSSsR6PhuLx0tXVxUTgVdWqRsMlz99IdT2QTKVR1ib7iqLS4tLBpF8Y82F/xTYrKkw0DVwfDfvqdUoN+32Pbcn+K+eJv0V1OmON61WTa4upHNXLhmHZ5NxhDeuDqexXBzQulzUqlkzPLQlib2BirzKhp85A0RlKlmG9Yn37dTmslk1r9TVO37PYTwTeyGMYk3cMHavvOH0VXcfXatLrD5dVu9btdrw2SwtlR13maE2KovD4a41GI2PaT/XS91PHJJ5BSde11/u6VJXnolIUsalgU6GzJhHyupH4ExEujkgRhTEtUpsmfojFZQS6cn+9JpUvJqXW8X4YW0Ssj6HyOCqI8s3IPbfXRisi1NhJISnCf5MUvigUmpAoJF+rDpf+tV5EE89X6TciFNFIash/MgIZgS0QuEn3tI/IbqGRmzMCGYGMQEYgI3DSCLz5ndJwVfrou6Vnn5Be8/1Hm163R/qd/9Sc2uPx3Jntrv/HRudj75V+fMrX0cjKQQl/9EJ6Uf6Dtb4vfUraeQ0tm8tr/7r05d9v/HBKcKMWba2vn3+X9IobJcizjXqT15Bxb/pfJPRb2/bkISfu2rYH/9/St73Vcktjfdm10rXf2eTyHuf81c9LjPs79provFX6v2+Tfu8XGl3+kttf8MjyXzQ2+Ibk/NH/j/SH/7VpI9aBr+uCfxSZ8WY5IwiwQzojjrKTSxOB8CY7IsTm/FQQgBpAvPv3r61NElUmQ8amUUxhpDb/OcZleENfFB0VRWnCpFRRmqQwSVJYwqRHKqMQevLf2pv/VswzqfIfCIzawf0rJ57CpGs3tKX842EpIjYVd2/xW9vsoO3fAAAQAElEQVQfUrlcE5MttQXykpNam0kkb/w9WkL804wnVNinsV4bU2EcIPMQqTBhVq2L+Urj09VUb1pdk571aKyxyb5Rf6Bnv/lNvfDcfh0+cEiD5YFWF/0vX3OU1dAAmL8Z9k1YjSp7DI1s44j25esYSfXQRNThJIP+kiD5KpNy9XikGFfqheemKtUppjTdm9PYPpEySucylXzyvXqQcxCHEH+cTitqJeJq6fCSSv+T4nqcYBXGoLClfF3Yj6w71etpesr+PD/yuokYW8s5OMfaJFyUI6+kvnsaqUzlqRiamHPO4xVVJhUH476KTmhmblpR1hqOh1qGQPRYnI0acTDX+E1rw+uHNeTppMlSOK4zDGvb59jCo8Qj+xiZtBobE/PVqkdWsNSjQmpl7DZ7aH/D65bxDkyu1gRb66BO+9hBxzhbaz9R0eRZi7U3qcs1fpCKhTLZeVSdsU+KF4dRFRNwlN6RC0bEPXikZWOt9TFZEmOj3tp1bbxaYQ20QtuaCgVxI/jr7Cawo68sS0U0fVxnyQhkBDICGYGMwEuBQI6REbhkEeBRXEg1APjy70mc4oOY4hp55ssSJB51Hs+FwKO+mUBeXX6d0os3IN9av+g+9tvS6iFqm8sLX5P+4KOb921sRXfUl6781o09R18ztv/5h0cTcUdrNFff/B9SxyTlzquba3zv+6WmPvn3Tx8++e8bvPEt3kc4x8kxge+2K3RCUnIyZq5ftAgUF+3I8sBeMgRqEwQh/7O2gXbthLEjrIUUYYKlEBvwVoqyUOH2KLw8raP1H2wKRUTSjwhVJjuGo4GGJkRGbTk0OTUeS7K+7CssRSkebyzLsG2osH+FiQ9LFNJG4SUVEB8QKiOImg0CNVFHmOaIRHdwXdmXPaqqR6qqNaG+JopKheNvJsSqjeOJpHTerdQe+xjSzhIe61S3pyQmvhirkxDkmUOa4CtVFlK3U2jYX9XqyrJmZ6Y1Nzsj+gv5342rKxrZV21ypCwKceosPCaZOFtaOaD+aNFk2YqGLofjRSGj8bLG41VL3xlUmjHh1ut0NDs1q+Hq2Oh3VUSpgQnDpeUlDQYm1MpocGAsTsowGsfaPsbuH2j7tu3qdrriBRKd6GhhfkGrg1XJec3OzGg4GKrb7abHWAdut6Xtx6pjpLHJtcpEXpjI46UnQxN5Y5OPI8vY8zA2gTeuhiq7hXrTXc/dSIvLhzQY9hXOa2FhXqVzKpwbEiH/1ElCtaIoxMm6wqU8YrojIo2H+a2MUJRSZcwG44HJQo85rc1RIi/LKNTr9JJ07CPQT1LZWyV5DYxHI9Umu/GXRJUjW9xXW6ykzaS2Vit2pk63k6R0SXtrY0/277/21fizu01/w62N1DKxPCFyXR6LEXHUsF7RiNtEcLU/tStVktrrv/Z6SmIrckriNnJLdWvWtk9S49cNvhaSrmlD5J+2lCqvDTds+tvM1aZduTEjcD4gkHPICGQEMgIZgYzAxYMAj9Ve8RqJR0p5bPS2/5fJvVdJ7em7E42Uk3OTj51y+g4bSLKuybIDT3PVCITcynHIPUhDyMNG+9i/nMIjR4QXexzvFCDWEJSctnvuK1wdK5wsxBfy4x+WZrYd0fFeQxB+R1okCL/J8Uz2bVbnO/ggDCf7Wp8nIiUnbXL9okWAHdlFO7g8sLOPQESYKKjF3rsyWcAJoykTPDrm58hG3NppM95s5v3XG3NsZV9hcuCIhCIakUJK4r+uVibPRmtETV0PTRUMJZMkNUSI/bnBMeTcpMrcAiRG5UoS51mhZ6XaQn1d6DOxUskEi8kIcaTMd4nTUuG4rcjETFWUqkqLGyvrVIW9FGNFaVJrTaIYqRXIprHJp82kdsxNxWMK57IuJrBiTaZ7Hc2YuOmZlCqx518aJpLqkbEw8RceY0lOJrYqE3C1y/FoRYqB+oNFDSyr/pdemAyrqtVE9nU6pcqyMGZD6ywbHROldV/dmVDRG0vlwNksalgf0lCHNKoXneGqpa/+cEkHDz2v1f6KhiZYty1s84yVqg0ORNOMycTapFdtbTmvOoyy53DF+mPjjk6319OBQwdNHA41bf2ux7hsUnB2eka9XlcRSuXYZCt9nLizF1XGeeQ8x/WKquhrYNKxP3SeVV+rwxWTfiNVYGR7MV+uVyb7wnl0OjRWJt/GiVBkjaQlVMs//Gmkwsa4ErtyKaMjrw/iQxyO7G9knYFxHhnTRWNblyONY9U5DSTWhomsAruqVqhSx+skjGTtPHmxSNe59by2mGPmSTFUpBxDHROzHc8PsTeTsWM7mudn7PkZqW9yEYFkrI17tSZFRyp7RSP26UGu/1bppGFlLCxVGLdOkqruOOtuI64Xpf/jKnxdl86vZ/HcFJawc49MltpzWhsTpPI9WkVlLOokI9eHGnvkFudNjkPPKacnx1WlsfFxKnYTCmPGeMf4sG6d/NZijrT2U69dRMRay5Ei4ti2I725lhHICGQEMgIZgYxARiAjcMYQ4BHcx3/nyGOjPDr6mf+vjnmxxmYBIfb+zx+QfuPeI/Y8moruZkQehN8kgYbeyQrE3nfsbd7aS448HvzCU8e3hij0f99vqgSxt+MVR/Lmsd3jEY+bOjlBI0QgBCfjblVbUq8l+dr2XF6SCBSX5Kgv1kGfg3FFhDfZdYocilRO/qlNYNSmBIR4k64NUrkfQaf2pr1ak9rtycZ2tW2IULuObuUN/rgyNWDyAtKgNmnRiFk8kwYQLumQjxPBBsGuts/ahEK1QerUXiXvte0rS+2r2nHFHYIwNMo1GZncGZmMGJmcGjvnpI+NfXE6jHakMgnZSu28N46/vR6bBNlMKrdvJf3Bigk1E1fGAj9lt1BhoqosZe6xtlQKY1OUldtrlZ1KEI/jetXk2ZIJsEUNK5dJll1fdZvFBODAZN9oTQYmyg6vHNBy/5BWhodVFSaqyqFqE33DWDZBs7Qmyyb7luxnSZBsYxOZ3V6o2yudkGczaqNTOXZfq4NljUxo1Sa8etMmjpwnbf3hcsq1NqnVHy1LznlqtpPabGm/fY1M4g0tqTSJNqhWnNNQq6Ml59EXhFpVDCUTZ5X9IGP3jE171SbKFJXzGJvsG6lZK5UUtWePdovns1qTMUST5yDNjeeSssKP8y3KWpHIPfuyz9r12lhXJhrVcRv48L1/xkpd59MdqUptqx6DMQzHdSZKUotyMBp4jGONHWvk9Z3E89ustZEoyXUzCRODhcm6JCUUYu0xNcJ4ao8JGTkGJx6Roeuy1imJsRqYSGadG62U93o+a75qr3ViJUnj81htB95JqK8J5J0/RRTWC9una/dRJnvnXRRSWRRJXBh3KSKSyD/1GrnnavqNiFTyp8CASpaMwHmIwCPv3aM9e1q5W4+Q42funmhz3zsfUHNO4Wk98E5ft/rvbNsxOiKb+nT3Vu3u0tMfvn0i5u164Elas2QEMgIZgYxARuAUEOBkG4/g8qjopBmPz/LoKKf6JttPVIfse9WbGi2INb6/b8+PNNf8veGvSdPbqL144WThiU7uEYXHgiEFGSvXWwlvCz5d4nErn49+WvJ/g4txtzqQqYeeOfFjwq1+Li9qBLxluqjHlwd3FhGIiPXNtWtHIkVThVZYJw28WW/q3uR7E68kEBqNoFtDdqxJqicd9N2b2muFVyyESlFKZYfrpg/92oRLI5Vqx0Mql5VtqdeppG/sfouJnhpZt2vatK5n386htuADaXzUKstQpyySNNxBLcnieCXtJlk6lgLCZU0gCit8bSIjCJxNZaARJ8G2kMpEE2RJ5TFw+mlgwgwpu1IBPiab6hiZzhxoaFJvUC27XNE4Vl029WG9opEllXK7+vbalEPXh7brm+Dr27ZvIi1dUx8vql8vahAWLZk+W0wycn1UL5kMPOA4fVUxUO38auNKrpwa604Vzq9y+zD1yzlCxk3PdVR0K3WmQrPzPZW92rn0k5+xcxknUm/V+a5q4FwHznvg/CD0VsZLzmdFq85tySQk5dixIfoaGaky8VaZUGzyGasWUqmOSpXrjfivyakRBK5JtnGSocb10HqjJLKPSPjWthq5j/bKoFciVt/YrA4Paan/gkYmQAfGpG9MyHfknOQxNnlU9tdI5bWTyD3HC6+vgvWziVjbudYTUrleOYdxIv9GkM72wZgaadal7B+JkJr7yKXrad3KOkh4DJPi0ekYqRSOWJRSt1vaF7aV5LYaMXa1CTmuiZdKt1PWJuGS+DrppnLsyJvL2PdE5XlwQBVgUsrxQoXvqUi5pz/iJyIUEa4iLvxbmZyNOHLtpvybETh/EDCJd9fHpb0f2Kd9H3u3btDDuuu9pvduvlV7/c99+/bpwZ+6QXr8Xv30h03vfeZ+3fu4dMNPPah9H9gr2m9Df3JEW/ncqh1b9932wccav/se1LvffqtuuZaOLBmBjMDFgkAeR0bgJUEAgqwzJUFCTQbkRREQUBBRk+0b6+j91RclHuXl0dYf+/dH+/rVfy3xWCx9CC+sONFpu40x2uv2e+t4HBdffJfe1/6s7d265OUZX39Uau1+vi9BWj7yv0u8NANfSG9G2v8i/0/ZpM9/9efNd/NxIhBykRgI30P4wP9j63xzzyWFQHFJjTYP9owiEBFpMx3hrb430ZAKEYXm5uYss0lmZ6c1PdNTb6pjKcUprknpdbs6Iug1Mj09pZnZKc1a5udntLAwZ5nV7Ny0etNdkz6lCk6q9UKliSKk4/YesWZ7mppDpjRt/em5KU25rbcm3ZmukM5UKYT6ukx3Ul+6dr20DoIeUvZKIR3HbqXntmZ8HVEvilqxJiUn6SakcL6byYzz3UymnfPUbFet9JxTK13G3ZVkogkirzddGpuOus55aOprbCKr7lRqZCR1R4reWMVUpXKmTlLM+HpN6t7I/ZU6s1I5LdfHSYrpStMLpaYslF33d2wfUyOpZ+KtXNS4c1h1b8mybJtljctDTRluL5ekzormtpWWrjpTtQPYthwpyqFl5Lkcu93NJvMWtk+Z2Ov4Ypjai+5Y6owcywRQz+JxVJ2hGE9hX8V0LcrOTGh6vqOpJKWmFzrqzIW6lt58kcrubKg3V1hKTblsxPXZRsBwasZ1S2+mUKob/+m1+Zmdn9bcwoxlWswNMuM1Rjv1HjnMFpp17LntHc0syPkgjjsfzqFQx34Lk5fRDXW8ZrvTPc1um9OM1/n8tnkt7NwmyrkF30fIPOWsYzaybceCjpZtvt6meevOzM0ImbWvhe0LamReO3ZsOyI7t2vnzh1JduzYrm3b5teF61a2bXf79llt20S2O4eFhTlxb8451roYi5mZKXHfzrq+YN+tzC/MCxtk27YFbd++bU1c3zGn7WsyGW+7x4Du/Pysfc5obm7WMYk7p232jWzfts3t85qZmVVEqYhQ+wO519ZzmRE4rxG4drd2O8EbXsPfm3TPvnt0k693vetO03zSY19+Qrr5Hu0z4feRd+1y/dbUpILm+wAAEABJREFUbpWtf4/yOaF2VPvTeuBDD0vXv1s/965dVtqlO953hxzB9fybEcgIZAQyAhmBU0AA4os3wXLKbqMZb3vlDbDoUJ/s55p22tDhMVmEN8jed5tEG334xT99yM+8WkLal3Ogh6CLP/xS30w2+kL3f/2e5kUf9E363WhPDOIjPz7V2EBMki9tyL+6ScIn7Qh5U7a+toqBbwQ99Fuf+KINO3wRA6FOG31ZLnkEiksegQzAaSMQESqKSI/lhsuiKNTplGKzvWvXLl1zzdW69tprdd0rv0WvetV1lt16zWtePSGv0Wu+1dffSom82jqv0u7du/VK21x77TW62j6uesWVuuqqK3Sl5apdV2rXNa/Q1ddavmWXy6t93Zav0Cvct+uaXW5z/WrkqiNt17rdcvW1V9tul675lquTYLOVNL5sl3y6tP0ux045XL1LV1t27bpKr3jFFWtypXZdfZXbG7nK7a1ccdXLdfkVlx8jL3fbjpdt186XbTsl2bZj3uTNnGXWZNCMCaVpzW2b0bzJmPntcy5NCrk+t31GczuOyPzOGc3vmNb8zqkjssP11EYfutOa27kmbp91/9z2ac2aeJu/bFZcz27vaWZbR715mSyr1Z2tUtmbG6ucHqic6qvorqjsuuz0VWlZdayq061MmhUmx0pLR7PzvSRzLnuQXqUJvBiqMDEpE5Q8StyZkrrTYfKyUA/izWRcb7bjeKWm5jrqzhSa3TblsrQU6rm/M+22hSnNWKbteyZJV9PWn5krNWP7RkrNum1uvqsF+1jYNi0Iph0mm3ZetqCdOxe0w2TWtu3zmp+fse6Ubac0bSJ52kTW3NyM5kxkzc1P237WfV2TvFJpQrLojkzgVc5JmnJOs85lfvucFrbb17Y5zZq4m7Z9d6orZMpkdg+yb2FW89vQmdeCy0mZm59TK7OQXnOzzmlWCybCdl62XciOnTu0fcf2dUF/3nrHiO3n3L65zDjO9LEyR9tEn/Of89gR8Jkn94U5YzWr7c6pkXljZBt0N5Vp9x8riQi0j23bFpIvym0LC/Ztf2u5z87ONtez8+IzaJLQ45RgRCgilH8yAucdAibrOJn38Hv2aM+eu/Tw2+9TIu4mEn36w/frYd2gd/+4NwkT7frMQ26X9r5tQ/tWPrdof+S9t4nTgOkUII/7bvGo72ToXM8IZAQyAhmBjEBGICOQETj/ECjOv5RyRhcSAkVRql5LuBpXGgwGGo1GCpN93lEriTXq9JhebSKwslAi1BGTOROP8rEPL4pCnbJUt9tVz9LpFCqRslBRhgr7D9eDeifEI6+t1FGbSKpFmcRXFUKM9MihM2bltxISjw/W1tkolcZuXRPbV0kqj8HivtoyrsYaj0frUnusraT20VBjxLYpH+c3WVbOKYoNObW5HacsOT3YK9WxFN1QVTjbcC6IRhrVQ43GAw1rS9XXEKlXNahWxaO1Q0oes62Wfb1iWXVfUx7pp21VvJRidbQsZIgfxH7HMVBdDlV3XE5I0R2o6PZV9vrODxlqVC0ay2WV3bGKslIUY+M+NpZDVc61sj8ez62de+3rVPdYZL3w2ES7hhLi9sBHWdtXrbFtu1MGy8Rg5f5we2WCkHZkVPc1HK9o6DEM+W4+ZLykoWVEfbQoSmRsPaQam5BMMlA1HqrmUdd6JHkefaFQnYTr2nNOW+V1wHU4P/In18qxx8YrieeDx0yrqvKYK7FmS8+jr4zPyJiEMfI82s/I8TaTseO3Ulu7jkoIbc1LKUYe11D9YX9dhqOBhl6Dx8rA4x5uIX23079BjMlo1PQNU9nUR44xAidjkcboPIfDVQ2dx4AXvbgdnDYV30f1JjKuhus5DO2jjVH5ngPDuvYcRKgoCoWlLErJsxIR4iciFNEI11kyAucXAo/o/g8+diSlj9+luz+zdvmZ5nv3eFxW1294TJa+9zwsmQy85+Y1/fViK5+bt9/0vvu0F1v74lTgvo/ekU/tgUeWjEBGICOQEcgIZARODYGsfc4RKM55BjmBCxqBwiSbaqmIUp1OV2XZUVGGSreXXl1IFMX6BjsiNPkTEet9bXu9RgJU3rhDnI1MhIzGYyFjb+prt6Mb/hMOfpTYFpIlTHpQCl3nF0nPBq67KvMhlrDI4kbzLFG117Q1UtQhJFxqXeQf26iVyrU1iUpVUWu8JtSrQm5To2PCpl4TiKBGTHAlj7V1TiAeD+NHIHNGJryQsYkRQYCtCeRWI1I4l8LzUXgyiqL0/BTG3OJ6JOlYp5RVxCPFRVSpLE2QJSnka0lRJ4FIktuQZo48Xs9Rm8+4zSnGGtvX2DlVrtfOo+baxN0YkftNloFRbZ0xc+a1U7kdwhMpug7ZEpf4tR3fLTg2gVdZauzd7gxMwI0McqUQP3UqiwghZRQqCqR0WSoYd7i0iHpZSu5H6vBqsXg5OKNalcddkbdnp/L6qjwHletj1xlzpUoOnMRm9mMbj5VxMfdhv03sQlFYLUaqTTxC/tUeT2UCi1Jg5LHI4w/HLDwCJEKuxZrI4zRSvh8qS23cW5HzCTHuRrhuxNchyTkdK1LtoW8mKh3duZP/UeJB+FebiteMTLqqU0v2WzkfcKxDRsm4cL2JWNutOkY8aKkgdySUrj0XQta0a4+bcTpdtzAXjuo5kn8iQhHhWv7NCJx/CDSn8vaK79aDWLvv7dLDH1p7ScbNzSO4+/aZfHv8Xt3Wnqh78gHdvkbs7XvfhlN7krby+fl0AnDvMbEefO9dMk0omVjkxR63f/hp5Z+MQEYgI3A2Eci+MwIZgYxARuDsIMC26ex4zl4vCQTCO3z20ZQSm2i26a65GhGKQJR+0GukVu3KRqlMVCC0Q6CMvWmntLYgBxTJzZE/9mFHZgRqdzXii7W6UlnYpiAHXwViR7Eu1nHdrEPiCqJursNtm4ncvy7ip2mwe7WikKqo16X2HdYSJ/SRC2I1X9br0vh1q2PrODIxZDWkR+2yEUfVMdKSIEG+UkQobFinGBPJkaitQw05QhnpuhZEk6fZpfxTu7UVub6ulSzribGbgjJNVWnkeUQcVoShPTqhslsqYSWTMSEVnSJJq1M593HyMFbtOmRRbYKqNhGYiEvXIS5l+4Kh1GOFpIRv7dJXLfFFKbfJbfQgtetHpFDtQdbG54jYc1hUO0KtOiyFx4u4PV3Tptr91YT42u2VdZJI1rDUtZerx2ICr64HimIsrRF6jANilevw+Kzt37qRyna+NxhD7XoRkcZIGR7DicVunIG9bP7Xua6PZbIu7Dxex6gnxfHrcB+6eKRcE1AYe3xVmrdKdWH7pO8Jcqkthf7NxIH8qyS1juTpdRq1tCbhOOiMxyZ41fxEYCRFRBLln4zAeYnAE3oifd/2I3ro402C3/zw7RMn+JrHb1MPxN477pV4ocYmxF7SSX+O9ZmadWz7nvftE6Qi/TfYL48FP/LhNYKRxnMnOXJGICOQEcgIZAQyAhmBjMApIODd1CloZ9WMwAYEImK9BVJu/SJXMgJbIBAR4nHrqakplZyYs16n09H09LQgdwszdRGh0Wik4XCYhPp4bDJMErou8m9GQNLmILSfRayviCOfUZtr59aMwLlBYNe7fk7vvv4x3fuOte/c017d99E7dKWk5nv43M4pvbV2feoh8RDvYx+8TZyya+RuPQLpt2dPIgS38vmGLWLtcqyb3veg85Bav3elo3zuyL8ZgYxARiAjkBHICGQEMgIXDALFBZNpTvS8RAAiho00cmyCtZtacfVc/W4Sl3xb2aT7lJrwc0oGWXmd3AO7iEiEXUQkci+iIWMg+uhHIPYQoIto+qlnuZQRaD9b2vJoLFg3tPAZFZHXDFhkOd8Q2KU7PrpPPJLbyD3iQdtd7/rIRBv9W7Wv9T3xqEm/vbo1ff/e5j6lrdrBZEPfR++wNu1ZMgIZgYxARiAjkBHICFyACFyiKWdy7xKd+DMx7IhQu3GGiNH6jzfba4/Lpcfm1tvPTIVN+1ZyMhE22kZEemwvoilPx8ekz5OxPxM6YD4pkzlM1k821qTNydZP1vekHjnjn7XDiTzKiNDKyoog8Pr9fnoxCzacvGpP6nGKDzt0KE9G8HE+y8mM4VzpnM+4Nbn5c0atNC38jQgKgRsV1hdle009S0bgYkLg6a88Ib391kQMXkzjymPJCGQEMgJnG4HsPyOQEcgIXEwIZHLvYprNczAWNs4RzWb6HITPIS9ABCIikXgQezyKC3nXEnYQeLQzLEjAwWCg1dXVdKKPtiwZgZNFoCXzIvLn08lilvUuTATSSb/jfgffhTmu8yjrnEpGICOQEcgIZAQyAhmB8x6BTO6d91N0/iYYEenEGwTf+Ztlzux8QyDiaHKP03kQei0Zw3Wv1xPS5k5bW89lRuBkEYiIdLpYL8lPDpIRyAhkBDICGYGMQEYgI5ARyAhkBM4NApncOze4XzRRIxqCjwFB8rXC9VYS0dhEnF65ld/zpZ0TZ61AWLWS8jsHf9pc2rLNZ2P5YlPDXxtjY7nRNyf0FhcXhfA4Lvro8JINXrYREYmU4WTfzMxM+o4+yojQqfyQ0/kspzKWl1o3IhJ5H3Hy5enmGHHyMSKO1T1e3Ig4XnfuywhkBDICGYGMQEbgUkZgeuFSHn0ee0YgI7ARgTP9mbDR/1m8zuTeWQT3UnDdknkRL/0GGtLmUsD4UhojJ/gg/jYKj+1eSjjksZ45BCJe+s+mM5d99pQRyAhkBDICGYGMwFlF4Pt/7Ky6P1nnWS8jkBE4TxC4gD8TMrl3nqyhCzGNiFg/2QPRtpWcjbER62z4zT7PLQKQxTyCu1Ei4twmlqNfsAiwpkg+Iq8hcMiSEcgIXNAI5OQzAhmBM43Aj/176ZY7pQv4tM6ZhiT7ywhckgjwGcBnAZ8JFygAmdy7QCfufEk7ItJbKXmsklNXmwmnsDZrP5U2/LfCKa7NpO0/UQkxuJVgu1XfZDt6pyNt3qdju9FmMp/j1c/EWomIdSI34kh90ndETF5uWT+VXCPihHG3DOQOiJ1WIjb3FZHbI47FwPAd9dviSHlUx8RFxLF+Ik7cNuHipKvHW0f04YgyoonP9aUjeaQZgYxARiAjkBHICJw0Amzm/7dD0n+us2QM8hq4VNcAnwF8Fpz0B8f5p5jJvfNvTi6ojCKajXNECBJvK+Gtp6ci/X4/vSWVN6VuJvRvFPQ2tp2t60liEsJu8nqrmIx/Uu/F1onbymn5Go10pu3afDaWk3HomyQqIWBamWynji5CfVIm/eX6mZ/HzTCdvLc362/bmK9Tldb2VMrJ9dCun7Zs+9prygvqgzUnmxHICGQEMgIZgYxARiAjkBHICGQETgGBE5J7p+Arq16CCHCKhxcg9Ho9bXyUcvK60+noVGXS/kzWyfnFymQ++GqvJ+tt22RJ/9kQYkz6vQSX4qZDniSZMsGzKUQn1Qh2k1ielNE5UiLXNvRkvW3LZUYgI5ARyAhkBDICGUVM4Y4AABAASURBVIGMwNYI5J6MQEbgwkQgk3sX5rydN1lDKEVEepspBN9mwhtQN2s/UVv7plRIQeroUyL4PB1pffDmVQRiEn+nKuQEoYZQbwV/W+VFX6t3JkpiT8qkz43t7fWkzunWW18vpmTdtBJx5PRnxNb1Vp/ydGJPjnej/WRfrjdEfLtewZt6K2cKH+YgItJbkbkv8U8bJTHbOLRtJui0EnFk3dCGPn44wUdJm/JPRiAjkBHICJxJBLKvjEBGICOQEcgIZATOIwQyuXceTcaFlgqnYthEc6KHzXPEkQ12xJH68cbF5nszwQa/PMqKoMMje7RRJ/bJCvrY8lhhW1KPaHKkvxV8tvUTlegiG/Voa4U+ckaot+2nUmLXyqRd27ZZOalHHTwR6i9WGEsrm8U+Udvpxp/0e7I+GHMr2LQ+JuttW1vSdz5Lm+fG8kznHNE8ag9+LUHGfQ7pRrmZ8HnQCv0RzT0WcXRJH/kyBvxjExFiXdFHST99EUfbRpzcdesHEj8icJXlnCCQg2YEMgIZgYxARiAjkBHICGQEMgJnG4FM7p1thC9y/xHNCzXO9DDZ2F9++eV67Wtfq9e//vV65Stfqde85jW67rrrdM0115ySXHvttcl+9+7detWrXqVXv/rVqbzyyiv1rd/6rWc69ezvBAgwt8dIXeulaGtT2xirbb+QS8Z0JvOHCId0e93rXpfuu2/7tm/T9ddfL8obb7xRN9xwwzFCfyub9U+24fe7v/u79cY3vlGveMUrBNGHMAbGEhGbvkwl4vjtkHrY44s6/rJkBDICGYGMQEYgI5ARyAhkBDICGYGLGYELity7mCfiQhwbG2iETfSZzp/TegsLC3rhhRf067/+6/qDP/gD7du3T5/97Gf1+c9/flP5whe+oC9MCHpcf/GLXxRCHcHPb//2b+tP//RPxameM5179pcRuBgQgBjjxN7c3JweffRRfe5zn9Of/Mmf6I/+6I9SnfvrdAVff/zHf5zuwa997WuJrOc0LWQicdvTgRHHJ/Iitu7ncwlfzAWfU5RZMgIZgYxARiAjkBHICGQELhwEcqYZgYzAySOQyb2TxyprbkCADTPflcUjdGykN3Sf8mXEkY06/iD2nn32WRFjdnY2+YOMQzb7jjy+6w4yohV0aMO+rff7/fQdX1dddZXoO3DgQPLb/mFMbf1ky4gjeWODj1a4jjjSH3HqdXxsJhFb+4LU2EwiYjNXp9Q26Tfixfs7peAvgXI7d+drGRGbnmgDmjOZ8+rqqhBIt/n5eV122WXasWOHXvayl2nnzp2pznUr27dvF7Jt2zZBzCNct9LqUWKPT9bS4cOH9Zd/+ZfpPufe5fMkIhhOknZM6eIk/qCP34jGB/lHNPWTMM8qGYGMQEYgI3DhIZAzzghkBDICGYGMwCWPQCb3LvklcPoARETaxHPKBjLu9D0da8kJHogFHs1905vepO/8zu/Unj179F3f9V3icb5v//Zv16kIj/e+4Q1vEL6+4zu+Iz2OC/nw1a9+9ajgEANZjv+I7FGA5YuLFgFIdO5rTudBrl933XXavXu3eET+OtcpT1a+5Vu+RQiPyCPY4QvZtWtXOqEL8Q6YkHuQc+19SNupSERD5PEZQv6QkRFN26n4yboXIwJ5TBmBjEBGICOQEcgIZAQyAhmBixOBTO5dnPN6VkfFppsAEZFO6nAyrm2j/UxIREMcfu/3fq++7/u+L30v1+tf//pE8EHQnapADGLPd3y9+c1vTiQhp/cgEtp8z/QYWr+5vMAQyOkmBHg0nhOvnG6FIHv5y18uyPYrrrhCrfC9la20bRvLyf62zr0HqYfgl4Dcf5yyo2yv23p7TXkyAqkHQUhJPthQp8ySEcgIZAQyAhmBjEBGICOQEcgIZAQuNgQyuXeaM3qpmrHZZpNMifBCCggz6sgkLlyfSCJi00cMId14JPfrX/+6+E6ur3zlK/qrv/orUZ6qcDoP2yeeeGLdx5NPPplOC/HSgMmcT7YecSTvSZuII+0RTX2y/3TqEY2fiKPL4/mKOFo34sTXx/N3vL6IE/uO2FrneL7pYw2x5qhn0ZYvHgGbiM1xpu9UhRO5Ec0Lc5aWlvT888+ne+a5554T9ybX1FvZv3+/JqXtf+aZZ5I+Ngj63/zmN4XQRwmRyEk7JCKOSpX5bxuot9K2bSz57EBWVlbEaV1ODLY2lBv18/Wlg0BEs54vnRHnkWYEMgIXOwL8ey3i6H9vXuxjzuPLCJwrBHLcjMD5jkAm9873GTqP8uM/IBA24GyeSY1HZ2+55Zb0fVmclIEsY6NOiS6C3ukIp3jw0woED3Vibyb0TUqrQxu2rXDd5kUMcmuvKU9HWt+Uk/Ybryf7zrc6OJyqRMSm5GzEybdvFRN8IiJ9NyKPiG6ll9vPHgKsX0g+7vlTiRLRzD9zuFHwSVvrj+uIEN+3xylgYrXCZ0pEtKqJ2EQfmby/uadbiQhx4pBThrzZl+8KxEFEpLVKPculiQCfIxDVl+bo86gzAhmBlwiBlzQMn2l8tr2kQXOwjEBGICOQETgvESjOy6xyUuc1AmzMI0JssNlQf+lLX0rfw8U1ibOxZlNO/XQlItKLLyKaUmf4pyUP2u/5OsPus7szgEBEJDIHApn/eI1oyJmIY8szEC672IAA5Bn3dESke1Fn6YfPE+5DhLmGcEf4bCEH+tvQEZFyae9fiMeWFIQYRPjswQZyj/rBgwfTOlL+ueQRgOjl9Oj5AUTOIiOQEcgIvHgE+Ezjs+3Fe7p0PXzuc59TloxBXgN5DUyugQv1EzGTexfqzJ2DvCMiRWXTzaaZjT+PzNIIocf3aPGSCtppo4yIdFoG/VORiEjkIRt+Hq/D3/GEzfzGftpaIRf6uY6ItNmHGOCa9ogjeUY09Yiga10iIo0l4ujyVMY1qdsSFBvLSR3qEUfHizhyvZ7chkrEEZ2Is1ffEPakLyNCjDsixDy00o5X/mFu0IGwgcBx06a/EZEIH2xPJBENFhv1Ipr2iPOsPMV8tMVPxKmPC4yYA7CPiOSZ61Q5zh90kFYlIo65b+hDB4mIdGqPuSZmKxGN3aQu+psJJCBCH+uFjQ7fE8i6euqpp9JnSUTgKssljADf+QiBzKPglzAMeegZgYzARYIAn2V8pvHZdpEM6ZwM43u+53uUJWOQ10BeA5Nr4Jx8GJ2BoJncOwMgnmsXL1V8Ns4Im2820pyu+fKXv6zrr78+kSv0TU1NpY06hACE39zcnHhcgPZTEWzY7HNi64UXXhDf03U84fu9kPY7v7BppW3jxQDoUNLWPj5Mnq0Qt5W2rS3bdsrZ2VmdqoDFycj8/Lwm9bZt26bNBCJ1K9kqN3xvZfNStTM28kDAshXWBzm0Y6XOOOiftMFuUtA5GcFPqzdZb9vakr4LUVinYLiZ0HeqY4Ik47OFe5l7BZJ9eXlZbCQg3Sk3CjqTsrF/8rrVw/eOHTu0Y02Y962EtbF9+/b0Ip9Wn2vasaFOOy/R4BqCj1MNfF4xliwZgVe96lXpuyH5DtbFxcX0P3oyKhmBjEBG4EJBgP/W5rOLzzD+W5bPtAsl95xnRiAjcOYQyJ4yApshkMm9zVDJbZsiwH9Q0AG5Rx2SjE0+p/fYXEc0J2MgFyBjIBTYVKNP22YCgdAKJEIrbMyvvvpq7d69O5GHr3vd67SVvPa1rxXC92vdeOONQiAcW7nhhhuSD67bOuV3fMd3pC/cnySKyLu9JgfIghMJYz+RDv2nqwdZsZm0p5MgMDbKzp07tZkcz2ajj5O9xuepCP+HmUcmwRqMeVsq8/zqV786zR0vaeE/Vq+55hqRA2PHBsJmM8EefyeSk9U7kZ/zuZ8xbiWnmvcrXvGKdP9dd911os5cnGie0TkZwU+rR517jvVAeSJBDyK2Lakj7TWn9fjc4bQun1OcbDh06FA6vcc1n2FZLl0E+PcQ/65gzfBipc9//vP5caz8SFpeA3kNXDBrgM8sPrv4DOOzjM+043yi566MQEYgI5ARuIQQyOTeJTTZL3aokHQRITbO1Nk0c/oGQo56xJHHXYlFOxLRtLOx3ijotRIRRz2+xyYd4o//gOE/XrYSSESEk0noImz0W9l4TTtt+MM/Y5mUiEiPjHJysBVyORdC/I2YtdcRkU5MTube1hnbZsIYWp1zVco/jIH5gsB985vfrL/39/6e3v3ud+vHfuzH9OM//uN6z3veo5/8yZ/UW9/61nRKizWHzWbCOMDpZITxtzKp37a15WTfhVIn9zOZK7hy/7KOqJ+M70k96pOy0b7to53cEeonK15G6TeieayXzwCEdUUHXx/AqUA+o/gfEBHN5wt9WTIC/A8DNsa87X3yMYxLs54fxcnzntfAhbIG+Mzis4vPsPxJnhHICGQEMgIZgUkEMrk3iUaunxQCbMp5XJYNM4/pHT58eP1tuREhNtURkU7KtBt1bE5VsOV0II/yYRsRKb/NCB5O6bQCEbSZcMoQW/LjkWL0IS4gFRDiUSLEQyIiEY4psP9gPyn44Npdm/5GNPYRTbmp0obGiEY3oinJqxVya2Uyv4hGN6IpN7hcv4xo+iPOXEkepyIkwxiuuuoqvfGNb0zk3ac+9Sn9u3/375L823/7b/Wv//W/1q/+6q+KU3s33XSTOM0HzhGxTrziAznZ2BGh9icijiJGNfETEUf1naz/c60XEWmtRhxb6jR+GA9m3COs86qq0j19vDpz1Aq2EU0u+EJYx21JHR38QSIi2NJPe0RjG9GUtEc09cn+tn2yjZzxxWcH9/03vvEN8RgTOlkyAhmBjEBGICOQEcgIZAQyAhmBjMDFhkBxsQ0oj+fsIhARifjgDZRsltmYI2zUEQTCRWfoB5KOzTlkYrtR5zTOqQhEXqtPHWHjHxHpZQ5nKNXs5iQRAHuInFtuuUU8ivvpT39afC8a64hTlZy+Yh3x2Mlv/MZvaNeuXXrb296WvncQ0uYkw2S1F4kA88H9R4lQP12BUEe49yhbwR/1U001IpJJRKTPIz5zENYNQp21EhEiJp9X/I8C1p7yT0YgI5ARyAhkBDICGYGMQEYgI3BGEMhOzh8EMrl3/szFBZEJG3HkmWeeEYQbm36uOT3Tbqqpn4nBsBFnYw65x6N1xOOkIPXNhD6EPkqkrVMik20QfuR+JnLNPk4eAYgXhO9x47v1+I445pr1g7B+eFyaNr6Xje9GhKjhGjn5SFnzxSDAvY1AwJ2soL+V4IP7jXJS0D+dPCMineJkLbFmENZPREPas2bkH9YM9z4E3+nGspv8mxHICGQEMgIZgYzA6SOQLTMCGYGMQEbgLCOQyb2zDPDF5p4TV2zMn376aUGUsVln88wGmz4219Rb4boVNt8bpe3bWKKHXwg4NuYQfNQpOcFH26TQRl8r6NLW6pBrK5w4ZKNPyViITby2pL6ZMJcRsemjj+R6NmSrmLQjZyPmqfgkh4jNMYnYvB1smZf/8l/+i/6Dudj4AAAQAElEQVTyL/9S//gf/2P93b/7d9PLTSDzIGW+/du/XT/yIz+iu+66SxDJv/RLvyTmlNzaeYrY3H/EuW0HE/KESHophZhbCTltJdi0fRGRTsKBMfczJKv8A/bc69wvCOOatLNK+qV9M8EWHwj3KKQ9fmhHsMEBcbcS1k1ErOeHnvyDLRIR6esB+M49cuczKCLS21C535966qn0pl/ibZa7XeXfjEBG4JwjkBPICGQEMgIZgYxARiAjkBE4HQSK0zHKNpcuAmzK9+/fLzbL7QaZTTYkAKQMG2rQYbONoNMK7ZNC++QGn013K9giXEMGQAa15NyplthC9OGHEqHOWMiBnCJOjxCCcEDA4GwIeE765bqVyfZzVSeXU40N3sw7j+I+8MAD+shHPpJOYL3+9a9Pb2flpN73fu/3oiYIwPvvv1/PP/98um7/gDnSxqZ+Pkmb10tZMv6N8WhDWtxY7620bfRHRCLN2rrWfiIi1bBhzhDuSYT7B7JuUjZro592bDcTfCMpkP9ExKYEesRE+1qdfJF2HeKHa8g9SD7a+RyxW73wwgvivqef6ywZgYxARiAjkBHICGQEMgIZgYxARuBiQSCTexfLTL5E44A8+Ku/+qv0SC4bacKygWYzzTUl35vGixBOJDt37hQntS6//HJNCo9p0r5jxw7Nz8+LTXpLHkIgIlyfSNr+Vp/c2joleS4sLIg8EOJRnopcdtllamVyDGeqDg6TvrhuZbL9XNXJ5VRjg/O3fMu3COyZg69//ev6tV/7NX3sYx/T//yf/1Nf/OIX9Yu/+It6+OGHxffu8UY4dFuciYlMxmXNnE8ymdtLVWf8G2NdccUVQsCQF5jwKHQrXNNOf2sLxu36p97KDt+L27dvT997SMl8cG+erKCPbNu2Lb1ABR9tHd/EbGOdTIn+pOCPXLiv+YyCfOSziZLPJdp48c83v/lNQfbTlyUjkBHICGQEMgIZgYxARiAjkBG4eBC41EeSyb1LfQWcwvjZJHPy5Wtf+5o4gdOeiMEFm2dO83EqDhKNjTzEDZtuBDKGkg05Jdds6tmQc02dzT7tlAj2bNYpOW0DWQfRh9DOixcgFmlv+2mnjRzwTR8yOzubiAlsqOOTfuJCJpADJQLZQXxyoZ2caaOkn3YEnbYNcoQxQ67Qhl9s0MEGPwh1dCjRww/tCDlhRzs6tKGHDiX+iME1gh5EDXbER7BD6GsFW9rIhTbqEDutD+zQQehH0OWaPvKgjfjkhz150E+91eUaaXWpI1wTC3t8tTb4RsiFcaDH/Fx33XWJ7KWNfmJR4gNBD1+U+MIn7egg1OmjJLdJnbadcZAbOvRzjR+ENvTwhT19CG3YtPrUEfRpo44NeujTznXbTp0+2hHqCHX0IdqIRxs27TW+yQsdxk0dG/Soo0dfK9jSj7Rt6FJHn36uidXqcE07/tt2+pDWhnbqzEcr2OG3LenHD23o0N6W2NPH/Ucbwj1IezvG1p42fHBNvfWDHuu9tWtLPhPazyFO9kLkcR3RnPbjswui74knnlh/4y/9WTICGYGMQEYgI5ARuOQQyAPOCGQEMgIXJQKZ3Lsop/XMD4rNMWQeb5w8dOiQ2ChzTST6IPU4EUMdApDvs2ODzSk/TmZ94xvfSG9E/R//43/oq1/9qmhD+O4+yMKvfOUrovzyl78sdBG+a42TNnwvGyW6nOTC53PPPZe+i418qE8Kj9+h/xd/8Rei5DFifBMXW757C6GO0E586vh//PHHBQlAO21tHza0kQ/t1PGPb3SQxx57TIyR+qOPPprGiS62CLbkxTiJBQbEwgZfjBtbrtGhjnBNXm0bPvH1hS98QdRpxw9t6JIb8SjJg7zwTTxOx/3xH/9xssM3OtjTzzV+8Nm244dr4mNLDPyQP33YILQj2JNX6xMd2v78z/9c6OEXf9iTGyf1KNFnjskVPewoaafENzZtnvihjzZK8qPEB/6/9KUviWts0cEf160eZSvMIWOiJE6bLzbYUxKPPMGX/j/90z9NJw2xI17rmz6uKRHqbR++sScu65ux0E8b+RKDeNgRk5J27MkNDIlHO77wQx92jBF/2FHHL+3o4h99fLftxKedNvRoJxb44ZM+SuYcH/hG0EeHONiRAyV9tOEHffJEjzjkjh+uv/71p9PaI8evf/3r6XMBG3yghw4l/tAhb/ppp+R+xiePdfO4Nm18DvAZxOO/kHt8BvE4MKR/RKT/GcFnE58TfC5t/J8TfI5lyQhkBDICRyOQrzICGYGMQEYgI5ARyAhcOAhkcu/Cmatzlimb4pbIYwMOccfGmYTYPHNSjlN7ESE211zTzyks2iH9sGNDzsacTTvECAQTJAACiQAxAKFALIQN+p/92Z8ln9hhD/HzJ3/yJ4Ig27dvnz73uc/pj/7oj0SdGG1OkAJs/IlNiS2+iQUZgC5kA2QJupz4Y8MPSUA/JxF5Oy+CDTHIpSUyqJNviw1kJ4QW1/iBYMQver//+78vxtuSWJAj6GFDvpAXxCFHbIgHiUR+2OCD8TJu9BgT2IIJWIIVY8SWOOgzLrCh/PznP59ITmzBFHIDIpFrSBTywf+nPvUpffaznxXjwA/zA97kyZjAiHbIEzCCmCGnP/zDPxQxyJWY1BkTsYjDqSr8gAlt5Mp8gwt4UqefHGhjzbB+OLmF7h/8wR+I8ULmoA8+tJEfscj5kUceEZix/sADYb5Zn+jjG1vyYq0wRogs7PFFTHDlVBl95Ekb+DJWMPqd3/kd4QMbxgkWzAH3A/mBx+/93u+lPCCRsCEHxkdcyCnsmRP8gj+n0PDRtoNRG5c2/IABOTCv+GM+ONHGfOAH/FmL+GM+qbMWJoX1Dj74JB64cBqONUYbuWPLfJE3JfmCHbHphzzDhjjME3NGH9esKXyhRyz68Aum5Amu5MPYq6pOL0fhfxKwlhgf8YjLGBk/p/o4pYcOfpn7iEiEfosJ/hAwoY0xIdy73F+Mk3XEPdYK8bDhMyoi2uYXV2brjEBGICOQEcgIZAQyAhmBjEBGICNwjhHI5N45noALITwb5Yjm9AsEAEQPG+iISF98zxjY4NPO47BcQz7wCN6uXbvEixL++l//67r55pv15je/OX3PHnoQBRAVESEIAMiDqqp09dVXp+/Bu+aaa1I7L1fgO9pe85rXiEc1iU1OO3bsEKQBfiBJXv3qV6fv8yImj+t993d/t77t275NvHkVn+SHHQRQmy+bfB77g0h45Stfmb6fDH/f+q3fKh4PvfHGG1Mu2BGDPMmR/HnclxzQ3717t6699loRk1iUED7Ewje65IQd+fO4I7bXX399+k7B1772tXr961+v7/u+70txiYctMSEsiIs/YvF4J+Pi+lWvelXSf8Mb3iAEIg1bYlCn5LHNiBC62IEHuL3uda9L4+WafIjFY5nkSRxwQY9xMYbv+Z7v0Y4dOxKe3/md3ynmlHlBh3kkLv2MEYyIxyO3b3zjG9O8MX/M6Z49e0QbawTyBXKMMZIvsVk3YAgmzDfzih/m9fu///v11/7aX0vzCibYEZMxkgd4XnfddbrOgn9KfPGSDsYOdsShj3yxISZY4B97xsSYsaNk3ZIzmJAvuJMPWO32vOMPDLnGH2MkFmv9b/7Nv6lbbrlFP/RDP6Qf+IEfEHmy5iCvKG+44YY0L6xH8gFnxos9GGHHvBKPNcR8YkcurFHaEOKSAzGI9zf+xt8Qsffu3SsETMEZW/TB7vbbb08ncLFlbsAVW2K+9a1v1Q//8A8LTMiNMTOvb/b9iy1rA+xZB2CLHuuBOQMjxkKufBaABzgRmz7mi7Xxgz/4g2m9g/1b3vKWdN9jByGIYAO2xGGOiMF9RW7YEg9c8MtnB+NCH13iQjiyLiOCy/Q4Lp8BEJCQfBFNe+rMfzICGYGMQEYgI5ARyAhkBDICGYGMwBlC4Fy4Kc5F0BzzwkMgojk1w2mYiBAbbvkHEoeTNhAHEZG+145NPRtxTtuwSef0DyeMOO3EKR1IAkgMNtoQBZR2lX4hLehno047m/Nf/uVfTqfJsOeED/0IRAJECPEgwiAwIAfIiXw+85nP6KGHHhKnujhJRB9kzXd913cJYgSChXGQK0QAhA8ngDh59OlPfzqdYuOUFzlDgEA2QPZRcg3hgUDYYM94eSkEJ8E++clPilNH5EZciEMIIsglyAhyZeyME4w4Nfff//t/F3HJlfFBTGED8YJdRKyTQ/jgdBmnsR588EF94hOfSCcY8YVf7CBNWnzAlbESDyKEXMGVk1ScsCI/yCHImreYaPk7f+fvCHvwZ6wI42CS/tt/+2/6rd/6Lf3Kr/yKyBW86SMWhBI+IH+wIRfmETKFU22/8Ru/od/8zd8Up+AgjcgJLCDtbrrppkQetnZgCxnU5sqJOfABW06MkRs5Q0hREjMixBixZU54KQcn8Vg7jJU187a3vS0RzX/7b//tRLqBLTEZG8QQ65n8OJ3GXBLzt3/7twVuzCcE2k/+5E+muSAH5gp7+rjmpB5jxR6cmFtKxk3e4EUs1hu4MDfUIyK9TAR91t3v/u7vppeKcP+QN8RWRKQXuLC+IbbAFuw5ZccaQMCYdY/8+q//esKbdQ15S2zWDidUWSuQp/hqT0HSB4HP/cSJOU6TYsO4mAviQEKTP+2cGkTIH9w5oRgRAgv8R4SIBaEH8Uau3I/MB/MK1qwB8OLEYUTzPxEYF/4hnbEBA+YAG+aVe5L1wIlMcqONUv4hVhufexB7fLU+OR1JTlbNvxmBjEBGICOQEcgIZATOJQI5dkYgI5AROGMIFGfMU3Z00SLA5hhig8fZ2OBzzWa5FTbcEZEenYTogCDg9BPkDQQU5AEba+wo2eRDaLABh4SBAKKEHGjJBogI+hE2//RFhPBPnRhtiV8INvRoxxaflBEh8iBX4kJaQAJgQy7YQAoRB30mEYIH0oV+yAd0aaNkPAh1SCnGxli4joh0Egr/LU60I+AHIQHZ0ObNmIlDXGIRG5ICXWwQ6gh5o8P4GQsldoyNsdIGaYFP+tClj1zp41QZsRgngg191PGPDthhRx0yiHzx146FPkisiBC5gQ34MR5Kxs2pKOyoo4MNMVr8aCMPYkY0fmjDF1jiB0GHduKRF2MCHwgjciN3fOOHcdJOHGzJn7kmr4hYP12KDuQ0JfYQPNjig3hgTEwIJepgREzyop88IkIQXJCa2KOHDj4hrCG5yBW/CHbgQQz80IdgA7b0kytriHaEdvyCO7gQB+KL3CGkyRF/jI+YrAN84It2cqGOkANCPGwZA+udsUFCQhpSJy75QeyxRhkjQizmDmwZGyQ9RDBxyRO8iQnpTn7ExAZ9fJIb/cSAdMMHbawPSHTmEnzIOSLSSV10GQ/jhnhl7dJG7twf5EXJNXEQsECPNnIiN9YBObFOImL9f0iAB+MEY+WfSxYB1iyP5kNsQzZn+Vz6mouMw/mKQ84rr81mDfCZxWcXn2GX7Af4fyD1vQAAEABJREFUSzrwp/XAO/eI/2neyu0ffvolzeCsBHvyAd2+Z49OZSxPf/h243C7HnjyrGR0Ek6Zixcf/5H37tHdnzmJcKis4XT03JPH0Wti3d9n7jZGR/rW2/HVyqY+3blVu7ukR3S356vNY897H0mt+c+JEWCPcWKti0ejuHiGkkdyNhGADGFTDeHA5p2Ncyts0CNCbNrbzTX6nJJjk40+JAWbfTba9FFyAo4NP4/tQahAlkHmsNln8w8JgQ5EIWQCj0my2efEErqQimzyIQLwAfHAxp3NPbqcyKNE6IcAJGfigxX+accHhAYkBKfkEIgCiEYeH4TMID/s8N/aYo8tpCe+OdWHPjkTk7zxBXEDDtgzXvKHrIFMgZjgEUzGBdGCLSU64AkWYEodPPmAAkvGzsk+csOGcfBIKXmQNyeuiBcR6bFf4mODkDen7DiZhw98Q8owFsg5TpfxH47MGxgy7xAtXBMDbLDHlvhcM27GQr4QLeRBDvhkrDx+ii9iYosdGIEP9hCTxGbu8AM2EGiMq9UHT+xoIw9isk7AH3vGhQ+umSNiEYO4YIc9+fEfxBBLrBdOhGHHumYNgA85IYyPE57gi3BNCQ6crGNNsPaw5fviwL1dA+TZCm30YU/u5AE+YEOuESF0GA/+yZn42DN2SDnwYI4YC+sBW8g5cGCcrB/ssW1jYI8/4tLHOgQH7jHGwOlE8uAkK37xwZxxj4AF80A/NvQzN+ADbpyUxG/bx33BusHHVVddlR6xpY/7lFw5Ycc6Z5y0QfJBrjEf+OS+ACPiUYIr42OsYMG4aCc31j95ggfzQzzWEPPBZwy2kIHUyYs1wngZD8J8EZd7iXbWykUjeSAnRIDPRT7fWD+sUR575ysHsnyPMgYZg7wGzv81wGcWn118hvFZxmfaCT/4ssJpIgCJc5vufdzmb79P+/Y9qHdfLz32wduOkGKJzLnb1It18u9FhoDn/5/cq8euf7ce3LdP972duf9pk5u7dMveG3TDTz3oNXGf9nrUD7+HNWD9Dz3sq726b22tPPyejWSkdTb1uVW7/OO+d96lh7XXfvdp3wf2au/bblL+OTEC7EHf//73p6eITqx9cWhkcu/imMezOgo2xJAnbMLZMLMhjoj06B1kCpt+NuGQOmyqOenz8Y9/XDzSyOYa0oyNPP8Bwsackg0/p2rYYLMZh3jAnkcBuRHblzOgiy3+iUMu8g850E7Jpp447X/o8FijVdLjmfjEBlIgojnF1eYTEYI04RQPBACP+fHl/ORFToyF+BCRxEaXEt8RIR7zJFeIHv4Di1gQReSCDlhhSwmhQA4I/nl8EcKDRzUhhiBhIHEgPojJeNvxtSXt/B9bSBQeNyU+YwMDSmJDrkDkQcYRC2E+ePEF4yRXSB1yBHtsyRV9YkOgoM880caYIaDIlUeOyRts2pwYV0RzAo+cIWGZD+x4OQK5Eg9siUM7+KNLzsQHo7YNYgrihXXFY5g8Zsq4IZvQYzzgSXzmjDbmnXYIO4hmiB8eieUaHcZDiQ1xEK4psSMv1ipkEo9yYw+hRFxyQY86Y6Vk7WLPPcG8M388aspjsNwjEE2Qacwn4yVH4jBeYmHPOoO8hFzkXsEPtsSCfCNn/uOdcROTduIzPk4vMJfgCsbkSz6MDx30KZlfpLUlD3RZA+QAbtRpa68ZLznii7lp7ckTfCBGWQPYoMv48M/4WNfEQLhP8MmLaMCJNcR8YMP6RJ+cWWfoI8Qkd2LxqDhtxGIs6BKHfvSwZw0xBvSQX/3VX03fqwfOkIeUxGYdo8t4GBtCrrTThi/aslwaCPDvGD7r+MzlPouIS2PgeZQZgYzARYFARIjPLj7D+CzjM+2iGNj5OIgnP6mHWmLvfZApu3THR1uC7349ArH3Hsich3UXp6o4TZVOX0HorJ20os1ja069tSe6IILc6F9Oka2fxrKPyZNejQ2+rMgv8azDabumr/XX6kACcRrvgYlTXm2fHazZE+/2n3/UDUd+j85js/xu1/1fPqJP7egcWps2h6fV+Gzaj9Y9klOj045jkxN1Cc+1/nferyNZN3EYC9LidnScJvbRp97u1kMk38oEJnve+YCOdyZz92tusNVu7b5W2vWuj+gj79rl65t050/R/oSeeJL1YfJt3z26SbsSAWiF4/5O+pxUPKr9M/cngnnvB/BrrZvv0T03u8y/J0SAfSVf33Tfffelr8s6ocFFoLAVuXcRDC0P4UwgwOYXIgjiAX8RRzZCbIrZcLPBjmhO7rFx5yQN3wUHOQZBwUklNvuc+IEIYaOPPzbX2EMWQUzxHyu0UedmhFiATGCzjw1EEWQaJ8loxx/6xIkIcTqMDT2ng97ylreI71SjDyIEW/SxQ9jcQywwNk6ukTengyJCkAf44sMAsoucv/rVr6YPBeIj+GD8kC/YE4f8OS1FThA8vNQAoouxYs8YyB0bMEOoQ3hAbuIP7MAcQoOXBvAvLNr5jzcIFfCCsCBv7MiDsaEDgQGphC90IUTIg5iQQuRF7uiTDwQaOeEHe4hB5pgTWdhyOgsMyQms8Ik9NvigxAftYMt/ZEZEeqkIfhjfm970JnESkRiPP/640Gc+IYrAFfIGX/hg7iDuWDO8WGRxcVE7duxIL3XADkIMwRZSi3o7DkrGQK6Mgxc/gDtjZ37AFAINHNu42OMLIT7rjZNj+OGUGX6YH/Amf8gqMGTckJ2MGTsEHTBifrAnJrmgw/hYB/yHOPbMGbrYsA4pW6Gf9RcR4jsImQfiMQ7GwzixIRfypQ8hB/qIxRyBMSVjpQR7xoB/CDLuMdYQL6cgZ+yxbeOBN/cNcaljB4HGuBgH64w+fLO2GCdjAktiEp9+8sQuIvT2t789PdJMnmBAPvSTG7HRJw/6wIO8WIPMCeuEcSPEZF4oyQ0bMKCPOmsPgpS4lLRzPyG09Xo9sTbJGSyYL4Q1gm2WixcB1haf9aypi3eUeWQZgYzApYIAn2V8pvHZdqmM+SUd5xOP6jEHPPqU1C7tfo0bZTJn9z3pNJe0tzlRlQhA+ecx3fsOTlq5yq8JpNs++NjESS+TgRBJJq7u/7jW2vfpwQ/cpzsnSJtdb71VNziDhz7VUE6PfAIica/ufOsn9dP2t/cDEEn7nIPj/ZMjxNRjH7xXou8DnClz38/zCKfJxkRE7k253qmH7VnNj/O76+M36N0f26fmdKLzg5RM7VZJpxbvlD4OGr7m132bjok+C6cb7/LYXJU8zk3zdfvxxi9TbQ/8k4d068eace772Rv1BGSrnT7y3tv06E+ste+7T0on5x7R/R/cncbH/7zel0g2U3vvvUsJj33o3+px2AG/jn/7h25Mp/LQf3DvQ/rpox65hqy7T3sfv1e3mVS97YMyRmsEG/ZJiGlc3n6n7rg2Naz9eVqffNjt19+qW45q38rnFu3kmOZNevg9DcnZEplrgXJxAgTYT7Onv1QIvkzunWBB5G6JTTGbZjbA4NFugtkgs+mHjGDTz0Yaog6CgDY26Gz22YCzkYfgQ/CBDhtrCBA23BAp+MM3fWzeIS+ICWkF8dNKxBGCkZitQARBCGAHMcHJKAgi4uGD2BHNKTP0iEs8SD18QMAQj7wgACAP8EMbuowJH62QD3VOaFHn1BolvokLeQAhgy1xGBe+2jp5QWaBGYQcJQQZeENIQHZAnGBPHPTbOj6whVSkHXtiQ8yRJ3HAnRNskDj4xJYYrS/GiB7t+IHw4T8S2zkhB+aQa9qxa/1gg5AHJbGxxz/kD23E5cQg5A111ghzjB/6J0vq4IcOAlFKLOYCm4hI350X0ZSMPSLSSS1y4Bp8wYE8eIyUtogQ6wEdxgtW+GzjExehHR3WEGPFB75YN8wJZDPrBLKUPnzhg5gIOGJPO6fGwAFiuM0BHTDGN23ogwlzhTBW2siD8aMPyYk/4kQ0YyUf8uVxVAhQHsmFzOakIY/X8uZaSh7X5cUmEKuUPGoFUYY+65VciMfYmF/q+OZxH3xAbqLLNXkwNvKkhJAjPvcMWLz+9a8XPhkD/YyBkrFSxze2YEKexCEGxC/rBmGM6NJHiQ1tYAT2+MKeOWBu8Y9ORKi1oeRzCuzAGH1889mDH3DDjj5yZTNESTsSEYTOchEjwGca/665iIeYh5YReAkQyCHOJwT4TOOz7XzKKedyhLDbZ8JvnZSbPOn1+EP6pHb7H6XHfPfsuVtP3HyTOAu2jt+1d+hOHgV9+JOmuR7RQ5Blb79Vuz/1UCLmWrInkWiPP2q6cc3y+nc3JOHNd4rHiFPrkyYjXbnhp+7UTS5v+vF3mzh0xb9Nfo/p3ndAHq09hvzlJ/T5rzzhXpN+P54s1k6oucm/jc1e3blxTO338TkHHmWFYNsy32tPMH6P6FFNkGPX3qJbr3dwo/HEl4+QXXv2QKR6fE9yiu6JdIryCAH2tJ748l7duk6a3qRbjSleBHm7RtxxmAKy8jGPO/Wt/Xn6w/ebBl27kDFaJ1GfXvsuRmKb3j3qMVn6wPEGvftn7zh6Tu1qK5+btnsN/Fw6GWhfayRnPrVnEE/xF4KPgz8QfOzRT9H8glLP5N4FNV0vXbJsgonGppybgA0ydYiRdlMNacKmmY09pAibZoiNL3zhC+nlGtQhuDipA0kFSYPfiEgvZMAXhBoEBrEgwrCBeMA3G2/a2bRTb+Oy6acdX5ALtEO6sFmPaE7eQexBLEHQYYsNm/6IJja5sqHHB/Eo6Ye4gPDAF6cPIbfILyLSF/JjQz6UxMUWAgH/kDlf+cpX0sk/xow92OG3tcGX/BPR5BER6Q3D5IO/iObtoowLvDiRBGFBXyvEJiY5IxBh5EE/hAvEKMQUJBvkDvoOmR6jRqe9Jmf8gA9ECHatH3LmGgzBgmtioR8R6cUm1PGLn9YnbeixVsiBcTBm/KIHDhGhiEikDHatYIsO1+ixPmij5EQkfmjHPxIRhE++8A+pii25Eh9diDLWJ/gi9NOOX4RrhDacgQXCesWWOeBEGuuAueXkH3OKfsSR+PgiJ3IgDjrkBK5gDgkO0U2deAjzRoktZUQkspI8GDNrkXXNnKLDmNADB2KwTjlBB5nHd/Mx3winTiHnWtIPQg1CjHuNMiLEeJgbxsk8RURa3/hlbOhyT0Ostf3EZ364p2kjL0g3cmVjAe7kiX1Egw2YYBMR4p6AYJR/uL8ZH3hM2qDPGBH8Qa5zX5EPbcTCljkijl2l+acPYVz0U8cOffzwORXR5NTmw7ySA7rkQexW8JvlRSJwHpqzNrivz8PUckoZgYxARuC0EOAzjc+20zLORsdHYPeNiQB7+BOcfGtVIYuom5g66kQWbacqN+keTpOlE3YPbyClGl83vW2vBBH44YcSyXTkFOERsodTZ5BoNzUmp/l378SJt33a99E7dKXO5M9m+Z54/FtnsPfofPd9JJ2c43FZ8Lj1ExCV7WO52vLnhvS9eR4v84CYjD2i3JzKW9f5mAlRk0SrFXIAABAASURBVIH3p5dxcNKusXvQ5BtEa0socqrw3scZb5PTEX/UtvK5RfsvP5BOaQpiMZGvJx4TUbJsjQD/zb9174Xfk8m9C38Oz8oI2OTimA09BACbYzbU3BARDYEG4cdGGfIEogF9NtyQQZAEkAcQHOjQ1/pkw81/iHANmdfGYBPORv8HfuAHBGlBnY03tviLaMgP6vSRC+QJ/jlJBPEC2QDx8PrXv17830zyQZ+SeBGRyAD0aIPAwA9jYHyQM/ThA5a/jU889MklIhIRgj668g/9nICCjAOLm2++WT/8wz+c3v7p7nXSJqIZA/qtb0gS7MALbGjnpBX+IGi4Rj8icJWIUdrQZezkAOETEel7BiEsOLl166236vu///vTi06YB8aPPratP0oEogk7+phr9BgfZExEc/otItK48YMNuvIPvplDcsDOTQljiKR3vOMduu222wSe9LU2bRkRaTz4RMCYuNSZE9bCddddpx/90R9N3zFDDOaL+Mwr19jQFtHgExHpJBkxIL0gulgPYMm6Q8CMGK2QM3X8EBdyjrUBLjz2Ap4QbcRlHJB+6BMDwZ58aEcHPPgPbuYWfWIzF5xYIzY5IMTDT1sydmzRgdSFrMM/7ZToQUr96Z/+qfiOOb6vD+G77T796U/rE5/4hPgex0996lOp/OQnP5na+H4+vsPwt37rt8T9zL3GvQfpyLjInzwhMBkDOSCsCe4J7rOIEHbYowN5xr3OI9LkRM7kiC/GhD/0sY9oyD3mkn4ekeb7I9EDN9oYGzbMZ0SkE8OMmzyIhS8IZ/xh0+q1PrhGn1xoA3/a8Mk4uF9oxw/xGAP/QwF/bd60Z7l4EWD+I5rPiYt3lHlkGYGMwKWEQETz31GX0phfsrFe25yc08fvUvN20kd0957bxAs22hNwTS6cGmtqm/1NBJ2pufs/zOO1DYkjHtfUA3oAoujme9JLEjaz1c23ai/Ezgcflq5vTuS1j+veO3mK7MOTBOQmntZPyd2fXv7xyM/fa6+NXpvfXTyKm5oe0QPOddd1u331mO5de6z3/g8+5uvmt7U5ZkybEJ5b5vvkica/WzfqIX2yPQ3ISb7Hib9Lu1/zsJrYXB8rN72Px5WZl0b3IXBOak+LU3+pavJWH2zwSNdb/GlP8z29dmJSRvDud7aPQa89frtmy3cI3vXxvSYeNyP2tP5zrM+m65j2y+/QRyAVU/de+71HN7W4Kf+cLALsg9gT3XXXXelQzcnaXYh6xQWQdE7xHCIwGo3E6Tc2wJAWrUBMQAKxWYLciQhBanGqhw0zxASn59CbTJ9NNBtuSA8IOer4ZGPP5ptNON+/RcyISGQSNgi6rUREOh0Y0RBPEDKQDuQAqQfpwEsOIhofbPC19kMs8iJ/7CAuGANtkEU8+kc8yELsyI9xrpmngn506YPUIC/qjJ0+4n/hC19Ib+ehn7aISKQXvrCNaK7BgrFDRkA4QGZgz6klyIqISCfliJGCr/2JiISP/ENsF+mXcXCSCsIQP8QmJuNuSRH0I5r45AIGtJErJbrkxUs7eNkEjvET0di01+AWESkP8iMOQjtEDC/S4LFccsIf48GPJn4iIl1FNHOJLbrkAInFaSzWEhhtJuixTolPSSwwpJ1HmxHIOvCEQIWwY+5T0E3+YE9MHhMmXzD4vd/7PbEuiR/RrL0WM2KxThg3MSMaYioi0r9A6MeeF27wohj8kwM4Y9MKuKBLSvghHmuZcYEJJUIdHXLBlnsGop2S8TM28uYaf9SZC2zIk/lGB11wIReEtUdM/o8nj3P/7u/+rhDWMYQZnwGsD0hB1haEJWuWXMGKcZEPcZCIZt3il7jE4gQeRC9jpy0ihF98RERaR1wzNnKn5LsRIXmJjX9wooxo/LfX8g9+iQNO6PN5gJ8WC+IQ16qJqOT+oI3rLBmBjEBGICOQEcgIZAQmEWhIIrdA8KXHP5W+I695mYLUPN5qAuwde7TlCxlM3nG6i++hax4h3av7Pto8rvnQe2y3x8L3qq2Rdzrq56b1x2Fv2HtL84inScePcNrv8XvTd8HtgXD88lFGm1zcpHuwUXNC8P7XvFt7W621/BKJSS4e50P0uZ03xDbt9+vGn1q3kNy31ZgwPUqOk+9xxm8Xu3THz96qh8A25eWs1h6pvel9D+rWh28Tj9MmSWQb5KuxTLp7dJfuTKf5bnrffVKL856f1qPpxRh2n/JSOjGZfNiuPX3nXv+uYZbmfo94bJdTfOmx2EnsH1daE/fc/Ejz6LQajFufvAAF0q9ZH1v53KrdaaQ8wX7N7zvu1ZEXi7g//x4XgUuJ2AOITO6BQpYtEWBjDmkWEekxSjbNVVWl7zFjM48hG/aISKfGIGU4ccZjlJx84hoyAkKBjXdE838YIUY4MQTxwgkvSDbs8MVmng06RBR2bN6Jiz3XbOyJC1HDdesfH+TETQwhgV9s0UWPEl3a8MfmHxsISWKRKz4hkiA4IJaIiR76EZHIOezBgDFERDqdhy1kCcQg+owBYoQ6+RKf2MShHhHpMdn2Wv6ByIAsAQPITXxwIisiki5x8UFOk3VyIzY5QeJgD6Hzh3/4h0Jox4ZciE1MrhHqtFPHhvkmX75nDYKLFxlA5jBWdNr42HGNP/Qhh7CHSOE0GKfd6OfNrryBlj5IG/TkH+zJG7+MhRI/7hI4kAfrAfIFchCyCX3sWVfMG1iROzkQizkgPnXIKx4ppY21wHzSRgxi4YccsKVkXPiiH0GXeDzWzFoGgzYeuti1sciFnCIagpu5YAwQSuDA6Tts0GddY8uY8UculOSDH+r0I+RAiT1+iMH6RAd/jI3c8cGYyZd2MMQ/QjvSEmr4gDBEqDPHzA1EHWQ7eRCDuK1vbIlBfm0d8h498GGeiEs/ethxDZ4IscAQPLjfsWFMYEpu2BCvzZ9rfPP5wLh5OQdtxGFtM/5WH3uENR4R6XQnMYlPO7EjYn1NoQculOAEKcp6Zc64zpIRyAhkBDICFxICOdeMwNlHAIKP/45spSX2UmSIFx7nRCDs1q6P0rFi+7ho4+Oe9L13WtNt2vaJR2GP+s492/Hb2h7l0+Tauh2x0+OkJsM+Ouln7Tr12dOEzUfedUd6JLj12cZofbbtR8b+Ed3xrnu0b+3xV3vT0TZrY9JazI/e4RpaazIRO8Ugp5MZ/1E69+ie9zmPa/G5FoexIymeCTLqrRADVaN9T9vm/PGRCDr6NuS13k4fsqG/wWVDHPveqp2xfuRdSqcF18nZTX062Fbt7oJMxVcrx+SJTpZjEGA/3Z7YY99zjMJF2FBchGPKQzoDCEBwsOHlJA+ERETzSB6b4pa4gHxgE81GnJJNMgQOm3LIAr7rC+GRRh6PZIPPm3PZ2HPSBz/4gFzDDjKOfggyBBse46POxp6NOoQAtugRkxNqnCriww5CCh/oowsxgD3xaIfsoQ1flLRBbLDBh0Sijl/6eCyYOvmTBz55NJCx0Y8v8mDsjBuyg++nwye2r3vd64QdYwYLiBP8YYcv/GCPgCk4kAdkCzbYoosv8KNsx8I48UEejJPTScwRGJID40OfePhiDORDiS1CO3rkgTDXEIO8hIOxMA4eZwU7SnJoBb/Exw8+yJWS/BEetyQv4hEHffzw3XC0gQfX7Xjwix75kwOnwpgP/NIO7nyPHDbotkIfbeRCPzljx5rgUVFyAiOwIC7j4DFjSq6ZE+r4QYc8OdXFuoRcBEvGQZ74b0viMwYEO+zJgRLyqV3PfMceRBPtxMGeuIyLEqGNfmKDJ/5a8ol/IXF6lHEh5IsuJT4gyRAwICdK1gz9+MUXbejSThtYsuYgBrlvEMgz/oXHWNFnXJTkzLjwg5ADubFWOaHKZwNEGzqMhTjERqjjAxvmADwh2yB6I0LghB5jpkSXsZEjQr7kyHywtvn+StYpgi0xWyEG+HFNnc8I7JCWjMQHefPRGBEU6eQe9y5rhgY+8yizXIQI5CFlBDICGYGMQEYgI5AROCcIPKFHH79Bt751M+r2nCR0yQRlP/EzP/MzYp9zqQw6k3uXykyf4jjZiEM6cYqNE0dsfNnYs2Hmmk1xRKRNOq7pgxji8UNIDU5b8RgkBAVkB6f/sIG8YaMNqUA/ZBaPbvK4YkvqQBpwygefSEQIMoHNeXvNCT025RBR+IJQ4vvCOGlGHvRBFnEaCJs2Nm0QUNgTm3zogzzgpB6xyQshZ8aLcHKInBgrJ5Nan8QiLiVjJ0/IktYPNmCJQB6CBz7AExKJ2GDFiSZO6jEOcECPPsYB8UZMPpi4hrzCnrFRkiuYU/IILbHxRR74YhwQocTFD/MBBu3Y8cmjp/hlLJwWBA9egEBe5AJuYABZBaEJ7uRHP77QxQYcPvvZz4r4fK8aOdAGLpzsAjfISOaSdYAt+ZEna40xUPKdceSCX8bGmJgzxgw5BWHEOPALBpBH+CIHhEeyWVPkAUGGH3Q58QWeYEkujAOCirnARxuL035gSYkP4rdjYT3ghxzADh9gwX3BXIIl48GWE4esScbEeBgf6xUc8UFs8mYsYEKO5IvgC3v8kD854BcfzAcCIQeOtOOXPMgHAVeEPkpiMF/4IR9wwgdrlHuBPjDmvgcPcsGW+ceWuBCe+EaPuPSRG2uHtUV87FrBL3ZgCO7Y4R99xsgcMH/cG+iyVsiVGOBFruiDETqMEZyZA64RrinBDz38khPt5AQhiD5+iUUebVzuCfQZL/UsGYGMQEYgI5ARyAhkBDICGYEzhwAn/doTh2fOa/Z0cgiwfz05zYtDK5N7pzaPF7U2G1+EjXC7oYYAYtBc08fGmI00m3jaIUnog6ygZFONDZt36mzYW4FEYHOOQCqw0Wczjh9s8AmJAGlAP48IQl6wEef6jW98YzoNx8meW265JT2qyqYc21bInTi0c5IH8oQSH9zcP/RDP6Q3vOENetvb3iZebsCJI+JhQy7kSh1igJND2HAS6E1velP6bjBedPGd3/mdwic4EAdd8oMcgcggB8bGeLAHI04lMRZKXjDB6ai/9bf+ljhxhC754ws/1CE2IEiIwekjCDVe8ME1+pzA4gUNtIMfORMPW8gkSsgO/EFwcNqJU1KMF/zJ6y1veYt40QSn2fBJ7vgBB+aPueAaEoocIOeYA07EEZdTY+CKPZjgFxswhAhr65BmrA3GCjFHDuRE/a1vfasgcrAhX8gi9IkLsUMuEHr0Q1BiA6n23d/93eklJeDIqTrwYG7JjXXKeLAHB0gd5gZf4IAfcsAXurz4hLF83/d9X/oeR/SID57MAQRX64v1Dxas97e//e1AL7BiPbBeaGAeiUds/IALPllntDGHrG1syJ9++jgdxzjauGAGJu01eeCPnMCE+WD+yIfx0sbpSGKhB67EQ8AVuzYWbeTBSTdO2YELscif+wI/XDMXlGBIDNY6a4exclqQ9Uye//Af/kOBH/cWY0EfDMiF/IkLdvhjvlg/EN5gSDzuLzAlFngXpQmKAAAQAElEQVRC8rV26ELQvfnNbxa+WdOMhTFyTUkb+WGDLfcP4+NexB7f6BKftohIj9iTA7lix9hZD5RZMgIZgYxARiAjkBHICGQEMgKSMggZgQsGgUzuXTBTdfYSZUOLtBHYrLOJ53QPRAV9CO2QMmzUaWfDDHlGHwQQG27IHjbqCIQPj/ZBHqDL5puNNfqUxKCOLzb+kC7Ys+HmdBf6EFJs+CFC6IPgIIeISF++T1z0ITbwiZAnfiHT8MvmnlgQDejjG588DggJhV8IC/xgFxGCBCBn9CE+yBG/6FGih29IBfrwj578gy39rgoSCeKAGAhtEFUt8QGW+IGIwA/+8EWOxMEGjMkNUgsdcoeQAAtOx7U+IiJ9L2JEpBdwgAW+IZLAFhwggsCPU1uQP5AmPNJMfHImHvHBE1vaIE/AAR0IsYiGGMEf8wNBxJiJR574wJ46YyBnxkVsdMAJcog6uvRTxwdxuCY29uDFWMmDa+YE3+SNHm3oQmhyDTkGPpBXzBWETkSk74Nk3OQMFvThC1tiQGyCA8QSPsmbmOSHHvnSTn7YE4M5Ym6wZ45pAzsEm9Y3eUU0j7XTxzVY4J98duzYkd4YzHyyNrAjPnrkD+7EID5CLvSDF1jgA/w4Rcg4GCd5U6IXEWK8EZEIceJGhLChTjxIOuaoJWT5rkb8T44DfdrafLBlPcg/5E4fa418iAdO6JALJXFYK8RBB3+c2mX8rR/0wJRxkT8YgC0n/yKak8LMATrkhg7SjhM7+plH8iQmJCi4UeczityIHREJd+p8DlASH18eUv7NCGQEMgIZgYzAKSCQVTMCGYGMQEYgI3BuESjObfgc/XxCgI0tEtGQWxBQkBHkGBEU6fQaBASbZTbybKTZaLORhlhgw40P2jmRw8kkSDQIHTb5EZFOzKCDQADQzgYdHwThms0//cSBtOAUII+sogdJ99u//dvppR4QCtixcceOEh8QIJCDbOQhXSAIIEp+4zd+QzyyyeOOfMEmvokTEekkGD7IHR9s8tnwQ2ARG8Lo05/+tCAkWuKT8aKPLn6wp46QK30QFGBEDjz2+eCDD4pHgIkPCUGOjLMVYreCPX7Bifj4ioj05lYeG6UNXUgN9MCCWLS1ArkBLhHNW1whV/ALmfXxj388zSnjbPXbkpjUGQfjwj85gjlzzQtDwJY8GA8+I2KdMIkIzJPQRwU/YEMOEHK8QZb2iEjEE3mgQ8nai2iISmLTRh+Ytz6YFx6DZYyMh5epMFZyBxPiRkT6fjWwQyKaa3Ai/w9/+MPClrnhWms/xFyrpjFxTd60kQO+WpIO0oj1Rmz6IyKt84hIxCJ5tMIcMQ7GQBslNqxFfIIx/a1wjeCb+OCCD2y4F7i/yA1hXuhHsEcH/wj9lAh9lMTDJ+NB8Auxx7okNwQcudfBC0Efe9Ye9ymxfumXfkmsg9/6rd9KJxnxS86QsJCg5MH9xz1ADE7DgheP+f7mb/6mfu3Xfi0R6vglD6SdQ8ZNHuDDqb92HeATiYhE9BMPIV9iQF7jLyLSm7wZL59d+AML+Yc2/DF/kOQRkT4H2n6r5N+MwJlFIHvLCGQEMgIZgYxARiAjkBHICJwFBIqz4DO7vAgQYGPMZpfN8eRGl409G3/aIVTYSLM5ZuPOZp06p8kQyB/IFr7DjccC8QNRRBnRkB8QA1yz4WZDjl/ILjbdEArY0cc1p4MgAyDXeEwSmNnMo48OthAC+OMEF3kSj7xoo5/vMeMkGJt5TuvgA9+UjAW9ViAUaKckHvaUfEcXJ5wYK7aMgTwghiAl0OcaIoR+6mBFP6fgIGSwheigjfyIw/jxhQ3XCPmTD37Rb/vAG3KFnNEjNyQiEhFFWyvkgx8EYg6s6MOeOea6tY0IutKpLnwTr7Xnmjywww9rhBOAnKpiXZA/frBBNzla+0NsqhGRTheiBxb4iGhyBhPGii4luBGH+PiLiJQXxBHzHBEifx7BZE4g+cATu4hIpCV4tr4oiYEvcsEv15BGYEDeCHr0txIR60Rd20aJb/DAH6cqebSXdnziA8EfvluJaAhW9GgDB9Yv+LFeeKwVMowx4BdpdSMa7PBJDHBiPXIyljp+IL94XJaxoYdtRCTyK6Ip5Z+II1gSG1uEdcU6IxdOnfIYNo9A8zg6ueGbOWHs6GGDLvcT9xbzSVyEsd10003iEV9wYm4YD3MGKcppPbDHFp9tPGK2wmPW3K/EQBc7fDE+D2P9l1hghlAnDnbMAcL9Rx/3GusOHYzpI1fG3d6XXNNOf5aMwFYIsI4+97nP6b/+1/+ahDrraCv93J4RyAhkBDICGYGMQEYgI5AROJsIZHLvbKJ7dn2fUe9sZluBdIBUg6yBNGCzSzA2x2zeIRbYPLNhZpMMuQCZB0kQEemUFBtlCDBKNu/4YkOOLcQABA11hD5iIMRhA49fTsxBGLDxx5b4tLeb+4hIpAVtkD2UCPnzSC4kFCeLiE9uxKK/HScl48Mv9YiGZOKaHLElLn0QBbTRxzVCHviMaEgXfLXjQg9yEjIBAgQ98IgIQXJwjQ/0yR3BH7hSBxN02nzxQQ4RDTnEeOhDh/FGhPiJiESA4Zt+4oMnRCfX+KUPe4R44E4bwhgZM/mTGza0IeiSB/NBOzqtLX4ZPznQRh/X6NGG4B896hEhfLYnLKljhz4bZEri4QO8GCM6lOi1dq0/xkJ/RKTvzUMPPJGIBhv6yZ3cwA2cqUM2EYs2csOWkjj4x446bdRpQ5eYkHoRIU6EkTd95AyGEZFOgbX+sGklohk/umCKb/Dh/iJHrtElf3yBB7oRke4vdNFBnxwgv5hrTpQSD9uIZtzoRkQifckff5S0M8fgC56sE/CgnbGw3v7iL/4ivcyGU5YQqJzmpR888AFufJci8cCTkv6ISGP/zGc+oz/7sz9La5I4jBWsOLlHzowPzMidzxyE+xXSEtKWPCARiYNfMOC+5LOHnInZYkNO6DAG9PnsAYuIELq0M9cIethFRCJuyQ0s8U8f2GbJCEwiwIlWrllX//yf/3PxfaH/6B/9I73//e9PQp3vMb377rvT/3RAN0tGICOQEcgIZAQyAhmBM4hAdpUROC4Cmdw7LjyXZiebaU7JsFmOiHUQIDMgidj8tptrNt8RITbrnJaDOGBjDVGADtdsqinxByHAhp5NORtpNtiUbL7ZtPP9W+iy4Wfzjw9IPmwgBijpg5QgDvb4JUnygiQgF4g9cuN0EH4hIHhEkD7sEHyjjy1+ICZoxx+61BH6WnvikytjwpaSPBkXeq2AFeOAqKGf3BgbuHAyizxoxxd+yCEiEtGALtfEIj6+IkLY8zIRxoQQG3/okDvXxMQOfKhjA8GBD/TQYWyt0Ab+YIQ+9bakDYKSHPFDDEgQ2olLSR7gRUnOjB976uRAiU/GykkX5p0Se75/DV1s8c98RITQpZ280aedkjzABrzAlRNlnPYiR8aMD2yJy7iIjQ9K/NFPOz5YH9hcc8014vvm8A82+MIHY2IstGPDGPBBHyV6PMbLNeQaMTnFSAxsyBE75hld1i75Mxba8Ecb88IYXve61wkfEFrkSy6U5IpwjZATMfHDOqKN+4Fx8Og7Ntyj5ECeCHXWJ/HJhbwoIcDJhRJSjRej4AM9xs+LKSC8yAlCDFJucv4ZA/OAP/InF9YVMRkL7fTzeULexAJz2iEOyZk1wFrAtiX1OJlLLK5ZK6wPbBknesQlH/y09vSRN/4ZK5iRAyQh+SCMGXtiMw7GCF60sbZpJy650p4lIzCJwH/8j/9R999/v37sx35Mn/rUp/SjP/qj+pVf+ZX0SD+P9VP/kR/5EfGY+d//+39f3D+T9rmeEcgIZAReOgRypIxARiAjkBG4FBEoLsVB5zFvjkBEpA42zu0mlw1wu9llo82mmI0zBAOkAQKRwaZ+9+7dgiCArIAMgzShjZLH+fhuMN4IClnXCi/KoJ9NOo/gsZEnCTboEIwQhvjDD7aU6KMLOQDBwca/FdohC8gJooXTRuhAiuGLOJw0pM5mn7zRR9DDHuKEPMAAghByg9jYMQ4efeQaIRewwA4f2BKX8eOPDV5LGkCA8B2EPL6JHTkx/nYc6LcC4UIf44Ig4dQfJAnjB2PyQIhLPrRDMjEe8sGWPvxgB4nEY83M5Z49e9KbgrFjDOTDeNFF8MFYyAXCBIH84cQKj1jjlzeXYocPxoQNtuQAxvgjJ/wz12ACGQae+MIH4wADSrDFDl368NXa0g5GEDSsPzBlM40twroCC9YJfrAjL3xxTR7o4Ze1y/rmu+kYD/OEDmNhHORPrNamnSfsEXAFS+aEU20RIewQ4lG2PskbsgwswBOM8I0esVlXrQ/WIzljSxziE5t2/GDXCjqsXbCEpGSdEoM1D0lFO8QXc90K9yn3FYQX9xY4si65p8Hki1/8YiIXeQlOu07JB1wZM3kwJ5TMJf6x5URfOzbwh/Ald+aU8aJP3oyBcTOH4M8aAJurrrpK+GWtYcdcoEcfY6IfW3KMiPS9jMTDD+08KsxLe7hPIPgQckMf4f7nM4zxoxMRAjPGDzbyD3oIeEAoYu/m/JsROAaB//Sf/lM6pfvAAw/on/7Tf5remt4qcZ/8s3/2z/QLv/AL6a3Od955Z1prbf95WeakziECT+jf3/c6/funXooUThTr4/q//cs79JtnKZWv/trr9OZfe+IUvZ/dnE4xmayeEcgIZAQyAhmBCwKBTO5dENN0dpOMiHRijCicdIIsgCRgw0tJOyUkEXVOHEFisWlmg8yX6PNiAwgLNsf4oA9ho8xJG+r44Bob2jgx08aAdGDDzcaf00JstPkuN17UQD6cyIFkQh//2OKLTT4l7fjED5t3Hh/kBBOPKfJdbPRjD9EAuYE9RATEApt+xoU9vhFi4gNCDCKJnPABcYYfxgLJA8kCiQF5QC5cRzQEAi8BaTGBFIPQiIj05lKIi4jmEUsIJa7Jp/VDPmABCUVsSCBeWADJR57kjA05kQd50ca8UIIJ44SEguCAKAVL5om8mANIGsbP3IBva8f8kge+wQI/xCUf7DlZRV7YMF5IGeKRPxhAvuCDMUC2kB9zwXyCKT4gk8AGG/yAIbgSl7zadnxENI8ygwMnsRBebEJJTuTNxhqJOHLyD1uE8TEG1hdYYMf3LfKYHfOLX8YBEYWgHxGiDVwjmkdMwQNCC/yw46Qea4Nx4RtbcqGMCDEWSCswps68gQX3CI+qUjInCD6ZK+JBaEFuRTT3JWuNeSA+dXyQM2MBQ77XkvmlHbwZK77ICcIPIW9KxoaQD/cA9xn66FLHD+QpBCFziD90mV/0WTf45p5Ch/uEOSAfPh/ArJ1HdLEhZ/yTK3ZcY8eawgd5Y8OcE5M1DFbYIuTN+seG/Lhf6CfPz372s6IPfIgXEUx5Emz5LCAv+oiBHfGICw5gShkR6dFhMKA/Och/MgKbIMD90r4IiDUN0fcf/sN/EC+VQR1C/N/8c7vYngAAEABJREFUm38jPiM+9KEP0XRysu8OXfYvC8sdEyQLpIzb7vt3+urJeclax0EAkumyf/lSEWqbJQJh5fn83z8uPfXL+oUDX9IvfPFUSa/N/J6g7USx9n1U/399VP+/fSfwc1rdT+hXv/wlPf7lXz61NTyZ01P/Tm/2vXHqBOFpJZyNMgIZgYxARiAjcMEiUFywmefEzzgCbHQhAdh0s+FFaIuIdKqHjTIbGzbgbJQhciBmHn30UUGYsPGG9OE0D5t4yA++Mw8SAgKEdq45wUUbJYQXmyBIHwgCfEAEsVmPCFGHxGIzTiyIBIgQ+jlZBBHCJh87/LCRRyAgyBc7SAH0IQkgXohDGyegIF/ww7ixxxcx0MEHAh7kAenANeQTxAyEARs5SAROWUEKQNrgA/8I+vhGH58QJbTjg5zxQR4QYpAe4EAe6BKTzSNjYEzkwZiYF+YBUg0cGRekEgQMRFJEiHbwJm7rhxIf+ANLciNv2llMEGzkAMmCT+zJkRNm6FBnfskRjMCU8fDCBOYSIpV1wFhae9qZL+aZ3InP2CiJ35JY5I1fbDkBBlFHTnyXI+QNmOIDARMwIj9II3JmLXL6jljgAClFHRxYe5B55M76wxe4MB78MW+sacbCaTDGypiJz9xiyziIh2CHgCN5UGc+GA/3BSfvwAGM8Pt/sPf/wZZdZZ34v57MD34pRAXElkDu2OQHKCTQItoakhi0O1BxcHCYSdo44mhRYb4kwkT/+EYoITNVVEom4TukEMupMZOkhho/4kRJt8oPh+/0qNgYGIX8oLETAi0qYGQAFRn47NfaZ52zz7nn3L739u3ue28/p+5z16/nedaz3muf3b3ed629iTHrWz0CSSz6MRZ1Qz+uSXNAR3xwkSrTk1dnHPp473vfW8QlXnH4zrpGxB4R9Vl75ls70YYEh5t5Ej/87MY0Jn7pfcd3fEd9+QkMjb/1be7EDjc4e/kFO/Nr7Hbe8Q9/Im54u+6NXczisesOLuyM2fyxhwn8jZGt/ozP98j3wLUiPvMsfuP1PVI2DqmxE3gYn7EiHpGn8uI1X7BgHxElIgr/Ylenj5REoCHg3wmPAiBe7PQbv/Eb5aUvfWn5tV/7tXo01zXadL2A5gd+4AfKr//6rxffkVa/OO1IvIN3lnLm+eWccqJIlsW9b3hLJSr3DUjKDe9h6zt86mvL77/+q+X3X7x04scy09fv/MqIYGw977q9fK6L5e27WsVGpkvlVdd+tXzu2teWp6/F7QmNaS2BpG4ikAgkAolAIrB1EEhyb3PM1SmPwiI3IorFtwW3BbCgIkJSLIQtUiycETIW08gdC28LbKSGxTOCCElih4yFdkRPLkREQdxE9DvX+NIn5xFRF9YRoVgFAYDYiYiCkBMPe4tuxMdFF11Un5Xm+B9yzCLewj1i4gP5YIEvDm1iFrs640DWIRXs5ouIugjjvwbQ/RKfMRI+9B8RhQ/2CDpjhpcYkZBi478zrzuB+NMve/0h4bQ7Ogoj5Bp/CA2Eg76MlbT+kQ0RUTGCLR9s2dERB1IkIgqyEymjD23617d4m4hZvBFR7IKiq4xcsYBF1iFQ2GszV0g0c/zoRz+6PhPPWGBKx1FK14B42JsTcUbE+IUn4uCLvrxxiocNP20O4GfxbDzi1iZe/bMl5hphJg8L7fAwbr7h4aiuuVUPP9eCcZiLiKgv82gY69PcGRt/dLSx01cZfIxB0Xj5007EqS8+4MEWmYUUQ+ohsNipN3Z+9CNvnFLjEDtckJvq9CPVRxOxRQR3RZ+t3hhVquNbH+a1zZWyvsyNdnr8I+pg6VqAuxgczXVE13yKhy1sjZmtftSLGX6uF+1ikzeHUmX3Dqmx09GvMqzFxxf8CcLa90ycxtNs9M8Pgk+s5paOGMRjTIR/eNFXr4wghJF2Y1OPxPN944sP8cj7Hpo3MaUkAkMEXvva1xY79Jog5X3fHcNV9zM/8zND9fLDP/zD9d8UO5WnGuYV6s6qUs7ZeVP50TNL+dWP3D2jdU/5d7d0hMzPk+HOs7vLT9U69WdMjj42cm2w46kROsPda7Vunv2w95GPflfhpI9q+yu/UN46juuM8lN2fun7XR1R2ZGUL+e77lKz80rco3jVdX1UH3Sq7BuRgR3ROfDZ99u1zcTxjeNjpL3+C971CwMs9NV10P1M+nhW+Xef6SoGPz0WPXYTfwOFUZ/jHWPG1sU6HmcXw1vf9azSx9j5GY1r4KGUkY+q8ytwGbWO6pvvSZydn1Efte6WDmNkXFc3vetwhGWtn8zLVH/aOvuHBn3x+fIHuxgefEmNezIW8zfy+Svt+uuxbdgcE68ystdvlW7eysiHOLpu9f+NU9eNuRrasekUh1h3xeFP9VH991hNYdjF3sfJ79Aq84lAIpAIbDoEMqBEYMMRSHJvwyHdWg4tfklET8JZ2CLWLHSJ0VgYW1RbbEdEsZgnFuPIQAtpZMTFF19cEAKXX355+fEf//FyxRVXlL1799bdDXYx2BmEgLnkkksqYcc3soDoo/UnHuVGmOjbYt4C3OJbu2Oujjx5sDnix0Jfyqd2qcU8QgAppQ4hZAzIDL6QLuJ33BWJYOGPeGDbBBGAbIiISnDKIwYQenCyq8lurw9+8IPFDjH9GA97MSEa9EmMx7gsCLUbC5t3vvOdxdHMRkLwAQsxRkR9zpixsGOvDSnGt7wdc8YgLy6LSfoEJjAo3Uc7YccPUkNf8LXL0rGy//k//2f5rd/6rWLnFCzErV/YIajYmW8+GjZw6NzXH3p2tbDXF/9SNjDmk52+I6KSU3SMVZs5+Y//8T/WHS/02YrfWNgo6xuWfIovoifrtCvbQYO4aUQVXWI++CFszZPx0NW/uJBV4qAjFtgamBil7OQRZvSIfpFkrjN4+27wQw/57XoRt/71wY/+2PBnPFKx01PPhxj41oc5aKKOTURU8sA4tPGvT238Ixl/6Id+qLzoRS8qL3zhC+uLAK6++upy5ZVXlle84hXl+7//+0uzY+taRIqK2UsB3vSmNxXXRUTUN/SKjYg1ou9brEj47/qu76rkMx++E3Zb+m7RdU1IzYHY2MDdDsTv+Z7vKTBzRNoRZ3V22hkHHfEZC2xdZ3ThaW7hBU/+pXA1DrjJR0SNyfXjvkZfDNpbHMYTEdSLvGucf/3XyvyVCMxBwHXufuk6+umf/unyH/7Df1im5buk0r1QupI89OH/VB4o55cffc7l5SU7zy/lwTtHRNfI6pGOFNr91fK5F1/ZVdxbfu49yBekyUvKr5Yryzte/9Vyz67zywOHvq0n2DqtUu4sL//l68sDNT/61RE6Fx66d1Qo5UXf/5vlHT/R+R3bv2TmGXBdH/9P5+Ps36w7u/T/wKGBzoPXl/+y8+Plcz9xUzmn8/qrB3+hPLTr9vKOs7tC6eP63I9drtBJF/cvi7fL+jm0r7z8wfPLG2v/Hy9vPLOLtxIzLyk/98iofuT3ZS++vbzoqa8tb3zxKI7X/2Z5Wen1uSIPHLq+lBd3YxliVPvoWmv8N3W4TsZeujZYnLOri7/5GxFQncUqf+4sP3f4FeWe14u/M+nwmH6G3gi/bm6N854n3tPNV6c3+9ORbz/3YEfu1li+Wu7pxvn/bbvoHukwfmIXY8Wiw/D/6TCuhBkse4yHc/877+nmq2Hfjesdu19bhjvmXvRjsOsCqJh8tUzv1ru8/Ii5a9dfI513vbG8aBV4PfSu67vxjeauw+QdL+7suq6W/XQ4Ta6bbkzddWHujMN1+3PHeD7fitftgy8p5nVZn1u6IoNPBBKBRCARSARWh0CSe6vDaVtpWbg2MTB5i2OLXwtzi2p1FtXqlS161VkcW0xb1NB3dI4PC3lHUu1msNjnR52jfI7mOepngW2hjcRq/vhvEjFZZFtoW8gjKNgh9yy62StbMCF/9KcfsVnYS8UtJqSHukaG2JkkXjoIBITawYMHCzLKWPSpzXgjeuIpoic9zzzzzKLd+JFBfPOBCEM0GnOzRcboU3z6F4sy3IwJcaM/PhBRjixGRN3lVroPe3ZwQYpIxURf/3whKJAw8jBBRHkWHlIGNnQ7V/W5bwgS80U3IgpSVhzGw7c4G6mC6GMPY33q37ikYpKaO2PhT6z8EPOAoPEMODZ88yEOZfbiYkdfOxyk/KrTt+sFkfPRj360kldstbGNiEpIsWPDJ3vtUnG5Jt797ncXsbjWXA8kIsY79lpZLMgmePLJj5jVOx78/Oc/vz4jUT2c2MFSLPJiIy3fdMRFDymF0IYTPfXwUNanMTRpc8KHdnMtZcdGXOLQl7ESZfMrdjoR/XdIm+/e+9///vKhD32oPpfuf/2v/1XMjetV6nl1Ymy2vl92kho7v+LxPRaPstjt7rTrVEzq6ZorBLf+6ftOOZbPhsBX2oQdQZB4GQaMXMPuH75P9PVl7FIvgHHUl3/i2nQc3nUYEXWHrHFoM254RkQl9uSNw9jE6rsHR/3zYxzmUmzyfLj+Wp16dSmnNwJ257kOXZsNiYj+3wZlf9SSDsXOVPegf/Ev/sWwek7+SH0mWTnzFeUlTy3l6c95RTmn3Dn9/LMzbyqV7OlIljeeOXIxJF66qqe/+KaO8Jre9fcyZNfrh0c/ezLoc6//SHlV19dDH76+IwDPqDu45hIioz5KR5jUnWd1R9695cOf7jqsP1d2hNtSKYg3pFCtW/yrJ9I6Aq4j/H7nIx1hWRA7+v+2jtDr7B65t3yqS+b/3F3+27v63Wbf+POIrRmtORg99Of3dErnlzd+P4Lx8g7Djjjtavz0/Y/iL6O2R/5T+c01vuDiZZU8Wyqv2o145XkoHVaPdOWzb6p4P300R13N9M9Tzy/P7mqQs3bJPbDr8gEhN4qxYfzIPeWB0byc010PL+rsml87Ps95ojF2xOfP2813fnlRIwk7vdX8vOj7byrt+puQzktlNXg9/Zsv7LoYzemv3Nv13V0bXc3ynzamH647Vcto7vprf7n2bM3K1+2Vlexu1/isbZYTgUQgEUgEEoHtjECSe9t5dlcxtragtYhFFlkwW1QzjYii3sIZAWDBi+SySEaiWBxblFuAW+AjuBxDtGi3wP+93/u9uiPNrhwLd+STdnkkEnLDYpyIA2lB9K0PfVuMS8Vkp5tYIvoFvYW7toiou9vY8tPqpaX78CF+pJadWHzzR9dCn57xGEeTzmz8Y0GHvEASGD+M6Ekf97jHjUkE/RsLEadUHV196qPFAa/Wd0RPJMK3YaJzvo2PRPRzYUcYPYSIeOSNo6X6VNZvRFRyT1urN1ZkkLmz+0wM2iKiGKcY6eufrtRY1Imj6SNH9AFHZCcf2unrv6XGYOytDRZsjVOe74ieiGEXEfU5b60/fkhEjHf5iUE7keebLVGnLC4x6VvKh3pluMFAHRs+6CvDVVzmSRsxTlhIleWlfLHlV7/s4BoRBbYRUQlb1wmb0n3oEvakqxr/iAsefNohyl9EVCle5EEAABAASURBVEJSPUV9RvR4RYSqscyO07zYedcIU8QbEtj3z/fQDlZxE7Egqx2lhY068YiBX/2aM8e+fY+Mhw5MXMtw025sYuXPtRQRhY+IqM/t5Mc9gz2sBI90hz+blvLNnj7CUZ/8shUnnwj/FpvrTN/0+W71LW8szT9f4lYHI7psCR33GTtg5cXXUvmU0xMB938jR/xKHSf/vu/7vnpN79u3ryDw1a9LRkRNeeT6cmFHyHzjaLcdomZd/lZr9MlfKC+3i2+0g6vfNTXfeEzKvb4j5jqZ3u0132Z1tY2I6f16Ltv3vPg3yxvPHBFEsOji09/v/ApCryPq6k6/0e6z1XWyBbQuL2/vcLUz0s41x5l/6tD6wn76iz9SPvf6fidhJQvXuhvxqT9cCbdf/cgvTJHOq4pmV//svrpzsxLC+6Z3oC5ycub5AzJzkdKofg3X7cgik0QgEUgEEoFE4LRB4IzTZqQ50LkIRMS43sLlb/7mbyohYcEbEXXnlAUwQkYdcsuCGQFgUW8R/rWvfa1Y3Ftw0+HQQl99RNTFPRsL84ioR/wswpXV0yds+bCoV0aQKPODVJDaDcHWQp++RbqUH4tzdtrl6YvDwp+eBZkFPVsESkQfG8IMUYAE1DeCISLqjiD++NLOzrj5VI7oCTf1YmgpG/1F9P7ltfPNFx9w06/YIvo54FMdYsfYYW5cxsFeyoeUHl9SdnxGRCU52YiFPZKq4UFf7DBVR8TWyuaQb/UR/dj0qx0m7PWvTtx86Qsp6LoQizZ1xBjoEbpiiYhKOIqPqOfXfJhbPtixJ2X0ERediJ7k059YNBtDm1fY6U/MYomI+kIJ9voxNm36Nib9w4kfOtrZuxbsREQGs9OmXiouqXj40I/5bNezvJ1mYpG3g04fbEhEVEI4InQ7FnMonuZXHtlmrPpWjpi2GRt3GXFGRCVH5cUJGylbY+vUKkmqL7HDAt6OeYsVEXneeedVchIG6vjix/gQ9Xa68knEps09otmJVRvf5ogf15Y6MfCnb33aZen4ojYxSsUjTn2L57d/+7eLHVDqIvrrx0tOECp25PFnPvXFRl4/fJGIqEd/6RFkonY4G5PUGMwNcZ2ae7rmNmIx5mJK2f4IeGmMUXqEgtR96pWvfGW9l/3CL/xCueGGG8ob3/jG4o9aP/VTP1WaaKO/krTdUY5teqkB6cmRmaO5s05GJMwDh36uEij9kchSXvasy2c1Vyz3O71GuwdnNcd9TI7iPvSuX6j9zaouL99THlhhF9yLnmWn253l5b9y98j07vJWxzEr2Tkg/X5sOJ4LyzlP7dTrm1S79Bg/451k79HH3eXfITNHNq3//gjoqG20e3KkMk76N70eKW/10pNx7Woy55fn2Gn54PX1uHObo2WWHWH1VmQecqweKx5q3FlqjJ3Ozz3Y1Z99ZXnReF6Wz/3vdPPzUFkqr7q2J/g6i/k/j9xbHprbsjQ6Gn593U3Z70wsZTV4tWvjRT/21VKv4bn+N6Zyxet2Y7pIL4lAIpAInE4I5Fi3CQJnbJNx5DDWgEBElIie9IiIjszrd21ZMFvQWiBb5BKLWwtsBI4FOqFjcYwsc2zWYjyiPy5pYa9sYS+1CLLoRkBZzCMrlC3ktSMZ5KXqpWyRec985jOLHTR2+Vl884EwQSjom6542GmXt7C3WOdD7Pq3WDcWC3k+HQX0jEA7eCz+tdvFhCiwqKdnfKX7IGX0S4e/Vhafo4GICzHx84QnPKGzKJUURF7QhZXxGSsM6RHlpz71qfXlHMZCp/lHmrb+2lxwDFtix5NjtOI3Hi8xgSuBMRxgRPQFE/URUcm/0n2M0w4o2HkBhqOW4uHDeIwLdnCMiGIc4hOXeu0wEyts+UBoeRaa/sXJNyy77go7ddr4QbDox5FkberE4OUoYhAvjNjy0+aavTpzxUYcynTUOUbLD2yMXztbfUvFKjUG86VdzMgpsUjNq+uaXkQUuvJS/cCUrTlznYjX9SReOggw4+AXpmIh7FwXfIgDtsbDh1jtUFNvzj030UtjYAorfdFn73qEHRvx67eNjz95PuXpiJ29fpuuOGEsdnX09a1fL9OwU4kNPW386N91ID5t+oG9cXn2pZdvuB75Exdb30XXPTv2YvDd4Y+t3bxtjOKNiGIOzC17sfPhGtYOV/7tSNQHWzuOkYRS1xui1+478ymFGfzFyy/8xEHX90BsdMTjPkLH7mN5dXCRppy+CLjWPD/213/91wvCHxKuY8/d+5Ef+ZHiyK435+7evbu4F/oekaZLf740Uu3CnrQaKU2IlIdHNfMSBI4dbB1B9vNn1OeM2WFnl9s87WV1o2OedXfXz39b+fDOm8o5y5RaH6OddLUfR12XKU5V9Ec7RzaLdo51RFbdLVh3eJ1RHLX9L7zUI6r9mOpR4K5PL0zofY7qD15Y3ng25WNI10clmWof15fn7EIojmy6Nv33439Jqc8unH2ja4fRO3adX/pdld9W/kuH0ctG5qtLOvz+GVx7LC78zCvKG5F9c4z/y7tg0Imjz6Njqr1a1//hbyv9js6O9KxkZ+f32gVz/5nRDtBuTn/ukVIaOdf78rsdQe71YKt2KO2YbylXlh9px3pXg1f5T8WuQ/P28o6IbMeGh76PO9/NyRu7ue/nbdF1e9y9pIOFCGRDIpAIJAKJwGZGIMm9zTw7Jzi2tmj98pf/vji6h6ixUI+IutvJotfCXL3FLzIgIurOO8f6LKYtmO28+e7v/u7yvOc9r4qFjmcQDcWuHoseaav3Vla6hK2y3Tj0EFZIPQt1C/zf/d3frbsk2F5wwQV1AUXPjgqEzvd0/XtGmpd2qEfgIQIs4pE+CDHPYZNH3OgLiSFuCzIP9uebLzGcffbZBVGhbNyejYcM8+IMPpAKyIwLL7ywiIcfqZeFqDNO4xIHQaLAURwHDx6sLyqAG//iMA5vGPXigzaGVi8eY0JaITuRHY5XIjTEpl996kfM/PChjigjn/RhXMYREZWE3L9/f31BSuvDPLBBLBmT+NjDh6gTt7EgRhzx9Aw3ZJd44WoMfMDz4osvLvrl73u/93srpsrwQ57YBYaA8Qw41x7c+NAvvT179hTH37z8Qd98qudPXAhU47Hr1AtWYGN+YQILuuzFIS52/LDVjzlE9nz0ox+tBCaSCpGEDDJeL4owj15KASPz63oRh3rtYvZdcY14xp/vhjGZc3Fo1x9/xsXO/PAjPqn59R3zTEjXl51qH/7wh+vzBWHFnq3+6BLx8A9rPokxqafLxvjMy1Dgot61gKCIiGJ3oe+bZ+XJ++6IjZ0+pa4vPuVdA65H309ivEhNBJ42BKl2PlxTRF7frkUEHhvj9RIXYzRv9GBNF276EmvDSF9IO99r111E1CORsIVF61uc8DD3YkEIso2ISnD73iAtxaHetWcOS/eRmgOxub66qvxJBMqrX/3q+sb3f/tv/21x7wWJe4djuXbq+U6q+8Ef/MG6O1b+2IKkcST19vKioXJHpNjB9/svvqi86tqufUw6jfQrwcPg8lKPc76+0+nk9188esbZyH5I9NlN9bnXT/fT1/W2b3/xa8vvv/4jxbP4eJ7IdB/NR2878VfLLc6OgPn9Lh5jcNT26aPyOL6R8/4Iad8/3d9/cSlvvaUj2jpy656R/TvOLqXuThz5oMfnq36ss6s4jDBpfZdRubaVUuOqvrqxvdix0S61+6+LYbr/yVi6pvHPUOf3O4zgXXGdxbiWJ77HDoZx/9hr+/kU26i+YjLK17GJdTwWXi4sb3QNqJ+av+l5qX469cl4O3w6mxrryH/TmR5Td83U2L86eLlG8z2NydCuXQddl+Of6fb2rMfRfIzG1MfX/I7a4MHLMM5hTMP6Tq/3MRpfNyftuu3rm+9OMX8SgUQgEUgEEoHTDIEk906zCR8O1w4VBAtC5MiRI5XQk7fotcCli9yzs8qi3e4F9RbCSAwkFbILEeHB/R7Q38RD/AmCAgFkFwMiR4pAQKZIlZs0X1Ivu0CWIB3F5nlhXgigH/2x0W73GMLs/3zhC0UdW6SBcRgfO2SFxTrSRb/8ICLoi5G9djt57CRCnFnwW9xbxBGkmjJfxiEGuuztzkCMIJngQ8fzB9kgwZARXigCM3UEJgit//E//kd9oYe41etD3PSRF8aufzuVxGgM6oxLHJ5riJAyJmPTt3GYMwJ/JBw82IvFrj/YGafYzaNYvHGXP3X6hy2S1TwZjzHKs0XsioEvfcDC8UmxGBM9GOoTsSLm9773vfUZVfoVq+uLT3MMD3bNh1hgYi7FjHDjC+7ig4k42PJl3GJBFHmpyO92ZLAYXI/i5MPcINDEqo2tHVr8EDGIDR78IIPbeIzRd8G1Yn7gIT5xmFdibuDCFzyNRxwwNR7XHKGLNDIm4+dHvWte/+I1HrG53tmLh4jNdQEHdsR1TMRoXPCQN07XiGt0KHTZadcnPF27dsa5ThBndMTkDwBwMl5xwUheuziQqq4zO/nsMIQzf1/+8peLHb/wYiMuMbMTGx0YnHnmmQUxTE/csDHP2ly3rht4shEvH2LVJ/LUDkb6vjv01evbdeN6MB/mxfiNxxy6v7GT+q6oc21ERDG38vwYtzlyjyz5Oe0RcL35A4LrwUsy3vzmNxfXewPGd/bf//t/X66++uqC9PtX/+pftaZMV41A/wKKc3b+8PQz2M68cM6uwlU7TcVEYNMi4N9Y/9Zv2gAzsEQgEUgEEoEthUCSe1tqujY22Iiou1iQMBbMFrUkon9uV+k+Fs4WMxbvdtAh+aQWxBbA8oSdssUyf9rtilEm6ppY9BPEF3JDO2HfBMnw5S9/uZJB6sRA9MO3dmTE4x73uHq01U4r7YgCOygIkiKi36Fmkc5WavHPB7+ISos247N7SL3/bNlF5JiVXT+IBvX8y7OTipmviKgEBWzsNupgq88ss3tIfPBBJtCFQbPjjy9lsYndUUQ7qsTe6vi0C0mcrV/jZyt+8bay/iws7UxaWloqfMPCzifxyNNvuLMzNnG1Oj4QclK73PTheKkdXHZI2RUGK/0bU5tLefHxqQ/HTI3Hjkqkmvm6+OKLi51mxA4tY2rXmDj44te1w5+dZUhlmBiPeiSSWOxQ45OdenZE/+JwfWmDP0zYPfOZz6w7T2FrR5gddGKkxwZepOX5omuu7Gbjx3xE9LtbzTU/zQc/YqEvloaplKgTs7nmy3VmnPqEGTt9E/rq+KRDxGOuiH4IPbgZr1QZWSavP3aue+PgV1lqXvVH6CkjvFwnYoyIYicgzBBnyF79Ef74IcYiHt8V88WHXXt23Un1JTa68sZgTOaFL3MLB8Sa68R3xbzAm192xiROOCFU5M0nO77gxJ92NsZDR2rcUnZIP7rGR8TCt3mMCEmhHxH1kQDio18b8tdpj4Br9bbbbiuuzzvvvLM4quveTPx74Y8sP/7jP15uv/328m/+zb8p//pf/+vTHrO1AXB5efuCXJQlAAAQAElEQVSLryz9kcszSn+888ryjtGur7X5Su1EYPMj4I93v/iLv1j88WnzR5sRJgKJQCJwUhDITo4DgTOOwzZNtzgCFr8WshbuFt/KFvgW04YmRRBEREH0WHhb6EqRgRFRj1wiaS677LJyySWXFMceHaFE4ljYR0QlU/iLiEomRkTdIRPREyRiKKNPRIzb2mK/dB95fdOVigHpYzGP9LHDR+yICfWICDtvLN6RDWzY0omIeiRVHgmGcECmSREEiBplO4YQBfT01wSJpw5efMt3IVafCBuYtXplu5PoiIEPKX1jUq9OHsGIqEB4mQ/92H0Ee3HZvUTPONhHRH1RQERPxhorwgORYQzii4h6nBmBZp6Nx7yyF6NY+JSKQzziQHzoUyomONtZZWcZYk4MJCLqETQ++IuIEtGL+Nkif+TFZzyIISSQ3YFi0aZ//epTnm9tEVHYmQ990LWD7F3velexiw2JJW42xhTRX1PKhB9+6cgbH1zY2c1lMW7XF1v96IOOvtVFhKRek7DQzpd4XC+uO5jYccY/ZTotLzXeZiM1P/ogrj+4qWc3jCEiKpbq+eXLmCL6+ojlKT06bPgnfCMefuiHfqj4rjqefOmll5Z/9s/+Wbn88suL3Zn6jejn0lx7DqRr0DXHJ9z5pMcnTPVjLAgwY4CpZ/WJ0zwSGEnV8SMWadOX+r64HnxvXZ/iUYdghrm+6ZkTvsShT3Fqo9N8RkShq57olz4x774HbT74YqfOdSpvTFI+jN+Y2LZ6bSmnNwL+kGTXnp3It956a3FM92d+5mfKf/7P/7n8xm/8RvGiDQQ1lPwhRJqyBgRGxzHHR1SnjqKuwc82UM1jpttgEo8xBH8o8JiP//bf/tv4xVHHMMnmMQKZSQQSgUQgEZhF4IzZiiyfPghYtFroIigsfC3aLWItiKFgcWtXiwU5gkY7osnCmlh8W7w3P2zpkuaPH/XSRaK99SnPloitiXZtfMgTZIC+6Tp6h3BwVNBxSsf3EA/aSLON6Bf/FvZ8GJcx8kUfAYZYcKTS8+gcl6CHdEAuGK8UyUEfCYBIY4OogRHSATF411131b/GIhkRY+zET8TEhzrCDm6ICm36s8uIL7HcfffddReesjGTiKjPgGLPlzjFwx5uxoy0+NVf/dXyW7/1W8WxTsdU+aYXEUIZC59IK6QIe6I/sSGwHDU1rl/+5V8ujfTRr/4J/bGzUQbOrU0sBw4cKPx46+Qdd9xRkH38w9L1RoefhoVY2njML7fIGLowdx0at/p5YkzaI/p5b0QrnwhqvsyPPvmnq40dfzA0RvFpg535du3rW5yw0W4cdNizY0/4NS622vhD+hqD64mu/tiaF2V5Kfv1SEQ/txFRCUL969t8EP5d68Q1JzZxwdtY6NB3rNeRYrEQ339j5s+1EhF1pxv82LMzL76D//2///fClr+InlA3PvauCdibD0dn23WmzfXhOHS7xviGIVtxI2P1T8SNDNSmf/bmQexNhvghlNWL3XffeMUBB3oRPV788e+YvP61pSQCQwT8m4G8c0T3n//zf16fAxsRQ5XMbwYEMoZEYBMj4N9+z+20Q/4d73hHEnybeK4ytEQgEUgEtgICSe5thVk6QTFGRLEzxWLZwt3C2cLX4tiCVpv/eFjoWgzLSxFVdJFiFu9IrPacM2U7GjwrDGnCL38Rk0VPRFTCISKmRkZXRUTUnVLs9BkRVb90n6aDHLCQt0AXh4U9EsEinTRiLKInFTrT6tP46IqffzuU2PMLB+Pjx84/Oi0VB/0mCBG6bMWgHWHjGWTy2pA/SAvPZdM/W/2QiKjxwJaIiR9kA5/ipM8H8gEJJB7kSek+5kcZkQIHPtiIQZ2FJzv1yggUZfmI6DyUuqNSrBFRn7fYdPlVLx55MbT+HW30bCnx0mEjTqmysVXno18RvW9ECR8ILdeVFM7mEUEDL4SZscjTJXzCWkqXGJtjcHZ7qSe603cT5Yie0IMLHf3xpT9kkf6QVXbZaDemiKi4aG917LXxCXdlMdphSc+LQrxsIqIf6zAGebb09WV85oGPiKhv4kVwwZnAUT8kIsbXvfJaRL/6gBdBDttVZMcj4u13f/d3i++onYuIcXEZL8xdI45hqzNPrmE+tDtqbeffd37nd9Zdu44ou17tGDUu4zQe3z8iBuOKiKLNAsYOQv7V02nXtBdtuDYInO2QQp4Qu4GJ49jqkXTi8f1Eqssbs5hhaF6IPoe4iVWc5sS1QNiqY9+kjVcsxs+HeKUpiUAikAgkAonARiHg36Af+7EfKx4z8V//638d//F0o/ynn0QgEUgEEoHTB4Ek906fuV42UotVi2ukh0UthYiopBMyRhvixoKZyNu15AgifQt3YiEe0RMRiBMEAd/Ef1pIxIT4iOh1y8yHzyZsCf9SqtqUiQW+eCzOERB0Inpihl5E1OOiFvpEO0GeIRPE1MYUEYUfOKinpw9+iIX+1772tYqLMh3kACyQBxFRdy8hm5Boxq9dzM0nf8okIiRj4VNc+uFTGcGCXDNG/VFWLx8RNRY+jU19RNSj0/pWj0gyh9qN05joaZNGRCX0+KOjztzBgb74jQ2xoaydiJNNRNRjyGIe+ozoxxYRlZgSPzuY0xNH6T7qYMMfHX6UtbuexBQRRbtY6MiLiY52wg99dfw3UY7oY+i6q9eCOnE0H8YFb6kxEf3wC0cxqYvosdLGPz/y/Cq7/pBNEVHnJWLSb0TUo+il+4iVsOmKlUTUl5j4Q0ap5186FHZrEbYRIanXJozgyDfRYHytX3EgshCnxoP4dC3AnC0c5Okgq5FhSN5GlvGDBKaHLIUxfX1GRD0qyw97BLi51r/rSzzKcNAvHNSJw05R16V+7KJz74GfvuChPzHzbQz6NLaIGOMrNnMsFY8dm3wYn/744V8/+lWmx5d4m7567fynJAKJQCKQCCQCG4WAfxeJPxp6TvFG+U0/iUAikAgkAseFwJYzPmPLRZwBbxgCFtQW6kigiJ4IiOiJDIt3i1liJ44Ft8W3zi2CLZQtji2oLeSRJNoJXQtjoo2elGhXT+gpt3rprDTbiD4+/Vtg261jAe5InvjtwEP4EfEit8SmH32Ij++IKEgFZICFvXFqt+ONLn/q+dC3GAkdaRO6CDh98AUPtrBhj5hrJId+2bGhT1eKmIAve/HJG5t5YYu04JM/4xED2+ZLHR98RfQ7o5Ae6vRFz38U7YgyPmX9SPlhJyV8EX3rRyza1dG3M0veuPhHlhBthI2y+Yno58q4kCjqtIvBWPgwNnOoD3Z8wEm7spj0Y66IuIyJrTF85CMfKYhUdXxIh8Kfsr5dJ2KBjVQcrhMEnt2adOjqX6qsf/20a0CbeCL660cc/MDE0WJ4GeM8EYt6viOiEpZ8mWvi2nW9aSewIbDgXwxEDGsRfQ5FHOyl/EqN0VjVE3H4PonDLj1l16KUHrLLjlxkJtKLRER9qY2xwNrLVsTLB//ShqldtY7btj6MkSD59BMRlYg15+ZKfxY8HjqO6PN9NW/w4xvu+lLWT5sXdcYjFbd2qWvFnLue5OlrE49dgHQiopK0+qFnrOLR1q7nkp9EYIMROPi6XcWO5CZX3XZ0YQ9Hb7uq3PD+hc0LG9Zrt9DhcTccLDdceXtZPNI1dvDw7eWqjfS3xu5TPRFYDwL+H/72t7+9/jvqRTz+fV6Pn7Q5lQhk34lAIpAIbA4EztgcYWQUJwsBi2GiP7tVLJ4tYtVF9KSMRbpdM60O0WBRawFuAe1h/F6qYBHvDZneaulB+k2QSU0QF4ghu9oIHXaEjrJ6ek3UN3F8j3g5hyN9Xpjhza8W7UgVL1fwQg1/6fTWUrr86BN5hDCwgPefJTZICm1sxG13IkIC6eBoJUJDGx9DESOyYEiWiEe9OkTfBz/4weINoY4OSr1ZUUzGok9kELKNIJfUiVd/dBEl4oG1o49iga+UNHvjIcbDFwJQH8ZjLpEQnpXGr7fj8i0efRlTw54dnw0TeHmwc0QUZMf9999fPI/RSxgcvzRePon++GvzBwd5bfRcH0gRuJgjxzi9bOUZz3hGgYlY2Yhn6EcMfIjZm1qRK4gVz7WDs6OZ/PMDE37oS+eJOXXtuM5d74ilH/iBHyh8EMdgxGM8LR59w8h4CAzNQ/PhOYz6F58+XXvGwI40W2Nrwo949Ske3y1zjaTky1uIYeb6Fg8/9FvKpz7ESfgV70pCR7/02YqVH8K360/+ggsuKN48DAvktO8CQk29scFXP64T88OfPN/skRGwdX9w3dEx3/yx04/rVD07193ZZ59d4KDOtWYXIOIOpq5JNu5DrnEknDokoNS46CGBXV+ud35cK2LVt3l/3vOeV9wrXL/mXCpm86gv/n2nifshXwhF3z+EH3/mCR7a6Gujm5IIbCQCiL1bd95Vn7flebHkjqt3bGQX6WszIJAxJAIzCCD2fvEXf7ESe6961avqCYwZlSwmAolAIpAIJAKrRiDJvVVDtX0ULViNxk4mu58sWNUReYt0bRa6iD2kigU24sjD7hEtFvN8WARbZNOxwCaIK4v6JhbU8sgFC35ECXIBSWChrq4t/unJIwH4QsrZYcS/eJCOFttEPYLEs8MQBEg6pBfygA/9IDUs+In+xGZM4jYG/tjZGYRoMSaEAl3kg5QYg5iREvL6gFVEFFjxx5dnmSnDxNiQi8aNBBGDPBGXMRofwtSRQzuHPNMOSeg/fNoQGjChj/SBFWmxicOYERTGYVcSMswuJ37U2eFkTGJgZwxSxI1UPPBqhApMYYPcMN9iQaDogx4b0uLgj2/2+omIYn6Mx5zde++9hSCOxGpe6cPDHEn5gK9YzA891yOSCZZsP/CBDxTjUqbDRgxs5JsowwW+CBnxI3T4s2hGWspHRKFjnsSOZGNrvuGtjh/9wUTfcJAXi+8DsokP+kQM/JgrY2sYazOP5iIiKmnKr/nykhPkFrzgrg/jp8u3axZmrjuxmgN1UvWwhIO+YDmUhqn+2RoPG775kEZEMRZHXs2baxlxjqiDk2uInfEYG3v+jN317bqHsbmW/+M//uO6q9K1IH62Ymy4snPN68f1jjhzz3EvIr6D5lfs+nGtEX2LGY76Mh9S3ze4m2v2rjVzBFtErGsIwezZgkg94zFOY3NNw9v4xeA60z9fvn/y5sV3KiLqrkt2TbRvtKS/0wyBh28vtx6+rtw0j8x7/w2D3XxXldsfnoPNUKfuWjtabr9yqDtb7n3YxYeY7+WGcrCvnvzu4rpq165x/3WnoL5eN9CcLZflfSEu2R6zv67nKZ06lq6yi+yGrk9+xMqX2iZDm6t+6b5W3aVimYm/q538HCzL/XZ14zEPMZxXP6zbNd5JefS2G8rtnYiV2IHZYldu8R98Hb2rxvjSq7F1uN9w28FuDnd1bWKYHseuDouql7+2BQL+HfRvM2LPv0fbYlA5iEQgEUgEEoFThsAZp6zn7PiUImCxasFrWHjLewAAEABJREFUUes/F4JBVskjGLQj9CzeLX61P/jgg8WLM7xQ40/+5E8KksRCmtx33331IcB2RpEPfehDtfyhD91TLPYtstUjjBBxfCM1vMHVg/7/6I/+qO5a8GZYRNs999xT37QpRTJolyLgLKwRI8g9/vT9oa4/L/NA9L3nPe8p3porViQMf4gucbAXLzLFePlA4iACjEs8+uLDi0G8cKCJMbOX0rWrzW47mCEsxKUdgYQU++3f/u3i5QV8If3E4y2gxDjF1sQY4EmMUz0b9vwQ9ny95z3vKVLjogdHqX6NU/zikD948GAxjiZ8/NZv/VYZ+tPGn/5gqH9zxQ/hW1uT/fv3lwMHDlThjy0xJrEQsfDRfKmDLR/GJIYmbJvAreHNxnWCaEEoIYTMM3v6YvjN3/zNOj5xEPX6MQ5xu36QO2xdxxZX5o8ebFwv/OkLJuZGnn1LXUsIbcSVeJBJrmGkDxIJUYSkaqlribQ6eshF9r5vrjtjQky59owNVmKFV5s3GBoLXI1liI34zD8d146+EMRiGIr4SIuhEWni8B2XIrTkkV5i8l0XF4LNdWTsyDtj5lt/sBETbOiooydVbuNoOuIkyr6HxLXOBkmHCERWut/4TiPhxCpu9w5zBhc4uSal/Bk3XRiyg7vx+n43Mf/uXcQYjM98mIOIKMZqXuGg3feYaCew4Qs+5o59SiKwYQgcua/cv3OpzN2nd9GN9d9F1/qhd+4t+39pQKwJoCOCrnrbeeWuQ4d6vTv3zfdDd0Z2XH1Hb8P2zaXcOnMM+OAv3VyW3jzy2+nceNGMg7nFHeXSPaXsf187aHuw7L97T9nb2R6rv9IRhVccvmYS0yvvK9e3mO6+tuy/rI9lKo5u/Ncf2Dse/007j5T7R3EdfN0V5b5X9jaHDt1SymvmEJhTfo92hNqt5bx3jmzg/bOODM/UH7qj7Dtrtu6uct7bmv8j5ebDe0fjuKUsveWKceyH3nldOfLuNocHyv5y00jvrrL3wPVj8vbIW24t5U3i0NeOsu9O+V5uKbeO9UZDzWQLI+APWI7iJrG3hScxQ08EEoFE4OQgsKpektxbFUzbQ8mC1UikdqnYnSOP9Ijoj+QiqpAX6hFfbfeKnUQWzxb//spoB40FuUUxoi2if1Yfu2kpxaJYHX8W8E9+8pMLe/X+Q2OHDh8IGP1HRN1JZFHNrtWJk46dO4gHdsiAiD52uhFR7HYTb4vTGNg2P/T0y1abI37a+WZjlyD/6iKivhgioh+fxT4xFljQ05fdUlJ98O0/bHaB2e3EH1+w0k6U25ilEZN+tJOIMF1jiYj6LDC2w/aISX1rM0Yi1jL4sBNH04uIOj71RD2RZxYx3a6eRESNJWLSHhGlffQNHzKMQZkgSdTTYxMRU3FERHG9wdF1ZteXo6Nit9vMNWAOYKsOhkRsrit+5bW7Hpr+85///GLO+HQdmjPz1XyoFw970vL6cu26buHT+tIHieivDzZDafatzrhJG7vdeHalRfTPTKQXERVbfvVjvFK4sWv1YlaOiDqmsooP/4QdkSf8u/75Fh+MxGWs+nFE13fDMVdkGL2ImOqRv1bhu0v4Jtoiot4L6BgLH3zrj45dfr7T7k10xKBODISuVJsUEYekQ+aZwzZ3rhu+m/BNxKCOvT9gsJU3p8YvJgQsvYj+hRzy4vOHEOQfPTYpicBJQaAjr8a7515685i4GvfdEYNlz6WrJvTGdjIdmeaPHVVec0DNlOz+yY6Ies2ustadYjuuvqYsHXhvqfTe+/eXI6++puzm+Rj9HX3wSNlzWdWkXcrSeaU0P+dcV67pCMK+YfB7Zvw7Ltlbzq3NR8uRw525+OtOvGvLgXKkHHm4Nk5+Tfk9Uu574P5y80u7MbOB9wP3sSr3lb3l0rMmZqWrna7bUZZ2Hij7R89BnIxjqZx3Tk9ujq0PH+mx6SLde0mjdHdMk6KXX9MRiGOLMtz5d+3dk/rMJQKnAwIR/f+vToexbswY00sikAhsdgSsSyKm11EbFXOSexuF5Bbw40IiQrXDxeLWYlcdiYhKqlnEWjwjFQgdC25kIJLDM8gcA/R8sBe84AVF+YILLqjkTERUYqItxPmxILZAtlCPiGIR7nlsEVG++7u/u/DhWW+eVYc4EAu7iKg+LbqJ+ogoCBkEDr/GoM0iPCKK+F7ykpeU1772tcVfQ3/6p3+6eJ5Z6T50+O2yBenDHx9s7EhCLPzwD/9w8Xy57/3e7y2e2UWPDjv2bOFhfHY9GZN65IIdROo978uCiT/P//IsNTuL+NDehJ+IqHhpG5blifqmLz+sUzYGdU3UtXxEjx+diD6vjY4xEYTOP/5H/6i+zVRZW+k+EVHjiujtSvfhh0RE1W++xCcfEZ3W5CdiUoZRs6WrH2lE1DmW1795pWdOh3UR/X/uYO6aednLXlavHc9RQ6LyRyKivh2WH5EgeqTGya8+zCmiqs3N5ZdfXp+VaM6RifTpilnetYtI4outNmNWr12s6ogyGeaNQ2wkIupbipuO75VryHei1bV+jcH37Kqrrio/8RM/UXxH+CIRUeendB9xGNewz666/kRE1WOjf2lEX1e6T0SPP1v98tVVF+QXMhPBBvO26028cIjo7SKCeh1T88FPRNR+I/r20n0ios61OODXVdU3LhtnRH+8Hf5i8J10xNbOvIioesPYxcQOGafeLj9YiZst/zCZFbriNAa+W9kciIs9vxF9nxFRrye67jViTkkENhSBjsQ6d0z4DD0fLDe89L5yzaF+x5ZdXz1xNdRZZx5pONzx9+Y9yx2dta/coe/L9hf/nrXjpMsVZ2t2l70795f3PlzKwXcfKZXAWk1/s26Ou7yn3CL+sdgFV1b+dGTfeBdktbuxJyZXtjqhrY4dD5/HeMvlG9RdukkEtggC/n9tXbJFws0wE4FEIBE4JgLuae5tx1Rch8IZ67BJky2KgIWs0C1s2zE7C1qLcQte7RbNiAy7buxqsziWtkWvRTMygw87/OyacRzQwpcP/vmJ6Bfy8ogV+k95ylMKWwSJo3IW0RbwjiPyJU+PTUTUt2bqX4z6lVqEs4+ISh6w4z+iX4QjI5A0iBukIUEGsi3dR5988YNEQPKIBSGAuBCLGJGPjgQ2bCKis+5/IqKOg0+kHWJBDL6o6jy7DH52BsLEkT4khLi1ryRiG7bDoonexUPkI6JiQH/WTploYx/Rxy8e4yb8KMcZZ1TSJSIWpqX7RCxv54MvmMlHRKdZqh/9koi+Tl/KTSKixh8RVb90HzFrN+/wYoP4iohK3Jpfc+O4quvUdQd380rE0bmpZFPEZDec+XBtiZU/c4vgdv3YlaUfBI7rXD4iuKnxiQOO+jHP8mKMiNoe0aetvrWVmQ+/JCKqHX39I9CNW4zGTUcbPMVsnHzSKd3HOImxqpdvNtImnWrFgR91UiJPtJOIqHrq+COuaUS7+wHMHKF1hPnOO+8sjqKzmyd8qI+IOsYy+BiTf8jEK3bj1Zd62CPHfQ/Nj3FrEy8XdCKikvK+V64DO+74Eau5RMZLI6KSgdqaGANpfvhG6Bsf/47Vi8s9QJ1xREQl9iKiXp/+uKEtIpicFpKDPAkIdCTaNTtvnhxBXdDl0fftL+3I6VilIwbHu9vGlXaRjQtdxo60Llnh5+C7l+/cG6s7GtyRf0cePFp30w0JxqMPHhmrDTO7L1sq+993e9l/eHbHW681r78dZy+VA+Mjq53ezK68rmb5z+z4O5seox11J93sUePlDoY1S+W8cnO5dbT7row/6nuyclxVZuuOliOH99TjxxOdY+Xu7zDqMK1qR8t7uynYO97JVyvn/HLMeU51ViUC2xgB/z77P8I2HmIOLRFIBE4zBNzT3NtOxLDPOBFO0+fmRKAtWJEUnmNloWvxK1qkgjyyzoIaoec4owWvsp07FtHIlPe97331eXueg2XRb0GtvfmPWL745RuRRscC2cLaYps9W8/o8qwusWnXp8V/k1ZGpvlC8GMhzk/T4Q/5wqfntnm23rve9a4iTv0bC6JEnh5ixRcLOalN2p7r5eH74uKbXxhFTMZFH+mDiBAbLBF4EVHgpH/PcvMcOPhE9Lb0miAY5Fs6m1ceijlCfuhXagwIn6GOvLomwzL7oWjTt7GtVSKikjf/4B/8g7qLj1/+IqJERBl+IqJoazryRN/msQw+ETEmTmEMf9eDPF0EkOcdHjp0qD5X0XPo4NtcREz3jSRq840Ugos4XEOe3fahD32oPvOIT9cN/xETH+Y2oi9rYxsRlTzSZ0TU8UaE4pokot+t1uaRsTFKibgRaZ5xiFTzPDvjMffiaHauafjAk908MQ7CfxN68hFRyT3l5sN3y3V89tlnV4KLnn6Qc+Kiu1bRvzjNw8UXX1xe/OIX1127/PjuGBvi1g5e37mIqH2zM1ZiN+yznvWsYtewF4hoYytWJL6j1vqgS2A1lIjJPCFy3QPoiYmeGPjj17UiFZ+85wPCQDklEdhIBHa/4VC55vAVdYecXXLkhvfvLte8+ki51hHRTq4ve8uy/XUdMXjHK+8rV3TtbHaNXkKx+yf3lv3teOmu/aXM7vbq7BCKzW7/zuvK0syAhkdBd72mlGuu3lEKu3LtOM7rDy+VIdk3dnHR3rL0lpvLkXZkmN3Om8dxzuuvdCTiXTtvHfve9bbz5r9kZNxJl+n83rRn/9jvrneXMUa733BX2XtggOkIm85qwY9n291Syvgo767RkWT115T7xnh6ycVsnef7rXWX37ll6fD1o/FeUfbvuWnqKG4Lsh5zfksbx/5y3qtHM+WY8zHH1LxkmghsXQT8odG/zf4/tHVHkZEnAolAItAj4F7mnube1tds7O+TRO5tbNDpbf0IfOUrX6k7bx555JES0T8Dy0KaWNAj7yKi2E1ELG4tei2ELfztmNE70oUNfxbTRH1EVKIAGRARtQ86Fs/siQU1/YgoFsuIHv1I2VlIK0sjolh8IzPE8aQnPamSZ9KIKOLQL8KLjt1/b3/728uNN95Yrr/++vLWt7612JklBvZISwSFsYmFH6Seseib6FtcfCtHhC7qWCL6vNj0SRcmUjb6YcOWf6n46Ub0ttVZ9yuixypiUh8R434i+nynOvWjL6KfiF4nYn4qhoioRFzpPmy6pJIm0oiobfSaRETxiYgai/w84YvAjsg3iYhqEtGPUbywaUJfHX2KUqKu6aiHm+sChlK4S9Vrb/XqSETfnza+1BH9uebMh+sEca0fc8aHlI6UHXuijp28lK+IqPhF9CRfRF+mExHj6195ViJ6XFo94jKiP6ru+mx9i81YtftHAOklNv1rE5dUmc0wHzHdh77oRPSxycNaPZEn8hG9rTIC1BF1WMMtIirxqq+mGxFT10hEaJorri9Yu8/44wJC365ZysYaEUU98s646JoreSJu9yGEvj9CuFe5l4gNHnbMOrrsH0zlJuyGoj9txkjXeCKiIPq1uTeqj2IeU2YAABAASURBVIg6tmaL9EMkK0fEmOBlk5IIHC8CCD5/tGjixRHDl1DccfW+cuMbdtdu1GuvhY4UazaH7txXOgquknD1SG33R5BDh27s7PojqUO7YX838o28qw77X8N2PvqeSxnW3/GGG8sdo5h6q/Z7d7mx6/uOgc+h3aS/Tq/F3JmKb9lYyrROpzb1M2XTxXPj2B8C7lD94031Oa5v5vP8dnVd3FVfOh7bsL7HskOijrHptvkQT8uXbjb23Tkg/Toy8o5BHOf95OSlJmOs6Iz7Feuw7xvLvqs7OaurN+8DX11N/iQC2xYBzwB24sKL7Py779/vbTvYbTWwHEwikAhAwD3Lvcs9zL3MPU39iZAzToTT9Ll5EbBotYC2uLWoteAmbcGqXfR2pNGxsLfAtoC22EaMIcgsxok2pIQ2qUU4e/7Y68PFbMFu0dxIPuSanTYW1PrQH3v+iDyf7PnSFxJNvVgc8eUfScOndnFpF0NEf6zX2HyhIqI+zD8i6ssH2GpD7kVEfWMmX/owRn2LiYgnoidG+CLs29FeYxETf+zoiyMi6q429TCJiLqDTXyzIv6h8LFI9NFkqMNeWToUdYSNuFoq30TdrLAh6pvevNT8tXr5JurYtjJch6Kejj6GYg7UE/MvRazwZWeW64Yf9VL4RkTxgSs9vvmEgzpzRhBCjnOaO9eNviKiHvmlyx+/fChLlflruvrRJ/98yre6iMl14hohrl96RJ7Is0EYRkSxq9V3wc5U43Mtis+1pUxaXhxN1NE1RrHzKx64RUQlpyKiEuStX2OioxzRxysWsbKXakN6+57ZLSc2felDauxD4ZMM64Z5bWLUb0QU9wJzoQ+xwlofiDvfOeNr2PBDR0zsEIIE6dl8miN1/rGky9Z3kigbl74Jf3w1spQP9jCmZxcgoRMRoKmirA/3SHqkNuSvRCARSAQSgfUjkJaJwDEQ8G+051n7/4FH3XiEjpM2KR8siUFikNfA5r8G3LPcu9zD3Mvc045x21t38xnrtkzDLYeAxagdL3afWExHxHjxb0GPSTYoC2ALbReeBa22Zz7zmcXbSs8666zSxHZSekgIC+O28EecIFAQMd4G6oUbEf0uPTuRvPnUESIv4fCW2SZ0kQmEb4SHxfq5555bfBEcEbRo148xePi+I3zeSEuHPWGvbwQB4oMoi1tf+rd7yKLfUWDP5xOPPrTplxgbUgdpyJdx8qNfD+/Xj+dwRUQRExIEWWj8TeDS8utJ12PPhoh5VmCxmjr24jVmOCCdZkV9k9bW5l2qTjsfi4QO3SbmXb/szKXrj5hv1+4P/MAP1Jdf2KHV5oCe+SLy5tAcSe08cw2ZaySzY7xewOG5jI52mnPXFV1zq99h/9qe8YxnFH4cA7U7zDXsurCbzk7RBx98sPhLjGtBGWElXt8nBBbCShkZpY2dMgIpIuouQNeO75nvJSLMzb+J66/Nm1S96434jrIxPiQVMb923emPDGOCoTrt4iPiU5ZqkyLF/CMkVjj5nvm+ug/AAS5iJk95ylOK656YR3MKx+Gcw9Q1pc0csTN/8OfXPcI8G7s50ofvKpyNyRjdl9yf6MCELz58/7Xb1Sd+tvpih4gjiDxp60N8YhAvv7DnE7YRUeCkL20RIVuJeVjqRwWSUJpychDIXhKBRCARSARObwT8H9H/G/y/xHN2U55XX/6XOCQOeQ1s7mvAPcu9yz3sRN/Fk9w70QhvIv8IAKQCYgvRZ6ErFaLFrd1R8hbKCAyLWKmFLl2LX0SHxTQyzUVqR56FOeIP4aKsHYFiEY8wiYjCtx0/fCLULNCRMe1m5I2yCLZW9iXgU39IOYSFxbT4LdQtsj/wgQ/UI6X682VpJAFfCDu+1BFkBALHot9z/ewAsnD3bDwkBiKADl19s/Uyjhe+8IUFEYTcMD7xII6QKggRmCJ8HM1BFtA3jibikJfy5829u3fvLmsRNquR5vP7vu/7CrnooouKeIZy8cUXl4tn5JJLLpmqU7700ksL+f7v//6izAd/Qxn6oUOftHxL1c0Tvi+77LJCvPWWyO/du7f84A/+YDGPrhuEjWvWM/GQY0gkxM9znvOcIh5vzx1JMU/wNn8wRyq5xhFWrmUEHCIO6dbIIfMNO+PRvziMlw+knusGqcaP6891bD58J8y9a9H1JDY7u6TqvbQG8ef6UibIMvquHWPyfUM6Iuq080/o0CXy6ggspE2Mw/dTn+KDjWuYb7qk6cKAnhjVafNsydaHfugYCxKd/MEf/EGhrw9x+t76rsGfIE4Rfr6r5kPf5g125qGJuSC+Qwg5hKDvtHuNew+SUczGYI48X1D/7iPuKfy0OeaHf/cg43VPoRsRlWRV5sf3lJ35pS99/vOfX8TgnuJegMR0XdAXi5jEw4f7jPlpEtE/IxEW5p60tkwTgUQgEVgLArvf0I73rsUqdROBRCARSAQSgUQgEViMwGlI7i0GY7u3WLRawFvQWphG9DtSjFsdosDOFYvvs88+uzRSwy4Xi15kHBKCDrLD4hh5YoeOvHqC/FBmgxCkY5EeEfV5ZBbRFtR2LomHIBoQHkgHZSkRE4IHsSBmsejPYl6ZnRdn8OXZeogI5A3SQhnBgixAHvClD+M1Dimygi2C4+Mf/3hBKrDlQ9lD9JWRNIgRMfGlb4RARL8jkW+2niPGrokY2Er54Q9JtVqh7xj1Rgl/82TWf9MRp7z2NqaWqmtChy4MmqhbSWb1zWN7sQUfyC67rcwV4sf1i3RRD1NxIIrN8VCQaeZPbK4b11pE/xxJhK65Muf0hteLePRP9G/O+HVtIHT4ioj63DnfD7vK+CNik7ouxCvv2nL9u95dawhkeW3yviva+ZUS9q4r+vRIs9FHGwt7ushl3wXfX+S3eoQWH2ybsFWnXXz6Fr/vaetLyl9EvxOVHjEH+mULf98hmPju+a7KE98P6bBOmWiDt7zvDz/iFp+4W2qe4WBHHVzMk+8/faQ8wk08xBjch9wTkO0RURB6yEf3G/cJvo3TvcgfGuSRuo2URDLSY4ModM/jFxZigRuBNRGzccA7YnL/pJ+SCCQCiUAikAgkAolAIrAZEciYEoHTA4Ek906DebYoNUwEhYW1skU80iAi6oPhLZotjO26IXbdWfCqsxi2e8YuJrvk7Jixg62RgIgOu9akxMKarQU6sWi2eEcUDPtWFxF1913LR0wWzBFRj8IhJYiYxWmhX7oPXxFR7bVZhNNTLy9VLt1HuUvqs9WartQi3YKdKBN55AFCg49Z4Yvwx7/YCVtlqXYiT+S3ogxjlx/KRo+n4Qx7c6Bsvs2Ra1V9RNT5dg1E9M80NE902IiPXek+5oJoR9Qgi/gQN6KqUxn/qCNsCbtx4yCDRNKmL8QSXbE1cR3oz3flZS97WbG7DcnX+tMe0X/n2CojGxFU8hFRj8rrUrvU98bOODsLkU/0xBrR60ZEMS5jR4Dp3/ePbRP9R0T9PiG5HG+2s9JYyuBDz9jgGdE/p5KOWGCoD3n901OWDoWtsrYm9NkNZbZO7PqX8mHcyDl1BI6IP38scF9RlvfHBKl7lXbEnXuTOYCbXXt2FdphaGenHXzK7mXuVe5ZbJW10UH6uV4ioogBBmCSIjfb9acuJRFIBBKBRGCbIJDDSAQSgUQgEUgEtjACSe5t4clbTegWo4SuRakFq4WzHSwW19osnC2OLWyRB8rqEQYtb5Fu0S0lbGfTVqdefxE9+cAXUoQ9EoRPuhb62loqz06qXT4iJJWUYIfYoC9Pj+gPCaS+STUa/NIvwqFVsRvmlfXJvuX5HYp20nSkJCLqW3vFNBsHX3S2uhgHgZl0KBs5NviaY/5dp1JlfUjVIa/afJofbeKKiDExxk6ddvMSEYqVGFTmR1sTPpoNxYhePyKqT32rpxMR9Y3NCDT16ghf/Nj5hdRDxjkG6toXL/uIqDHQb2Nt5J660n2kTfhH/Dkq/C//5b+sz1aJiPqcvk51HBtM2pjsdnPsVHsTfgiiynfdcWZHnxH3TUcqTt+TJsZiXBFRd90an9ikhA2/UtLajI0daXn62puoJ+ql6vWLtOMrIiRT3/2IqGM31oiobRFRMYWBudUn4ZdP9zH+I3pStZW10Sndhz82xu8PFUhB89t0IqK+HIcf9u6l9DvT/DkNEcghJwKJQCKQCCQCiUAikAgkApsNgST3NtuMbHA8EVEXvo62ORJn4W+B3xatpftE9AtXbY6wOo7oCKm8Y5XtCKSyY4pEneNpjkg2cRzPohdZwVcThBdir/UptUjuuq4/yIGhWNwjH6UW21IxyxNkCcOIqGPTZpePtoi+jr+IqORHRJ/SU08PCSA/K6X7qNOnGAjfUnV8kIiobyDlp0lnWgkAZT6aKBP9sl2rsNso0fd6fLWxRETFvJWlxraRUrqPGOFNhjG3cusvIirBo0xPO9uIqGSUfKtvOq4/+Yj+uoiYTo1pVui77iJ6gghJbrcXQiki6lFdfvXnev/ABz5QbrnllvKe97yn2PHmeuezdB+EEjKJLTLLd9PxWP610ROzPpUdf/21X/u18ta3vrX84R/+Yeeh1OuMXvMrj3RS9j20e00fEVH1EVERPQntu83X2972tmInr34ierwo8yUu1z07ZX5bTPTlYS2vXb6J7wphT1oeUdjEDjs77pS1E7rKfBJYEv6bwBgmUrGZB/eZdt9x74EXDNyv2n1K2u5r8jAgjm631LFsefc1fo0HHq0/ef3CmX8YqUtJBBKBRCARSAQSgUQgEUgEEoFE4FQjcMapDuD07v/Ej94CNKInHyx29WhhbuFvwRwRdSeMRSuyoYkFLJ0m6i2m+RtKq5MSJEATi2LCt7qIqISLGCJ60kGbMomIShxFxBQpV0afiEm9qoiQVImIaoMUIBEx5at0H+PtkvoT0euro9/SRiZE9LGKzxiIfJNWjpj44YP9rPBPtJ9qiYiKy1riiOjHGHHi0hYP7OThJU/KzCeij6PpIGFc0+bENWiO2DVhHtHbRPTzGhFzcYiY1Ef0eX74l4oNCYX8saMOQeX7oI3QEweCCTGOCC/dh10TcdNrcar3PXOUFLnFD5++M8R3jz++EIH8s9XGji5RRxdBhXgUW0RUElp/ET0GbDyTkB4ikj8xINi6UOtPq9cmHnFpiIgxbhHT+Yi+HDFJI/o8/7MCh1YX0ccWMUm1lcHH+Foxop9HGBDzLlZpKxsngQ2RJy0PK+Umyq2Nn9ZfxKSvFrM/lMCoxZNpIpAIJAKJQCKQCCQCiUAicGwEUiMROHEInHHiXKfnzYBAWyAjB+xqieiJPgv29cbXFr3rtV+vXURUYiGiT42tSRl9InpyoNUP04hJW0Sfj4iRZam7oRA3nqVmJ5Xji4vEQ/jXKnx5sP9aRCxr0V+NLp9rkdX4PF6dFg9CitjZhVAiyrNCnw5pbeaMmEPX6JCgGU/yMTIRk+shIur15hpC6hDkj514drzp27PZzKs+EWhNZTUkAAAQAElEQVR0kI3illcnlqFE9Dtl2xiQRHa2IuTET/izkw/hph9+xKGef99fYuz8EHOAcBSb/h0vVY7ox9HwYC8eJJg+Svdp5S5b2PLlyC7/iH7j1jaUiKiEekQMq2s+IsbYRUTVK2v4RPQ2ETFlJc6pijmFoU7Lt5S6PGl56VBa27Cu5RGIsLBT0Mt1Wn2miUAikAgkAonAhiKQzhKBRCARSAQSgTUicMYa9VN9kyNgYToUBAPywE4di/m2OI3oF81D3Ta0YZ08GylpebrKUjLMKx+vRPS7ZfiJiGOSAxG9TkSfNjvpShIRtdm4CAIFZsgUxMdQkCKtjHQhyuoJm3mChCHz2o5Vt5LfY9nOa+dvPWKci2Q9/hbZDGOe1Rn2T0+7FLbmTBkxpc48qo/o59ckR0S9jiJWn867rvXlKLrdW95M+4IXvKB44YwXzezcubPYgedFDZ5f6dl3LUW2eRafl9HQV48oFNvBgwcLktBzL734QbsXPPBFD+HXCDeEIiKQP/75JMbvGrarUHxi4cfLI7xcQnz6ZueFOd5+3fxIiXb9akNi8Qd3eEZE3eUr3oiQTElEXxfRp1ONqyxERJ2jph7Rl80DUS8l8kNRR9RJV5KhjjGupDvbBhf3Usd32Q59DXXVpyQCJxqB9J8IJAKJQCKQCCQCiUAikAhAIMk9KGxDaYtMi09H+dpCVD1ywi4ebW3o6mdFOxnWN/2Wams6re5404ioLiL6tBYGvyKiEgARMa6NiGV1GiP6evlFYgzwcCwPMQIvbxa2O2eR2LWzqK3Vf+Yznymklfm0q2otsh6blfzzt1bhz67PeaJtI2VeH61u2E+re+SRR4q8NlgTbzJdtNts0TWwqD6iv34i+hRh6PvjOW8f/vCHi2sF8WWHnLfQIsUQbt7AiphDlCHZkG/IM+3e9IqERBDZsafve++9tyDkEPGuR2QeXUQcX56hR/gh6hGIXvpAV1xiaf7+4A/+oLiWXdePetSjCjJPXFJx8CUufviXErv1xOY7DVdHVpF7YowIyfhofS10vyKifve67DiVn5WImK1aUxkuZNZoWCdPxE9afpiyVx5K01XX2qWz0toRqchdmNNRPxR1KZsPgYhYdv1uvigzokQgEUgEVo+Af3siju/f19X3lpqJQCKQCCQCmxmBJPc28+xsQGwRUTz8HaHjPwBcIiNaXrmX6d/D9mF+qKXeopgM6zciHxHLiIKIvi5ifjrsN2K+TsR0PSwQI3Z7IW0iYugm85scgXYNmkeCzBIyQsq8yh+v6KMJ8sxuO0dl1XmOJaIPyYhgRPYgF6UEQaaNINsIfSlfRMyuP0Sa7yqCDyGMQEZWsuWTHX/apOrEgpS2mwyhiTA07qarHzp8sBmKeFvZ/YFfdi0m4yN8Ezgqwzkiln0/tTeJ6NsjJmlrW00aMbGLiNWYjHXE2Aot31L18kR+nqzU1vTpwM9zC+Vh0tqk6qQpmwsBx9pd35srqowmEUgEEoH1I+Ce5t62fg9pmQgkAqcvAjny7YZAknvbbUa78VhYRvQLYgt/b4lUZwEqbWRcxPp3MfBDmq+u2+P+iehjHjqKmK6LmC7P6opJXcRiPe1N6BsDgkWq3Nq2cmoc82S9Y5rnS916/W2knThc20Seb0TtsKxuPeKaQGwh3nyX+HUcG3Gn3n+o5RFtyDU6dLUReWSdekJHHWnXXETUN+qqsyOMXUTUI7Bs/cddyl5bi0mdNuQdvxH98zSRdJ6Vx1+zkSfs1TVhpx5uSEEpHXV860M5oo+HHSJyJSwjFn/3ImIuKRgxqY+Y5PUjJiLfZLbc6teTDn3N5pWb8B0R9VmCcIODl5zAyVxGRMnP5kbADlvfj80dZUaXCCQCicDqEXBPc29bvcU6NNMkEUgEEoFEYEsgkOTelpim1QcZEXXxiQCIiGInzsc+9rFiR0+ri4h6NKnVqSdtETtMyzE+CBQS0ftstha78siQ1h4RNbZWp76MPvIRixfHEVFJgYgYWfRJREzV67PJojFp761LxUHf6pAb8q1Nqp7Iz4p6sqhe2/HKrO/VlI/V52p8DHU22t/Q90bkzZlrmbi2xIuE4jsiJOuWiKjXLJ+up9J9kF2InXaNyxN9d82VlKNL2KkXY0QUedcZUVe6j7jZi5lP5WZLh3Rq9Vrlr7Wp00YiovYbEQXhiJxTT0ee8Ms+IsbfGToRUX23vunIR0QRl/4Ie+QjMovdrET0ftVHhK4rdq0cEcv6jejr4AEbIh8RdTxiacIhX8piUSYRUeNXL05pRGiq/dXM6FdEX0+HqJY2u9m8chO6RFmM5suLiuyOjOhj0J6yeRFwjB0xa942b5RbN7KMPBFIBE4uAu5l7mnubSe35+wtEUgEEoFEYDMikOTeZpyVDYjJ4hcJYdee3TcRk0WthaxF8gZ0c9wuIvq4OIqISgaU/CQCmxQB5NNGie/gSrJR/cz6QUwh7Yj8sF1dk5XajmN6tpWpe+zRo0fHROS2Gtw2HYznTTpS7SVTiFlk7TYdag4rEUgEtiEC7lnuXe5h7mXuadtwmDmkRCARSAQSgXUgkOTeOkDb7CbIOwt0O0s89L3FG9ETadqRCq3+VKYRfUxiiIi60yYiFFMSgU2HgO/NRsmQVJuX36h+Zv0g7dwfmgzbW51UTK1NXl2TTTcxpyggOxw9d1EKq1MURna7BgQ8j/P8888vXhzjRVP33HNP+eAHP5iSGOQ1kNfAlrgG3LPcu9zD3Mvc09ZwC0zVRCARSAQ2KQIZ1kYgkOTeRqC4yXz4qx7xMH7knsW8sjAj5h8f0z5PEIHz5Fi689rn1YlprWIRHTGfAIyIMUEYMZ0f9hMxaRNXRIyblcm4IjNbFoGIWHg9RKy9bREQEWv3FbHYxvW3SCIW20Ucu23Wr+9Tk+F33VhbfUR/32i2EYv7YXcyRCyr7YduG5t8k2Hd0FdrX03qPuuFJRExdhExyY8rM7OpEHCMzcL4uc99bnne856XkhjkNZDXwJa4Btyz3LvcwzbVTfVkBZP9JAKJQCKQCCxEIMm9hdBs3QYLcs/Y+tSnPlU86N+uG6OxkJWSYV55K0lEVMJmNmYL8Yi+LSJmmxeW264buA19yC80yoZEYAaBiKjXZcTq0hnzVRcjVuc/YqK3aufrVIzo+1qn+ZYwm3c/iIjiGYR2UTiiuyUGkkEmAqcBAjnERCARSAQSgUQgEUgETjcEktzbhjNuEeo5ex60O1xwRkQdbUSf1sIW/RURlUhp4Rtzy681hRFijyA9pUR+rb5SPxFIBLYMAscdaEQU94+/+Iu/qOlxO0wHiUAikAgkAolAIpAIJAKJQCKQCKwDgST31gHaZjJBas2Kl2k4JvbZz362vkXSzrQWM91hXnmeNJ3ZdKiL/BqWI2JWfVk5YqIT0ecj+nRWOSIqgRexPKUbEZKxRCwvR0T1gayL6PMRUR+AH9GXjaG1S5VJRJRSxu63TCYi6pgjTo900cSYw0Vt662PmI8pf/pbi7BZJBHz+4mIRSYntT4ipq6x1nlEtOxUe0TUcmuM6MsRUavgVjPdr2G+K1a7iF5PmUREvbfRdb+Tqm8yLMs30d7yUmUiPyvqZ6XpqJePiGKXtPvtX//1X6uuLwXSVgv5KxFIBBKBRCARSAQSgUQgEUgEthACWzfUJPe27twti9yCkljs2klisalMKEvJMK9M1K1G6DahP8wrE3UR04tx9U0ioi7YlSP6fEQozpWIqPoRfTpPKaJvi5ikQ72Ivl5dRE8MRPSpuiZDck++1Usjeh8RobipJSKmMIvYvmUT4ZprohwRknVJ8zMvjYi5uOponv6x6tgtkojFfS2y2ej6iEkMQ98R0/URfZlOxCSvPJSI5W0RMVaJmM5HxBTeY8VRpuE7KtZkWNfyw7QqjX61+lFxKmlti1LK/sAh9fgDO6Xde5XZSFMSgUQgEUgEEoFEYJsikMNKBBKBRGCTIZDk3iabkI0IJyLKn/7pn9ZnQbVFZkSMXUdM8uPKTZqJiLq438jwIqJ4yQifw12NyimJQCKw9RFo970TORJ9IPPcS77whS+UT3ziE/VorkcitOecnsj+03cikAhsDQQyykQgEUgEEoFEIBFIBE4GAknunQyUT0IfFpqtGwtNu0iUI0IyFnpNxpWjzKL6UfNJSSKm413UaUSvF9Gn8/QiohKDETFujoipOovz2R16Y+XMnJYIREyukYjp/EqAREzrRqy/vFI/J6stIk5WV2vuJ2Ll2NZ6L2v6w3Q1QbWde+y8mRyx537iOXyrsR/oZDYRSAQSgUQgEUgEEoFEIBFIBBKBdSOQ5N66odschhH9IrctMpFVFpkIvoi+zcKzSYu6lYdpa5tNF+lExJgoi4hZs2XliF6HP40RMWUfsbhMf1YsomclYr4PthF9m/6bHdz+0T/6R5rrM7xa/bw0orePWF9aOzmuX2k8D4GIxfMxT/9YdRFRn5s27xooCz4Ri2OIWF/bgq7WVR0xHcMiJxHTehGrKzd/EavTj5joNdtjpebjWDrHavfdXyTuBU34WaQ3rBeTMv2/+qu/Kp/85CfLox71qJI79yCSkggkAolAIpAIJAKJQCKQCCQC60dgbZZJ7q0Nr02rbYFJ7Bz5yEc+Uo+HCVbdUNriVZ32lEQgEUgENjsCSLSI2JRhtnupGB9++OHiHhyx/HmemzL4DCoRSAQSgUQgEUgEtj4COYJEIBFIBDoEktzrQNgOPxH9wvdv//ZvSzuSa9FJ2viG+VaXaSKQCCQCmx2BiP7+tpnjtGPvL//yL8unP/3pYgf1Zo41Y0sEEoHTE4EcdSKQCCQCiUAikAhsXwSS3Nsmc+sYmJ0j9957b/n85z9fj7si88iiIWobStvVJ7U4JfJDnUX5lfQW9R+x+gV7xHzdiOn6iEk5YjoPHxLR76qxw8aRXOKh+BG9fkRU/MQ9HK9yk4heJ2J52nQyPTkIRMT4GG1EPx/mueRnTQhE9NhFzE+Hzma/FxHzbSIm9UP7iEm9uYqYlCOW591fCB8RIVlRIqLQdw8bKg7jXinPVrv0MY95TPm6r/u6cuaZZ5bHP/7x9djt4x73uPLYxz62yjd8wzfU9i996UvlU5/6VBm+pZyPoQxj2cT5DC0RSAQSgUQgEUgEEoFEIBFIBLYYAknubbEJmxduRL/Y/eIXv1jf2PjlL3+5qkVEfY5cLYx+5UJzBEQmx4lAmm8nBCL6e8h2GtNGjQWx98xnPrOcf/755YILLijPfe5zy9LSUs2/6EUvKt/5nd9ZLrvssnLOOefULv/0T/80d+5VJPJXIpAIJAKJQCKQCCQCiUAikAicLAROLLl3skaR/dSdZp/73OcquWe3ScSE2EtCLy+QRCARWIRARBJ7i7BRb2ehP5i4j37lK18pDzzwQDly5EjxfL0PfOAD5bOf/WzdzffUpz612L139OjR4uUa9AkfKYlAIpAIJAKJQCKQCJwWCOQgE4FECCoTgAAAEABJREFU4JQhkOTeKYN+4zq2gLT4fOihh+qOEYtR3iP6Rbt2om6RDNvlVytDf0ObYf28fEQf27w2dRExPmrZxlNW+YmISnZGxJSFI3oRPelpka48z3cbB+OIGPuKmOS1rVUiYq0mqb8OBCJi7pxFrK5+HV1uW5OIHjMDjOjzEaE4logY4z2u3KBM+y62dJFb7f6oQeSPV/TTfHiOnnxEFM809Wy9v/u7v6NS/5jyiU98ot6rduzYURzX/cxnPlM+/vGP12PB7AjliJCkJAKJQCKQCJRSEoREIBFIBBKBRCAR2FgEktzbWDxPibeIKI7kfuxjH6vHcBFWFpQkYvULSvrklAziBHUaEZV4aO4jomVrCquaOUm/IqLGEzGdnqTut303EdO4RqyvvJmBilj7mNYznogYm0XE1HU7btgkGfetoQzDmq2fLQ91W36o4xl67q/tuaae0el5nXboPe95zyu7du2qzzlFLH7rt35rofdnf/ZndRdfRI9b85vpmhFIg0QgEUgEEoFEIBFIBBKBRCARWAUCSe6tAqTNrmJRabeIRWiL1eK05TNdjoAFeJPlrVmztRDIaBOBE4eAF2c4euuo7aMf/ejylKc8pTiC6w8D73//+8tv/MZvFPdfO4Gf/exnl0ceeaSW2dARmfsxkU9JBBKBRCARSAQSgUQgEUgEEoFEYKMROH3IvY1G7hT5s0AkCL0WgiO5n/70p8sXvvCF8VEwbfSki0R7k0U6x6pfZN/qpcfyMdseMX+3S8SkPqLPRyxO+Y2YbhdPRH80F7kX0bfTTUkEtisCEf11HrH6dD1YRKzO/3p8z9r4LjeZbVtteTX2dBB7iLp2nF+d3XwRUb7lW76lHtdF7nn5huO5dvY5zusY7/Bevdq4Ui8RSAQSgUQgEUgEEoFE4DgRSPNE4DRDIMm9LTLhFpNDGYZtIfnJT36yLjD/4T/8h5Xg0970I+YvuFt7S9msRZpdS2dtW710tm1ROSLqsbaInoBrthGTMVhkN4mY1EesnEfmldHn7//+7+sxw+Z/VF2TiJX9RETVW8+viKj9Rkyn6/GVNonAahGImL7eIo5dXq3vlfQiJv34zkZMyivZrdTmOztLmKlrNhHRsjXVtkiqQvdrUbv6iChIPWSeP6C4jxiLP6qce+65xTFdR3Tt3utclfPOO6/8+Z//eXE0F7mH9FPP11DUpSQCiUAikAicegQygkQgEUgEEoFEYDsgkOTeFp3FiJ78snD8P//n/5S/+Iu/KENiz7AsJKUpiUAikAgkAutDICLKP/7H/7i+JReR5424duh5sYY/Eni5BnLPcVxk3tLSUv0Diz+4eIM52/X1nFabDIEMJxFIBBKBRCARSAQSgUQgEdi0CJyxaSPLwFZEwM4V5J3FpCO5n//856u+hWdET/ypiJjexaIuZTECEYnXYnSy5dgIpMZ2QwCBh6CzW8/uvYgoj3vc4+oOPbv17NBTtrsvIuoz984+++ziGajuze7R2w2THE8ikAgkAolAIpAIJAKJQCKQCGwuBJLcOxXzsY4+I3rSKSLqsU4LTuQeV4cPH647RZQtQtU5MiZVt0i0N5nVafXS2bZW1jaUVi8d1q83H9GPNWI6PR5/dt4gRu1yJHxFRLFwJxHTfUWsvczPPImIsugzT7/VRUSd84gTmy6KLetPPQLtWpBGrP062IgRRCzud+g/otdbKdah/mrz/K1Wd6jnfjRPhjoRMSyWof6jH/3oSti559olLaWMvLNjD7HnvusorhjpP+lJTyoel6AO6ccfG2lE1O+zckoikAgkAolAIpAIJAKJwGmAQA4xETgJCCS5dxJAPhFdWER69pOdIxaQFo1EvVSbfuWlKYlAIpAIbFUEIk4dIebRB+1+6g24yD2EHVLv8Y9/fH3mHkLPHwvcj+Wf8IQn1HpHc9VtVdwz7kQgEUgEEoGTi0D2lggkAolAIpAIrBeBJPfWi9wptrNTxA40O0csOOUjYryDz2I0IuoOlFMcanafCCQCicBxIeCPFsfl4DiMkXutf7v1PGNPHXLv6U9/evnUpz5Vn3nqCK7n7vmDijYEn7fsqm/dR0TLZpoIHA8CaZsIJAKJQCKQCCQCiUAikAhMIZDk3hQcm7sQEfU4V0T/9kaLzI985CO1bhh5RNRiRNQ2i02CAFwk1WDwi/48GaismI3o+47o06bMp3xE1KOw5QR+Ivq+Iyap8TuyjPzUdUvlm0RM9FvdbBox0YmYzs/qtnLE6vRgNJRmn+n2QyBi+pqImF9e7fUQMbSf5IfIRUzqI6bzQ72V8hHTdhGT8jDWYX4lf4vaInq/vrek6UVEy9Z02I98rTzGL3pD4b9Jq28uWr1j/Y7mIvfUSRF/7iPyv/d7v1fJPuTek5/85KLu4x//ePFiDXrKzWemiUAikAgkAolAIpAIJAKJQCKQCGwUAknubRSSJ9mPheUnPvGJ+iyo4YIxIiqhNwxnuFBteWnVOYG/IpbHMuwuIobFk5I3bqKziOX9R0TFLyKopCQCicA6EWjfs3WanxQzMZJFnbU2aURUsu4LX/hCfZ6eo7mPetSjyjd90zcVO/QQeHZUR0TxYiPHc92b1f/FX/xFcZwXwcfXov6yPhFIBBKBRCARSAQSgUQgETihCKTzbYtAkntbdGotIr1I4/Of//wWHcGpCzuiP66cC+1TNwfZcyKwVRDwhxT3irY7z9tvEXV2AH/91399WVpaKhdeeGF54QtfWL7hG76hfPCDH6xDO/PMMwuCz4s1HN1tpF5E/uGgApS/EoFEIBFIBDY1AhlcIpAIJAKJwNZCIMm9rTVf42fq2T1i555FpkXncBgWkUMZtg3zETHepRYRtYmdxay0SW0Y/dLWpLW3dKSyYhLR99OUIvpyRNRYWv1604jeT8R0yl9ET+pF9G3qjiURvW5EHEs12xOBU4pAxOJrNCLq9ysiVowxIsZ6EdP5FQ3nNEbEnNq1V7X7i3RordxEvbyUyC8S7bOySFc9Xfc8BF9EP6YvfvGLdSee5+kdOXKkePbpgw8+WDwqQd0jjzxSHzuA7FP3l3/5l4UNP/ylJALbCIEcSiKQCCQCiUAikAgkAonAJkAgyb1NMAlrCcFi01GvtoBk6y2N0iZ0mqhreanySmLxOasXEeMFv7ZFspLfYVvExJ/6iJBUiYhxX7Vig36JmSu7beAV0RN96hZJxCSWiFikdsLrI2KMScTq8usJKmJ1viOOT289sW0Fm4i147KecUXM72c9vmZtIhb7jpi0zdrNliN6XYRYL+v7p6Z9b5t/5UVCZ16b+qHM05mtG+pH9PcK911joWs3HtLOsdyIKP7A8pjHPKY88YlPLM9//vOL+4y6pz3tafV5e5/5zGdqqq7kJxFIBBKBRCARSAQSgUQgEUgEEoENRmB9K64NDiLdrR6BiKgLRw9pt2vPA95Xb73JNU9geBFRvds90xbkFukRfX1tzF+JQCKwYQhEbI/vlj94IPWQexH9/Re5116sgdDzB4PHPvax5QlPeEJ9Lp97DELPEV62yL6HHnqo7uxz39kwkNNRIpAIJAKJQCKQCCQCiUAisFURyLg3FIEk9zYUzhPrrC0KLRQ9oN1i00PdkXzamgyjUDcsH28+YvGCfbYvZbLePiMW9zX0GRFzd7YNdSzQxUI2YvdMRAzdZz4R2JIIRMTUd2cjBhER9UhqOcGfiEnsq+3K9381uvP02j0kYvJiDQTe/fffXz772c+Wj33sY+Xee+8tjul++MMfLp6Jqs1bc92nP/nJTxaPU+B7KKuJJ3USgUQgEUgEEoHTGYEceyKQCCQCicCxEUhy79gYbRoNC0ILTM9vsqiUtytEgNrmibahzNNRhyjkLyKqurp5ojEipgiBiL48T7/VsTseiej7iFiewqBJxPL2iCh21iBFH//4xxe7aYzVrseI+foRccxwI2IuDhGL64/ptFOImLbvqtb8EzHtI2L9ZZ23eZQqN1Feq7CNWH88EZvT1rjWKu26XUu61j5m9SMW4zeru6gcsdhHxKRtaB8Rtei755qphe5XRNTvUZetaURfjuhT9fMkom+PiNrM5zypjYNf83TUDVSKMml1YjZHytKIyVFdLzdy//RHg4ioxCZ9x3alJCIqAegFSPw2Kd2n5aVdMX8SgURg/QikZSKQCCQCiUAikAgkAqctAknubbGpt4j05kWLRItGC0qyxYZx0sOFUURU8sBiXBmWuaA+6VORHSYCYwQiYiofMSmPGzY8s3aH7hMRPaF3LGu6hF67z0RE/aOCF2/YxaeNND35lEQgEUgEEoFEIBFIBBKBRCARSATWi0CSe+tF7hTZfelLXyqOdzmKawcJgoqconC2VLcws3svIuoD8OG2cHFd8pMIJAInGoGIqIS7fiJCUiUixvW1YhP8cq+YJ/NC84eXiMkYEHpsPXfP8/oiVkcUzvOddScSgaPl9it3lV27bigHi/xV5faH19/f0duuKlfddnT9DtIyEThBCBx83a68NleBbeK0CpBSJRFIBBKB7YLANhhHkntbaBItDv/sz/6seN6esNuuEPVD0dZkWD+btwBt0vRnUzZIsCZNX6pO2mTWdrXliKhH2ZCVEf2CWJ4YIymDT0SvExHVriz4iL2JWCOiiFWd1FFdfURM/EUsztM9lkQsto+IGm/zYVyLpOlERFn0aTonIo2ISq5ExFTM+oqYtC2K/1j1/KxVIib9RizOl1P0iZgfk2uvidAiJnrKGyURE78Ri/Mr9Rex2C5i0raSj0Vtw/mOiCm1iKhHYX0vpxoGBd9bMqg64Vn9kZU60j4rTd+8azMu4nEKn/70p1tzpqcKgfff0BF4jcQbBPHwe8v+nbeUQ+88r9y664py885ryr6zBu3HzB4sN+zq/L7uYKd5tLz3wP3l/gPv7WjCrrjwZ2TDbihX3n4Mu4UOT0rDMtLj4dvLVUjRh7vxXNlh0MZSsRiFNMa9ax/VH3zdNIGKEN01auut+BtgwcdUO62RjrYrB7qapgRhu6vc8P6uUrzL/HT1x/kDl11t7F06S+7Otu8axbusHpazsYi58znxj4SeVVpFucPp2nJLuePqHatQnlFZFsMIzxm1tRaNfxartfooHSV/wzzcVulo9losHU637rxrzTi5hus1dsx+B9fjMXVTYTMhkLEkAolAIrBZEUhyb7POzJy4LA4tDL2lUbNFo9SiWZqyMgIIJ4Teylqbq9XcejbgPImYJkg2V+QZTUPAddck4vSdM/erJg2btabs2UjdD4eibp4MdeTn6Syq0xeZbZ/1Q2dW2KhrqWvA8z49MxXpF3H6XgtwOXXSLajfdqCUc84t55YDZT+ipwVz1r5yxxt2lyI9dKgckm9ta053lH13dj7u3FdWplB2lxv11cktl5ey582dTZc/dEy7NQe0PoOO4JhHVOx+w11l74HrRzsbO0x/dn/Z+84by+6zlso1bxqNoRvHLeXankxDvMmtV1QAABAASURBVLztvHJXV3eok1a/tLOU/e9ruxsRoqWce3h/pz0K9/37y4GdSxMML9pb9tw9aO/Ujt52azmy59Ky46Iby8q49XNy40Wd0XH9dGTiCsTgaA7LoUMwumI0/g6jK3cVZJHxj2UwzxO7Q+WuVx8pt97WcBkEe851YwwPvbmUa69cicws5ehtN4zmaOADTuu5trtrYddL7yvXdPM3jr/LHz+epex+w6E1k2iDEZ2YbIfTugjQVUezUdfjqjtMxUQgEUgEEoFtjkCSe1togi0o7fxwvLQtGLdQ+Ccs1IjVLZIbQXbCAjkBjs2zeZ8n2k5Al1veZcTqroeTNVCkTpOT1edm7Mc1jNQi67122ZHNOL5hTBFRdwkj5yOiREQx7q985Sv1xRpSbaUMrTJ/UhCwO++BjkDac03Ze04pB95tl52ee/Llqttu73ff1R1Sk11ldhZNdkwNjjQOdzK9bj9HI+n97arkS5+3M6n3s/odV3YBjfsdEUqVsOlIm1Y/8bur7khsZNzB191Qbr/tqlpHl94ouI70mdS3nXJTfdkBhcx5zYFy4DW7Oh8TLHofHTHxpr1l/8925NL7by3799w02uW4o+w4q9fwe2nnuZJSOpKuEnB9qey+bE/Ffscle0s5fKSvNTc7rynX7JyQrgfffaDsuawjXHuN7vfusvfySXtHX5X3dlzt3ks6CtVcjDAq8nUOxd4LXJbtzuo82qEFn14m45zFr8epI/Z2XVsO3H1th8ngOuBnmewol+5p47+13LxznbvllvkdVSA6R9llc9fVq7viLQfKzS81/v6aU9ePs6ur12an2P3MH2vXMP7pruG3HSnXIXDHdcNM135l57NhPpiHG4bfqStdL23nbKc/0hOX+eFxcSwzfehrZM9uWrp5et3to2P2XT+dbvO/aL4n9jP9tD66a2o1Y6l+3r18jHVnYeervwf0Ox6H1yMMxnPT6fEzVQc7lSmJQCKQCCQCicACBJLcWwDMZqy2OLSwjegXi2JctECMCM1V2BCL62MJvUVSnY1+RURdsEYsTsVGIo6tQ2+eRETtsZEjdCL6utqwwi+6Q7Frz8s01PEnbRIRc8czz33Dp2GpHDGx5zNiUo7o8+pXIxFRj8JG9HZf+9rXxkcWW5/SsuAjHkJnKOqazDNtbdLZ9og+log+be10ybAfeXUbKc1n6zeijyNiftpwjpjfHrH2+tb3WtMhDrO2w7Z5+Vl95Xl66hpG8ouEfUQ/dhgpN1327jFNlAkdQk9KInofEaFYJWKSrxWDXxFRv1/6JK2Jz6GoV9avlKhrEhE1G9GntTDzKyLq90c/JCJq3xF9WkYfvvVDRlVz9SJ6u4g+5ZNE9OWI5Sl/EVG/ty3fCL1HP/rRqlJOEQJH37e/3F/OLXsv2d0TLzO7wO5/y82l2D335j1dhPeXm3+pJ/92/+Qt5ZZ39jvS7nr1ueX+t1xfbn+4IwF+9ubq77qu7a6dR0rHM3V283/uf8sV5dq757fNre3ItSsOX1PaLqm2262UI+Xmw3tH9beUpc7v/sv62A6987pyZExYdiRYuWmkZxeZmLue5vo9WG59y1K55dDIz6Eby+6LbizG2u8ou2NE3nX27eesfeWmPfvLFW87r9w094hn73PvRR0F9+CIwGu2S+d1s9AVzloqS6M5MDdl51Il/o48aNfa0XLk8J7CvtMc/zRisFYgBMvecumAUOx6K7fXnYT9WIzh3FffVRbuMOvG2TA+9M69Zf9ozjvqt+wf4Hfd4Vu7Od9dbuwwPvfyWyquK+/s6ncinrfURdSN/9xubDXmBb96ErUnoq7v+l3Zd+ekI0zbrsYdV99R46njeHMpdv2pu+XycztCDg7dfM7M+6FX3leuH+8OnL5W+rF2fYx/jpT7HujmagrncWOX6cjeO/XTyy0FVl1193PkLfeVvaPr6padN5cr3t2u3bvKdcNdmp1u/zM/lqO3XV/277mrH6c5OOe6ctdKOxC766q0XaSd/pG3dcSiDhbOt0Zy/GM50F2TdS66cU++t53vjhRu39Wp63F2boxrtm5qvjpf+ZMIJAKJQCKwfRFY58iS3FsncKfC7LGPfWx5xjOeUf7JP/kn5fGPf3yxg+/v/u7v6g4RC1SL1aHMizEiajW9mhn8iojx4rZVR0RBijUyTEpau36HZIC8OqIPKZEn7KRE/bCsTll9yytHTOKKiLkLdzERsRK79BB5RF7bImn69IbCdlZm25XZW+zzL0/UN1Em2umRiOkxRSwv02PDlq+VYtFO6DzqUY8qBInwmMc8pjRRp50en8cjfDThcyj60bbIvzGtVZqvtdpttL45WatETOZ2aBsxqY+Y5OkYLwzXKuxmhY/Zutkyndk5NI9DGbYP82yHMutb2TxImygTY5WSldq0k6YvLQs+7h+ItCbuk/LuTUT78P7CTauTEu1EvtlI+fFSnqHwP1um14QdX76H7tuPe9zj6gt99JtyshFAttxfyjk9GWTX2LKjuR1hcE1HRpWLrinXnTOJ7+j7bi3X1h1Qu8oVb+l81CaER5e5vH82346rrykowa5m/s85HRnRLfYPIc7ma0zVHu0IodKRAW03D2KwJ73KYDfbUjnvnBkC7PCRghor5dyOxNwx8rmjIzP7I7Dz/S6Va159pFw73OE0slycjPB8YH9578OzWh3xeeW1HVHakUqzTVPl3WXv5UfKkc7+yOHSx3vR3rLkWYWVuDuvdNzYlEXp2tvR3EoI7rl0cmx3WnN1pYdvL1d14644v/Tm0mZ3Fj9HiFfjcELSXVHue+UcUrRz0nZv9S9v6Sq6n55E7cmxm8r1pd8p2DUMfx7oyLEWa0eqjsmtjgiq8Wt7zXyK+Wh3PU3tguwI1gLn6n/6WjnmWAeYtR2hkzHtmiaxL99bdtc+SrGTcyqGjqg296PmUXJufx3U0o7OpmbW/mv0Pa+GSOSa6X4NYt81Nd9d2+jneMcyHOPu0S7V6rq7B9T7Sy1Mfi2bm65pWd3UfHUK+ZMIlFIShEQgEUgEhggkuTdEY5Pnv/SlL1Wi7ayzzioXXnhh+d7v/d56LOTcc88tz3nOc6bk2c9+di1fcMEFVZf+c5/73EKe97znle/8zu+s8vznP79813d9V/nu7/7uKi94wQtKE/Xa238YhzZ0tBN5Mswrk+b3e77ne8ru3buLtEkrS4fyfd/3feWiiy6q8sIXvnBZeskll5RLL710LMoXX3xxabpsYdNEWTu9ZidP2BA6+m02i1I6dJuwVUd/OAblWdGuTroagRP84GgejiXmx1yZX/NMLujmv10b8k1a3fGm/PEhbaJMlKWzsqh+Vm+l8nd8x3eU1ci3f/u3l40Ufc7zt6h+nm6rW2TzzGc+s5xzzjll586d5du+7duWCXJ/tTLPfmlpqZx99tlVnva0pxX3k6c+9ak1lSfK3/qt31p27NhRvuVbvmVK1H3zN39zWUme/OQnF/LEJz6xLJJv+qZvKt/4jd9YnvCEJ5Sv//qvL0gvBNhQkItDIrHlG5nYCEEp8o/MI/4aSdeIOM++89baoXzxi18sTb7whS+UJp5x+vnPf75I1bkPE7rK2shf//VfF/LII4+Uz33uc/X4rccoeMaeemOBiTQiNvm/Nts0PGTRA93YHhgRJKOF/eRobtc276cjA65H6I12a9kJNk/tRNTteXNP9rRdQMfczbXKIOb5tdNLP3vfvav7v8UNpd+zuILDehz3rlJ3uzmeO1A9+LorOmLrUGm7k3acvTRo7bJH7huTaLsvWyr733d72X+4J11LRwXt3dkRhu+7r5S5xN3uSkTufz9ysQyIoM5v/dlR9r1yqfTHUXeVKw7sXbCzkPLBcsNL7yvj58i987qOElW/fmnYeoZi82L893ekayt7xpxn8g0J5NYmrcRzp9+TtGpGcs51/TP3hnF21+dViL5KHHfXS911OtLvkw34vdSRyD0JW52dta/cob9RX46PDp8nOBx71d+AX8jzpbdc0V2b3fX50v1l75v2rYPUPfZ8n4yxbAAc6SIRSAQSgUQgEViGQJJ7yyDZvBUWrhaxdoL8+Z//ebn33nvLRz7ykfLAAw+U//2//3eVD3/4w4Ucq3zPPfcU8sEPfrAecfjABz5Q/uAP/qCK/B/+4R/Weu3kj/7oj4qU+M8/kedjKPRm5UMf+lD50EjENpQWZ0u1tbz0j//4j8tQ/uRP/mRcljf+j370o4XA47777ivk/vvvL02UtdGhT+SJNtJ0YblIPvaxjxVy+PDh0uTjH/94+dM//dOxKJPWLlUmTe/IkSPlwQcfrPLQQw+VWXlwpu3hhx8un/zkJ48pn/rUpwo5evRo8VblJl7C4noh3rSMbPjsZz9byYfjSREX/BG+h6IPQudYfSBCmhxLVzufhP9jCb2NFP3N87eofp5uq1tkY4zw+Ku/+qsyT5BHa5F5PtTpAymFoGpElTwSSz1CqqXD/tgS9iuJcRxL2PNF9KHPWVE/bFcmbOdJ06XTpPk0HmKc88TYh0K3lfngr/lXJkOd5hOeiEMkoDQi6o5ju/nmkY9lU3y2fxB2eTmS6witf8NIJSHunn5BwyIk+mOVR8t7D7S9XQiPTvvu/giiFzsc6Iob9YMQOtCOEq7L6f0dadboIXH3RNix/CKebhntptPtkXpEVm4oHUnSEUr1OG5H9Fyz8+Zy6+jlJHY9OXrYiL1qddFoN14tlDL1LL2l80o5sL+UAZFn59j+A0fK0tk7RhbTCfLryNuuLx3FM3Mkt9c7apdaI0bvXD0J1F8jvY8Vf88j3mYMdr/hllJeMyJJ7QQ9fO3o5RozivOKyM+dS4vJqw5zR6KvHx+rnTiB7aR0f7lvdCK6zvv4yHan0fUxxLyrWeFnRJjOkLjzDQ6W/XfPbzmu2oc7cnFEsB86dMfyY+LrcH7s+V7fWIZ/MDAfw51888JcNjed0rK6Nc1X5yB/EoFEIBFIBE47BJLc20JTbsfH133d19Xdewg+R70iJs91akNR33aqtJQ+UdYeEXWxGdHbqyOl+0iHEhElIsb6EcvLFqwR0zql+0RE97uM7emtJAhM7WX0EccoW33IR8Q438rSJmxmpbVF9LYRy1P9DiViWqfFFjGpn/U7tF9LPmLiM6LPN9/rSdv4m20rt9R1MCutbcV09Pw/Os33vFR7k9ZPu/6kpNXPptqG0tqbv3n9bVRdRI99xPzUnEYsb1tUH7FcN6KvW8lG20ZIRN9XRJ/CKSLqd5n/0n0avlIYd1X1+xUxsVFHtBP5iL49ok/VNVmkE9HrRkxSNhF9WZ5E9OWIPhVrRJ+PiBq/P3T4TpJ57eqaRPS2yhFR2ici6liHZXnxE3k2JCJqv/pr0uojpv2oJ6X7uJbtFOyyxaMVnvSkJ9U++Y8I1SknBQHkFlJuqSydNelw92UO0h4ot97255PK2VxHpFxzeSmembdr1xXlvj1td1dHeLxJ/v5il9gtUiw1AAAQAElEQVQVh/eWRTuxZl2uqnzRjeUuz7Rz1LLKVeX2h1dlOVI6tywdvr7f6dTFPX7pxVy/HVlX+9hV9a8to6PGXnhRd0sN+z5abnfk9pX7SqPeeiLrqvLW/99V9Ujm5Ghq56++HGB3ufGV95UrdnXlTq4tt5Qx+XfWpWVv6eZmQOQh78oDS8uetzcaWCkjm6VBDOO2LlOJkdf0fdnRPveIa6dXyu66C9BxZHrXl70rH61mU/u+uY6lHUlVvVxGvuuLELpr5c67ynlvG8TUzcnND0yspjB7TSm3eO7apHlZru1ku+HIvoJcbdju33ldafskd3fXd++3IxnN+85b6/wa665Gzi7zvKCis/ecvtZP9TE6AtxiqXW79pfzXt0iWOBrPdWO1g6Oqe/a1Y1pzX5Gc9Jdg2KdN9/HP5alct3O/WOcp671RfF22N41nBvfmdm6tc7Xor6yPhFIBBKBRGDbInBCyL1ti9YpHpjn6znW5aidI3GOsbVFpjQiSkRMLUAtMLUR+YgoPhaWFvNEXh1xbM3uEgtSbVJ1xHOlpE2Um6ij24SPJtroiZ/Ir0bozpNZWzr6aNL6HabNhm6Tpt/SoX7Lt/FIW52UTfMpT9TTW4uwYUv4kzZ7+Jsb6Wqk2c2m+jhR0uIS5yKh02ISxzCvbMxNlFt7S1db1/SPJ21xSM3HqRB9NzH2Ey3wan0MxzuMgc5Qmv5a01kfyq6PJu0aamXpsI4+af3Kk1m91i41Dik9Qte9jjTfUvVS9aTlW+oe6jiwo8HSJvPKdCOiPvvSH2QcQX7KU55Sj1u7h7sX6yPlZCKAXDlUDs0+765bQNvBd8fVF5Z9d3btd+4bEVYj/RHBYjcbPXLj1fvKHW3nUEf81eOJjii+YV/vo9qM7Ku/YX7xmPUxJrxGau2orH7bbiV1Ez2+B8+1E0/ts3dw3k9OXrQwPNLLR++zG3MdS0e+GUOTOobOB3+1brhTSp+TI7edVvfD/o7yqv/PpL+x/+ZrhHWtb3WdZekQh/1kTF1l7Xcwrq5q+mdODGz4dUx1/NIG4ztUbin97srdbxiNo+l2TodY3NHN7Y18dPVj3S7vZ1Lu+zaOIaa9zjQu1fd4PiZ2bHvpx2ju+3If77LrlHMxj32pgHnf39De9Xnj1SPadYx530+Np85n18/A12Rs/HaUZ8OpL05+j/119iM/PQZ9LP0Ybiz7ru7krM5MzCM8u1LR/2Se4dHPx7B+fiwI5f1l76jP2s+b+xeH8NuLGPpxlo60vXEwvmFZX9W+8zV/vvk51N0ryI1l7WPpbVofh8bj7/xOxdRFNcB5GFezmaqbse3HnL8Tgc2DQEaSCCQCpx6BM059CBnBahCwwLRThXjmlWe3/dN/+k/Lj/7oj5arr766vPzlLy8/9EM/VPbs2TN+9hwdz3bz3DbPa/MstuFzvjx7izz96U8vnq/l2VcWnY6ROWrmyJljaI55Ou7paOgnPvGJeoz0wQcfLMPjpY6cOrLaxHFUecdd2zFXeeIY7LGE3iKZtaXn2O1QHLkdCht6Q1FHmt1QX169dCjqCD/DcTU/Q93V5PliO/THrzLR3vw4TrySND0pOzLMK2+UiLmJOMW8SFwL7Viya8a10kS99ibKpLVLldu11PpUp22jRXyubTJ7XHql8lr1j+VLHGSjxzf0x3+L2/e6idhaXupY+EaI+8fQjzL/TfS7ktBj4140K46gO35OHBNvR5+lju62o7QtdV9zdBaZifwjiD+C5EPYeSGN3dLui55BeN555xXPsfS8zR/8wR+s99uXvexlpcmVV15Z78f79u0rr3jFK8prXvOasbzqVa8ql19+eX0ZEr+rueenTiKQCKwTgSP3lfunTI+WI4eXpnZsTjVn4WQisM6+jpT7Hpg2Pfrg4mPb05pZSgQSgUQgEUgETg8EktzbQvOMeCMIvna8Cynngfd2g1iEfsM3fEMh3spIPKjezhG7/KTqPLCeD6ndJ3w2GORJRL/Dz2KXLqFLtCMbiYUwHdJ8SIf12og6wo7IE23zRBvR9pWvfKW+HdgiXJ7IW5w3UW6ifVZa22zK/yLRfxM6zac+hzsAta1Hmr+Wio1vKVHf/LY41pLCebVi3lYrzafYxCjWRWI8TWAm33TZ8tFEmbR2qbJ24279qtN2LGF3MkRsG9kPf4tktXN0LL2GpX5a7PLqpU1a2zClsxbha96cNZ/aW7wR/b2Hf3URUXcju++U7qOedNkSEVXkW11LI/q2iD5VHxH1sQbuY3bXseNX3j1OqkyXjvume608Us691bFau/CkduS597Z7sDp5f4Cxuxop6OUnXhzS/Ogz5VgIZHsicBwIXHRjuaVcOz4WWY9Sv7Lt6DoOv2l6ChHYXW58cynt+LQjtVccvqbceNEpDCm7TgQSgUQgEUgENhkCSe5tsglZTzgWohbJFsjS9fhYZBMRxYK3iQVw29UiVbYYHkrT3aiU76EvZdLqWr6lrX61KbvVCp90pcZO5NWlnDEmYU4KFmdsnv4i4rQd+2rm2neE+L4gymZF/SJhNyt0Z32sp+we1oR9yxtTGX1m768IZffaUfPchA0dstH35LkdZmUiMAeB2eONc1S2bdXwmKrjkUkCbYOp7khbczmW8XHXbTC2HEIikAgkAolAIrABCGx7cm8DMNrULtoi0gKyyUYGHBGVtJi3uG4LYanFdpOmqzzMKw+ltR0rHdqsN6+PRbba1iJIgKHwuxb71P0HU4TxVsID6bNR8W6kr42K6UT58R0Zfmdm8+4hrW5eDOyH0nTZNXGEtuWHaauXNmntfJqHiCiLPgg64v5q96Gdp/L02ZKIKBGhaix0CNtxZWYSgUQgEUgEEoFEIBFIBE4oAuk8EThdETjjdB34Vht3RL9wjIi6iIyIOgTkngWkRacKi9WImNJRT+gSi9F5wtai2cLXItgxtJbKN3Gcd5h39Jc49tvEcbYmjqOxadJsh/WtTn/6J2Ih8kQbUddkWC/f6jci5U9/LbaWqpuV1raV09kxraa8lce7KHbzPk/gschmPfW+D+ux24o2sCNil8LXd9Q9Z5Fop0efsIWZ+4b8rNAhw3r6ZHgv0k6P7ybK6puwkdfe4hCne617KYkISZWIqPdc91X32KGeMqmK+SsRSAQSgURgsyCQcSQCiUAikAgkAtsKgST3tvh0WjSSiCgWoRakFr/EArUtapFuCDjP5SOeHeV5UZ4FJfWsKM+O8qyos846qzztaU8rLZVvoo608tlnn13OHomXcxDPmCLe6ttEeZHQ2blzZ32T5Lnnnls8uH49cv7556/LVp/z5JxzzinPeMYzithmRcxNZtuOt7yoz+P1m/Y7587lRuCSc7Z6bGHlu+U7t9L3XDs9+uaofd+G9xH3myatvpWl7d4kbWUvEJqVdj9rqWfleZ4pcU/0HD33SPdK907PLm33VvfaobjvIgvbDsSInvjb4v/UnMbh59ATgUQgEUgEEoFEIBFIBBKBzY9Aknubf46OGWFE1IfEN2LPwhORJ21E3plnnlksTBF4HvROLFgtXC1giQWvBbLFtIX1PLEYb/XItGc+85nlWc961jJ59rOfXbyZVzpPnvOc55QLLrigvn3SW3yJN1FeeOGFhWiTrkXYLBJ+VmrTPk/EdLJFHCe7z+zvufVaXC8OF3bX7XptTyc71/ZQfCeHZfmV6rS5d8wT95l59e5D3/7t314WyfD+5X7mvtbuc41cdF90f3S/RPI1gq/dZ91r5Rvhh+DzxxYEX0SM7+ERk/y4MjMnHYGDr9tVdl15ezk61fPRcvuVXf0uclW5/eGpxlo4ettV45c0XHXbxHqt9dVZ92to5wUBu3YN+z1YbqixiIdM2tgN++9cdT+9/mz9wddN7Dql/EkEEoFEIBFIBBKBRCAR2KYIJLl3Eid2o7uKiHoULCLqM8wsJu0YcZTM4nIobdEptQi1GCVndqSfhaodfE984hML0o8gAZ/ylKcUojwUdQQ5OE8sgIndL4sEmchWPxbLRF4/fA9F3VCGbcM8f+sRsc4TMaqXzsqicWX9U0tikBjMuwbad8h3igy/q+17rK61SQk7/qTKRH4o6maFr6G4h+hHStxvhuL+R9yLpMQfRNwb3SftfrZDz33VvRZxJ3VcV34o6hzRLd3HzuouyZ9NgUBP4O2/7JayZyaeg6+7otz3ykOlf1j/HWXfWTMKD99erj98zaj9rrL3wPU9AbjW+hm35776rpFPfV9T7nvpkIzbU245pL6Td+4t+392lpAs059zzi3lLbeWg9O1WUoEEoFEIBFIBBKBU4RAdpsInEwEktw7mWhvcF8RUUk9i0qEHmJPnlhctoWnVLs6C07tRPnRj350QfhZtEotYKXK8ohAaRNlpKAdgVJl+q1dqtxEmdAjw7wyP7Oinm8yzCsfS2Z9DcsW6GuRZnusPje6vfWb6RPK8WKwnrlZb58nq6/19LMZbeDs+yglLS8l6ojY3QeIfKsb3kvkifuOdFZavbSJexyirolyE/b0lLW7T7qHupeS4X3UvTQiyvATEfVFRBGT+ohJvuTnFCGwo+y781BZ9ubUjqC7tdyyvH4Q5dH37S9Ll+0e1ewol3bs4P73HS1rrR85WJDsLje+eanc/Etz6LmzLi17y33lyALLvnpvuenNpVz7ujn2FN5/w3jn4XDnYt3JONwleOXt5Z7bbii3v//2cpX6rlz3KQ7td92QJCJMUxKBjUEgvSQCiUAikAgkAseNQJJ7xw3hqXPQFpgWmxafs2JRaoHaxIJ1KBbLTSyYiV18pO1YkTaxk6WJ3S2z0trmpUMfw/ysjyw/qSQGicHpeg0Md9Ityjds3GeG9xL5Vme33fGK+yDhR0rcI91PZ0m/IfHnftwE8ec+HZHE3qn7l3IVPR+5r1Pa3xNZyKw5xNWRw/d3OpOfHWcv1cJa66vRSr+WzivnHj4yc2S4M3j4vWV/Oa/0vXbleT8PdOTfRTeWW8q15Yb3zyh0BOZVbzuv3DXaCXjXnv3lekeLO8Lu2s6i37FoR+Oecsud+8o3lyPl5reVchP9rrxjxv7QO88rty4iEUt+EoFEIBFIBBKBRCARSARONgJJ7p1sxDewP8e9LBztwLNrb1YsOBvhh+hreamyBWoTpB+iT2oBa+fMUCxsm1jsDqUtqi26LcgdeVuN0G2LcT5Svqk+FzFxSByO6xr4pq2L3/C+sijfsHH/mL3PqHMforPIfi317nnug+6Jdg2SRu65d7rHIvJaKk/ck92bI6JExAbe9dPViULg/sPn9UQWMmul3W8nKoC5fg+UayvZuKvseul95Rok21y96crdb7illNfM7KzrCMz7H7i5XDHyd8Vb7i/3dyTitOV0ac8r95UdraqzL3sunZTPWipLd+/P3XsNn0wTgUQgEUgEEoFEIBE4xQgkuXeKJ2At3UdEXShGxJSZ3SFDsbAkFpkWmCQi6hFeddqkQxt59RapgoUlRAAAEABJREFUjSSko4wIRAi2enXamrBrwo/+hqKutQ9T9nw1v8pEXZPWlumjSmKQGGy3a6B9z6W++6uRdg9xXxneZ4Z5fvgk8qTZSdmuRdg00U9ElK9+9av1ftzK0kVS8rPpETh3SFwtLd89t7Tz3KkxHH2wPyC71vopJ/MKHYl2/86lEYm2Z/LMvUM3lt1ltZ/d5ZpXH1l2PHf6+X6HyqE3dB4vuqZcd/ja0XHda0t581r6WW08qZcIJAKJQCKQCCQCpxqB7H/7I5Dk3vaf4003woioi+KI6XTRwjjrz6jP70ocEoe8BlZ3DURM7i0nArOI3v+mu7lmQOtD4KK9ZenAeydHYTuCrQzJvs7rjkv2liPvbs+yO1ree6CUvZfsKGut71wt/nH09TVHynU/2ZFui7VW1bLj6psqaXft3SP1pfMWvGzjSLmvXDc+rrvseYRl9GE/xOjhI+XI5XvXQDiO/GSSCCQCmx2BjC8RSAQSgURgiyKQ5N4WnbgMOxFIBBKBRCARSAQ2AoHd5cY3lXL96MjqrredV266ekcpyLb2/L2z9pWbdt462uF2Rdm/56b+jbprrZ8J9/63XDHyOTp6e2jOm3pnbFZX3FH2vem6Mt5v2MV5h+PGbYxd2j+Xb6mcVybHdXftGr6tt0w+7F953/hY766X3leusfNvopG5RCARSAQSgUQgEUgEEoFTiECSe6cQ/OPpOqLfORLRp4t8RfTtESunQ/uIad2V2iKmdSOyHJEYRCQGEYlBJAZzdylHzL82hvfazJ9IBDoyb/b5dcgrz9sjra3WTY6p7rj6jtK/eOJQuQP5NwpxrfUjszK06/1O+iqli3HBUVx2w/57f3P0a/wDsvCiG8fx688uvYOvu76UNx2a1L9zb9n/SwdrbNp736PfU/bDWEftmSQCiUAikAgkAolAIpAInDIEktw7ZdBnxw2BTBOBRCARSAQSgUTgZCNwtBw5PNOnI8k7V3wn74xBFhOBRCARSAQSgUQgEVgbAql9YhBIcu/E4JpeE4FEIBFIBBKBRCAR2MQIOLq7t+x/6a7J0eB2JHkTR52hJQKJwGmDQA40EUgEEoFEYA0IJLm3BrBSNRFIBBKBRCARSAQSgW2DQD26OziW244kb6kBZrCJQCKQCCQCiUAikAgkAknuncbXQMT85z5FLK4/jeHKoScCicBWRiBjTwQSgUQgEUgEEoFEIBFIBBKBRGCbIpDk3jad2BzW+hBIq0QgEUgEEoFEIBFIBBKBRCARSAQSgUQgEdj+CGynESa5t51mM8eSCCQCiUAikAgkAolAIpAIJAKJQCKwkQikr0QgEUgENj0CSe5t+inKABOBRCARSAQSgUQgEUgENj8CGWEikAgkAolAIpAIJAKnBoEk904N7tlrIpAIJAKJwOmKQI47EUgEEoFEIBFIBBKBRCARSAQSgQ1EIMm9DQQzXSUCG4lA+koEEoFEIBFIBBKBRCARSAQSgUQgEUgEEoHtj8DxjjDJveNFMO0TgUQgEUgEEoFEIBFIBBKBRCARSAQSgROPQPaQCCQCicBcBJLcmwtLViYCiUAikAgkAolAIpAIJAJbFYGMOxFIBBKBRCARSAROJwSS3DudZjvHmggkAolAIpAIDBHIfCKQCCQCiUAikAgkAolAIpAIbGkEvva1r5Uk97b0FGbwicDJQSB7SQQSgUQgEUgEEoFEIBFIBBKBRCARSAQSgc2JwEaSe5tzhBlVIpAIJAKJQCKQCCQCiUAikAgkAolAIpAIbCQC6SsRSAROMQJ27BFhJLkHhZREIBFIBBKBRCARSAQSgUQgETgBCKTLRCARSAQSgUQgEThRCCD3/u///b95LPdEAZx+E4FEIBFIBBKBRGANCKRqIpAIJAKJQCKQCCQCiUAikAisiAAybyhf/epXC8mdeyvClo2JQCKw2RDIeBKBRCARSAQSgUQgEUgEEoFEIBFIBBKB0xGBiKjDRvAh9cjf//3fb9ude3Ww+SsRSAQSgUQgEUgEEoFEIBFIBBKBRCARSAS2NQI5uETgtEEAqUeQeo7jIva+/OUvJ7l32lwBOdBEIBFIBBKBRCARSAQSgUTgtEYgB58IJAKJQCKQCGxNBBB6Q0HufeUrXylJ7m3N+cyoE4FEIBFIBBKBROBEI5D+E4FEIBFIBBKBRCARSAQSgU2GAHJPSG3HHnLv7/7u78rf/u3f5s49wKQkAolAIrAeBNImEUgEEoFEIBFIBBKBRCARSAQSgUQgETiRCDRST2rHHnKvEXvIvS996UtJ7p3ICRj5ziQRSAQSgUQgEUgEEoFEIBFIBLYRAhZY82QbDTGHkggkAutDIK0SgQ1HICJK+zenEXvIPc/a+5u/+ZuS5N6GQ54OE4FEIBFIBBKBRCARSAQSgUQgETgWAtmeCCQCiUAikAgcG4FG6knbrj3P2XMUlyD2kHxnHNtVaiQCiUAikAgkAolAIpAInBIEstNEIBFIBBKBRCARSAQSgdMWgYjpXXuIvCZf/OIX6/P2nva0p+Wx3NP2CsmBJwKJwLZCIAeTCCQCiUAikAgkAolAIpAIJAKJQCKwfRBou/WkjuG2I7lt557n7Z155pkdsfeoTrbPuHMkx0YgNRKBRCARSAQSgUQgEUgEEoFEIBFIBBKBRGD7I5Aj3OIIREQdAVKvEXx27TmO61l7CL/HPubx5Sf/5X9Icq8ilb8SgUQgEUgEEoFEIBFIBBKBRCARWCUCEVEilssqzTeZWoaTCCQCiUAisBkRQOg1QeTZsSdtBN+Tn/zN5f//no+We//4oST3NuMEZkyJQCKQCCQCiUAikAhsOgQyoEQgEUgEEoFEIBFIBBKBk4YAYs+uveGLNBzFtXNP2zd94zeXX/l/2TuzGLmq9I7/v3PuvXVr7W53t+02xh5IPJoZzEyGKBorykOU1wSvOBIYx1EQwmERIrIlIpAQPKA8EBJZCUsQwoKIBxAKioYgQXgZRRDw0ku121scz2Bsg917d3XV3ef7brt62iOYYWbANOar7v/9znbPOffX16pT/zrlevYtNGZbau5dsb+KDqQElIASUAJKQAkoASWgBJSAElACSuArIKBDKgEl8PUjIAaezFp267Ul5p7s3Fu7di3+6z/+F/X+09JEzb2cgh6UgBJQAkpACSgBJbBECMi7szMzM5iamsLk5OTvpNnZWUh/S+TSdBpLn4DOUAkoASWgBJSAEviKCYipJ5JpyDpOJDv4xNSTj+YSEeSLNP5t3xvSJJfJj3pQAkpACSgBJaAElMDnJvDNbCiLqfHxcYyNjX3hGh0dRVsnT57Enj17sHPnzly33377ZbFdvmvXLkjdYu3YsQNtSfnevXtx6tSpvO/2vNvjSGyXfVaUNp9HwkX4fDPvDL1qJaAElIASUAJKQAl8cQSIKO9MTD2RGHuyzpLde2LwVatV/OS/j+D4yJm8nRzU3BMKKiWgBL4cAtqrElACSuAqISALq9OnT+O2227DLbfcgu3bt8/HW7ZjO2vbtm15XuokLdq6dRu2bt3Kmo9btmyBaPPmLdi8efO8NnFkbeH8pk2bsHHjRmzetAVvvvkmBvoHMDg4iKGhIfTn6SHOz6teH8aJEydRHxrmsjqGBkVDHIdQr9dZw3n6xz9+Axtv3oj5vqV/0cZ8nI0bF6fbZZdHOe/mm2/GvLiO+5L+8vxfcLmI6+W6xEQUTlfJn1wvQwkoASWgBJSAElACXxkBWVPJ7j2JoraxJyZfuVzBf7767mVzWxLm3mUz0owSUAJKQAkoASWgBJYYAXnHdGRkJN8Fd/DgIXzwwQc4cOAADh04jEMH+1mHcPjgEOc5fUA0mOcPHxxGP+vwwToGDomOYPDwUQz2H8MQa+DwCAYO1zk/yBrG0MBRjJ4NMTUaYGpsDjPjLUyOzWB2ooXpiQDT4xmiCR+N0QyjH7XQHHcQThRYHhoTKaa4zeRoi9MJnxvl8fyZMdQHTqDO49UHjqE+eAR1HmeYNdQ/wuMeweDhYxjs59hf5/kMYaD/kg4PcVtuPziCIdbAwBEMsJE4ODiMoYF6rkGOstvw6NGjEE5L7E+n01ECSkAJKIElRkCnowSUwOcjIKaeSIw9WWO1Y9jKcPLYR5d1oubeZTg0owSUgBJQAkpACSiBTydgrYG8g9psJJhrhKyIFWBuNkDStIjnDIK5GEEzYoUImwEiTkfNGHEzZQFxS2LC7TNOx0gCzvMCLeT6KIgRtSKYyIeNXSDyuI1FGvgour1cXsPy9Aa44Up4yQp48Qo4cScoKYFQg0EnvKQMN6nweUAS2lwpxzQkiIj7dJIi9+ny2A5Hg6zFy8HQQRYUuMwgDsBzzXiO4DwQhjFkbjHHJOK5hxniVoIoTBEGCdenPL6FMRb6UAJfIAHtSgkoASWgBJTAN5KArDflwiWKudc29sTck/zEaBOjF6alyYLMQkoTSkAJKAEloASUgBL42hG4chMW88oYYiMrg8PDuuTAEMGhAsAxTptw4MGlEiynHPLkyHnivIUln9MluMaDAfIvujB5H+A6w2UFlIvdkDLPdsE6PjyvgmppFYrZdbim/Mfs91lkZReZX4FXXg2/vAau34vMety+A3CLkHyxtALGK4JcD8VqLzy3Cof7SwnI4KLgdsDlcxzjw/D8fZ6zz/Nz4MPC5TILMoRl3Z3o7OzA6mvXYtWqFejpWYa1a9fwWFwPcDuCAYEdRggb6EMJ/BYE5MVLW7/F6XqKElACSkAJKIGrjkD7eVHMPEm3Db6enh589OFFjI/NLFyzY8DrsYWsJpSAElACVzEBvTQloASUwO9IwFqb90AEWFNAlkVIKEJEDQRpg9MpoiwAZQaWjT2LAkcXgAMiwzEDkYVlQ82aIjxbASGDYYPPsVUU3BqfWwQ5BHbmUHT6UC2sQclbi4AHHXNG0Sy20HJjhIUQQWkGYS1CWHIQ+z5MsYZqeR3Kls28uAobE1yeA0UEa3w294qQhzEGbuazCjwzC4+KMJA6C4BgiOcLA2lXLpew/sbvYfU1q7BmzVqsW7cO3cuWYRnLmgKIRyAiyEPaS1Qpgd+UgLxoaes3PVfbKwEloASUgBK42gi0nxMlirknxp5EyVcqFfz0/z9GFMULl33jqgbMQk4TOQE9KAEloASUgBJQAkrglwkQEayVZROByCDOQmRchnwrHAFZCkICh1ykXJdmMRJWmiXgFFIHsJ4DYzw+xYIsm4OGo1dCodKNxDhI+Yd4DOP6KFeuRWfXehR6roNZuRzoLiIthEjcFmKHTT1MohGcw1zzLMJkDFQkpFUHYdVH0rMKfu916Oz8DsqlPriFDnhOlRd9JfiFLhinhqLXg8wrI7QJEor5euZYfE08hyzLkGXcH2UwvotT//chRoaOYMOGH+H7N96Is2fPY/fuO7Hjr/8SjgPu1wMyw3wsiAj6UAK/isD8/ZV9ZpNmswn52NFnNrhCFb9unldoGjqMElACXzIB7V4JLGpsKBMAAAeISURBVEUCRMRrMVmP/UJi7onJV6lUMTneuGzaf/69i7weu6xIM0pACSgBJaAElIASUAKfRsAYk5tXGRt5Ui/2BBk2szI2wdjUA5x8IQYuIiIQiSys8VhF+KYLVacHHhVguQPHFuFYH2EUwVo2BQ3BuGWUS99CrevbmOafGYxhuvkhWjG/Q5tOIwgbyNhQNKaAlGOSxEjjAHNTZzAzfgrT0yfZ9DuB8finmMmaKJXWoEYr4YUOOqgbblhEMa0iSefgGILnVuC4BcB1YC0LBobn7RgHLjws716BjlonbrjhB/ifn3yA8+cvYs/eB/D662/g2mtXw/I5RHydAIQPB/1VAjmBJEmQ8b8NyUhsS/JtyQsVkRh677zzDvbt24dHHnkEjz76KF5++WWMjo4ufEmLnN8+T9JynkjKJL9YUvZpkjbtckmL2vnFcXG5pLMsg8TFbTStBJSAElACSuDLJED0C4NPnu/keUiiw2uvj8+NLwztuxn+aPUkzEKJJpSAElACSkAJKAEloAQ+k4CRnXZca9icM7D8w++mghdeRLygkrwLYlNMSg2XExsbRIBh48/PSmyV+WzIRSi63Si5vXCNB4pDFDOfTb9urOz5A/T1/gjwCzjb6Ecr+whh6xNEzQtIw5DPJaQR955Knw5k1CyzsI4Px6vyOA6kNAlnuUGIzG1gLPoZTKUTXZVvgxIL368ADiGG7I6a4zIDcH+UAZlJ2Vz0YNk4tIYjHLipg83bNiI2Mf70z/6ETb7vYv/+f8df/c0O/N7vX4+VK66B5YvMCGruQR+LCVhr+Z5NEfK9u7i8nQ6CIK8/cuQI7rjjjtzQ279/P9566y02j1/HQw89hLvvvhv1eh1jY2OYnZ3F+Pg4Ll68iKmpqVwzMzOYmJjIy6S+1Wrlu/7m5uYQsWkex/GCOSjjyosiKZMoeZG8WJKoUgJKQAkoASWwlAjI89MvS56/jDUIgmhhqiurEXqrIXhFt1CmCSWgBJSAErgSBHQMJaAEvpYEHIetMzayiAhEoqLYX/DIy6+H+CgLK8vGGMGy2eUA5HK9j4gdtIZpIKAmmw1NuLaM5YXr0Ff8AVZ0/CG6O7+PsvctNJMGGtEnIJvAOkUg8ZCFPjwUQSHBd2ooUAVuXEbBdKDgVLmvIjwud2wZjuQ5TeSyW2cRpy1cCE9i0p2G6eiA4/C5pQICipARm3nGg2O4D6cEechHiY1jYVyLMItxoP8Q/uWfnkK9fwj/uu9p/PM/7sPp42fxDw8/ib/727/HJ2cvguDzqQbCB/pQApcIyM49IoLrupdK+JZkw7v9QoWI8P777+PZZ59FoVBApVJByEag7Nabnp7Oz3n33Xdx3333YdeuXbj33ntx//3347HHHsODDz6IBx54AHfddRd2796dp++55x7s2bMHDz/8MJ588kk8/fTTeOGFF/DKK6/g7bffxqFDh3DhwgUQUa58gEsHmdOl5EKQsrYWCjWhBJSAElACSuAKEZDnIBlKYluS9wuy7pLUvLrLEXx+E9bMZ/W4FAnonJSAElACSkAJKIGlQYCIYK0FgZdOGdjUK8Ly0ZKBpRJcU0KRjTUPHKkTBTbaXDbhCmycwfIJFLCzESDJAqQWHBM02GCL2dAwtRoCEyFw5tAIR0GOC7fQBTJlmNhFkfspUidq3jUom5VYXl6HrsIadLh9qLq9bPxVUIiL6HCWo8RzQEQgHg6Jge93wHGLmEk/RuCGsOVOxHGKsq2h4HWwLceGoHVgjAvrltjwyxAnESuFPNIYCJpziMMYsitKFEYBgkaKdI7PSz1mknDTLOfDCf1VAjkBMfckQcT34yVJmXwE98SJE/nuvCeeeCL/+O1rr72G48ePQ+pk153ERqPB96/P96ZBb28vavzvxPM8DA8PQ+rETJZdeGIIyk6+8+fP53Xvvfdevvvv1VdfxYsvvpibfI8//jj27t2LO++8Ezt37sRTTz2Fo0eP5jsHoygCEclU83ye4AMR5eVExDn9VQJKQAl8+QR0BCWwmADRpz//tILW4mbwHM5mCQwH/VUCSkAJKAEloASUgBL4NQSMmV82ERHiLEKKCGEaIv+mXIRAauCxIefAY8OPjTnjgC0xRFmMzBAMv9NqSjUkLhtmdhaBmUUjm8Lk3HmkBYuIUni1LhgqwgYeikkVK7t/iL6eH6Lmfxc9le+gq7QGDtdXylWU3U6UTA9qhZWolpbDZC58Woaqtxy+reV54jm1mmySdFYxE0+AACyjPvgoo8deA+JrCrIm+4AhDDmwxs//b7EkbSFJQk6ncEwFri3zuC7Xu8iQoIFxzGSjaGIKRGxecr/GGE4Tp/RXCQBixMk9IQacfGT2zJkzuen2zDPP4Pnnn8dLL72EkZERdHZ25t++LMaxmHqyg6+vrw/r16/Hhg0bcNNNN0Hy0h8R5d/YvHr16rzs+uuvR3d3N8plvj8dBzIeEeX3YZqmuVkn5p30K7sBz507h2PHjmH//v249dZbsX37djz33HP5rj6pl7+bnEdEklyq0nkpASWgBJTAVUxg8S49uUwiyp/XiC5FLiyWPD7O/6YgJCnh5wAAAP//8tOAlgAAAAZJREFUAwBKH3UC6ffb5QAAAABJRU5ErkJggg=="/>
          <p:cNvSpPr>
            <a:spLocks noChangeAspect="1" noChangeArrowheads="1"/>
          </p:cNvSpPr>
          <p:nvPr/>
        </p:nvSpPr>
        <p:spPr bwMode="auto">
          <a:xfrm>
            <a:off x="282575" y="-715963"/>
            <a:ext cx="5734050" cy="22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604" y="2192408"/>
            <a:ext cx="3652556" cy="33415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>
                <a:solidFill>
                  <a:srgbClr val="FF0000"/>
                </a:solidFill>
                <a:latin typeface="Arial Black"/>
              </a:defRPr>
            </a:pPr>
            <a:r>
              <a:t>INFRAESTRUCTURA: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✅ NO montar servidor físico.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✅ ELEGIMOS GOOGLE CLOUD.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Seguridad.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Acceso remoto.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Escalabilidad.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0000"/>
                </a:solidFill>
                <a:latin typeface="Arial Black"/>
              </a:defRPr>
            </a:pPr>
            <a:r>
              <a:t>INVERSIÓN ESTIMADA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Unidades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Precio Ud.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Portátil Lenovo LOQ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1.060,61 €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5.303,05 €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Periféricos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50,00 €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250,00 €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Google Cloud (Anual)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600,00 €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600,00 €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r>
                        <a:t>6.153,05 €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0000"/>
                </a:solidFill>
                <a:latin typeface="Arial Black"/>
              </a:defRPr>
            </a:pPr>
            <a:r>
              <a:t>RECOMENDACIÓN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👉 </a:t>
            </a:r>
            <a:r>
              <a:rPr dirty="0" err="1"/>
              <a:t>Equipos</a:t>
            </a:r>
            <a:r>
              <a:rPr dirty="0"/>
              <a:t>: </a:t>
            </a:r>
            <a:r>
              <a:rPr dirty="0" err="1"/>
              <a:t>Portátiles</a:t>
            </a:r>
            <a:r>
              <a:rPr dirty="0"/>
              <a:t> Lenovo LOQ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rPr dirty="0"/>
              <a:t>👉 </a:t>
            </a:r>
            <a:r>
              <a:rPr dirty="0" err="1"/>
              <a:t>Servidor</a:t>
            </a:r>
            <a:r>
              <a:rPr dirty="0"/>
              <a:t>: Google Cloud</a:t>
            </a:r>
          </a:p>
          <a:p>
            <a:pPr marL="0" indent="0">
              <a:spcAft>
                <a:spcPts val="1400"/>
              </a:spcAft>
              <a:buNone/>
              <a:defRPr sz="2400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3440271"/>
            <a:ext cx="5410200" cy="29756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159</Words>
  <Application>Microsoft Office PowerPoint</Application>
  <PresentationFormat>Presentación en pantalla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PRESUPUESTO 2025</vt:lpstr>
      <vt:lpstr>EL RETO ACTUAL</vt:lpstr>
      <vt:lpstr>DECISIÓN: PORTÁTILES</vt:lpstr>
      <vt:lpstr>LENOVO LOQ 15IAX9</vt:lpstr>
      <vt:lpstr>INFRAESTRUCTURA: CLOUD</vt:lpstr>
      <vt:lpstr>INVERSIÓN ESTIMADA</vt:lpstr>
      <vt:lpstr>RECOMENDACIÓN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PRESUPUESTO 2025</dc:title>
  <dc:subject/>
  <dc:creator>Daniel Mazcuñan</dc:creator>
  <cp:keywords/>
  <dc:description>generated using python-pptx</dc:description>
  <cp:lastModifiedBy>Daniel Mazcuñan</cp:lastModifiedBy>
  <cp:revision>2</cp:revision>
  <dcterms:created xsi:type="dcterms:W3CDTF">2013-01-27T09:14:16Z</dcterms:created>
  <dcterms:modified xsi:type="dcterms:W3CDTF">2025-12-12T16:58:19Z</dcterms:modified>
  <cp:category/>
</cp:coreProperties>
</file>